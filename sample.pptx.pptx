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320" r:id="rId33"/>
    <p:sldId id="286" r:id="rId34"/>
    <p:sldId id="321" r:id="rId35"/>
    <p:sldId id="287" r:id="rId36"/>
    <p:sldId id="288" r:id="rId37"/>
    <p:sldId id="289" r:id="rId38"/>
    <p:sldId id="322" r:id="rId39"/>
    <p:sldId id="323"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24" r:id="rId53"/>
    <p:sldId id="302" r:id="rId54"/>
    <p:sldId id="303" r:id="rId55"/>
    <p:sldId id="304" r:id="rId56"/>
    <p:sldId id="305" r:id="rId57"/>
    <p:sldId id="306" r:id="rId58"/>
    <p:sldId id="325" r:id="rId59"/>
    <p:sldId id="308" r:id="rId60"/>
    <p:sldId id="309" r:id="rId61"/>
    <p:sldId id="310" r:id="rId62"/>
    <p:sldId id="311" r:id="rId63"/>
    <p:sldId id="312" r:id="rId64"/>
    <p:sldId id="313" r:id="rId65"/>
    <p:sldId id="314" r:id="rId66"/>
    <p:sldId id="315" r:id="rId67"/>
    <p:sldId id="316" r:id="rId68"/>
    <p:sldId id="317" r:id="rId69"/>
    <p:sldId id="318" r:id="rId70"/>
    <p:sldId id="326" r:id="rId71"/>
    <p:sldId id="319" r:id="rId72"/>
  </p:sldIdLst>
  <p:sldSz cx="9144000" cy="6858000"/>
  <p:notesSz cx="9144000" cy="6858000"/>
  <p:defaultTextStyle>
    <a:defPPr>
      <a:defRPr kern="0"/>
    </a:defPPr>
  </p:defaultTextStyle>
  <p:extLst>
    <p:ext uri="{EFAFB233-063F-42B5-8137-9DF3F51BA10A}">
      <p15:sldGuideLst xmlns:p15="http://schemas.microsoft.com/office/powerpoint/2012/main">
        <p15:guide id="1" orient="horz" pos="2862" userDrawn="1">
          <p15:clr>
            <a:srgbClr val="A4A3A4"/>
          </p15:clr>
        </p15:guide>
        <p15:guide id="2" pos="21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62"/>
        <p:guide pos="219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6858000"/>
          </a:xfrm>
          <a:prstGeom prst="rect">
            <a:avLst/>
          </a:prstGeom>
        </p:spPr>
      </p:pic>
      <p:pic>
        <p:nvPicPr>
          <p:cNvPr id="17" name="bg object 17"/>
          <p:cNvPicPr/>
          <p:nvPr/>
        </p:nvPicPr>
        <p:blipFill>
          <a:blip r:embed="rId3" cstate="print"/>
          <a:stretch>
            <a:fillRect/>
          </a:stretch>
        </p:blipFill>
        <p:spPr>
          <a:xfrm>
            <a:off x="3172967" y="3293364"/>
            <a:ext cx="1561337" cy="528066"/>
          </a:xfrm>
          <a:prstGeom prst="rect">
            <a:avLst/>
          </a:prstGeom>
        </p:spPr>
      </p:pic>
      <p:pic>
        <p:nvPicPr>
          <p:cNvPr id="18" name="bg object 18"/>
          <p:cNvPicPr/>
          <p:nvPr/>
        </p:nvPicPr>
        <p:blipFill>
          <a:blip r:embed="rId4" cstate="print"/>
          <a:stretch>
            <a:fillRect/>
          </a:stretch>
        </p:blipFill>
        <p:spPr>
          <a:xfrm>
            <a:off x="3180333" y="2728462"/>
            <a:ext cx="1548511" cy="585094"/>
          </a:xfrm>
          <a:prstGeom prst="rect">
            <a:avLst/>
          </a:prstGeom>
        </p:spPr>
      </p:pic>
      <p:pic>
        <p:nvPicPr>
          <p:cNvPr id="19" name="bg object 19"/>
          <p:cNvPicPr/>
          <p:nvPr/>
        </p:nvPicPr>
        <p:blipFill>
          <a:blip r:embed="rId5" cstate="print"/>
          <a:stretch>
            <a:fillRect/>
          </a:stretch>
        </p:blipFill>
        <p:spPr>
          <a:xfrm>
            <a:off x="4962144" y="3450310"/>
            <a:ext cx="485406" cy="137947"/>
          </a:xfrm>
          <a:prstGeom prst="rect">
            <a:avLst/>
          </a:prstGeom>
        </p:spPr>
      </p:pic>
      <p:pic>
        <p:nvPicPr>
          <p:cNvPr id="20" name="bg object 20"/>
          <p:cNvPicPr/>
          <p:nvPr/>
        </p:nvPicPr>
        <p:blipFill>
          <a:blip r:embed="rId6" cstate="print"/>
          <a:stretch>
            <a:fillRect/>
          </a:stretch>
        </p:blipFill>
        <p:spPr>
          <a:xfrm>
            <a:off x="4969383" y="2987420"/>
            <a:ext cx="472693" cy="139953"/>
          </a:xfrm>
          <a:prstGeom prst="rect">
            <a:avLst/>
          </a:prstGeom>
        </p:spPr>
      </p:pic>
      <p:pic>
        <p:nvPicPr>
          <p:cNvPr id="21" name="bg object 21"/>
          <p:cNvPicPr/>
          <p:nvPr/>
        </p:nvPicPr>
        <p:blipFill>
          <a:blip r:embed="rId7" cstate="print"/>
          <a:stretch>
            <a:fillRect/>
          </a:stretch>
        </p:blipFill>
        <p:spPr>
          <a:xfrm>
            <a:off x="5670803" y="3293351"/>
            <a:ext cx="464058" cy="476262"/>
          </a:xfrm>
          <a:prstGeom prst="rect">
            <a:avLst/>
          </a:prstGeom>
        </p:spPr>
      </p:pic>
      <p:pic>
        <p:nvPicPr>
          <p:cNvPr id="22" name="bg object 22"/>
          <p:cNvPicPr/>
          <p:nvPr/>
        </p:nvPicPr>
        <p:blipFill>
          <a:blip r:embed="rId8" cstate="print"/>
          <a:stretch>
            <a:fillRect/>
          </a:stretch>
        </p:blipFill>
        <p:spPr>
          <a:xfrm>
            <a:off x="5677915" y="2785998"/>
            <a:ext cx="451866" cy="523113"/>
          </a:xfrm>
          <a:prstGeom prst="rect">
            <a:avLst/>
          </a:prstGeom>
        </p:spPr>
      </p:pic>
      <p:pic>
        <p:nvPicPr>
          <p:cNvPr id="23" name="bg object 23"/>
          <p:cNvPicPr/>
          <p:nvPr/>
        </p:nvPicPr>
        <p:blipFill>
          <a:blip r:embed="rId9" cstate="print"/>
          <a:stretch>
            <a:fillRect/>
          </a:stretch>
        </p:blipFill>
        <p:spPr>
          <a:xfrm>
            <a:off x="2107692" y="5305043"/>
            <a:ext cx="5087874" cy="543293"/>
          </a:xfrm>
          <a:prstGeom prst="rect">
            <a:avLst/>
          </a:prstGeom>
        </p:spPr>
      </p:pic>
      <p:pic>
        <p:nvPicPr>
          <p:cNvPr id="24" name="bg object 24"/>
          <p:cNvPicPr/>
          <p:nvPr/>
        </p:nvPicPr>
        <p:blipFill>
          <a:blip r:embed="rId10" cstate="print"/>
          <a:stretch>
            <a:fillRect/>
          </a:stretch>
        </p:blipFill>
        <p:spPr>
          <a:xfrm>
            <a:off x="2115185" y="4722748"/>
            <a:ext cx="5075555" cy="693801"/>
          </a:xfrm>
          <a:prstGeom prst="rect">
            <a:avLst/>
          </a:prstGeom>
        </p:spPr>
      </p:pic>
      <p:sp>
        <p:nvSpPr>
          <p:cNvPr id="2" name="Holder 2"/>
          <p:cNvSpPr>
            <a:spLocks noGrp="1"/>
          </p:cNvSpPr>
          <p:nvPr>
            <p:ph type="ctrTitle"/>
          </p:nvPr>
        </p:nvSpPr>
        <p:spPr>
          <a:xfrm>
            <a:off x="840105" y="481330"/>
            <a:ext cx="7463789" cy="330834"/>
          </a:xfrm>
          <a:prstGeom prst="rect">
            <a:avLst/>
          </a:prstGeom>
        </p:spPr>
        <p:txBody>
          <a:bodyPr wrap="square" lIns="0" tIns="0" rIns="0" bIns="0">
            <a:spAutoFit/>
          </a:bodyPr>
          <a:lstStyle>
            <a:lvl1pPr>
              <a:defRPr sz="4000" b="1" i="0">
                <a:solidFill>
                  <a:srgbClr val="232852"/>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1" i="0">
                <a:solidFill>
                  <a:schemeClr val="tx1"/>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232852"/>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2400" b="1" i="0">
                <a:solidFill>
                  <a:schemeClr val="tx1"/>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232852"/>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232852"/>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1.jpe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6" cstate="print"/>
          <a:stretch>
            <a:fillRect/>
          </a:stretch>
        </p:blipFill>
        <p:spPr>
          <a:xfrm>
            <a:off x="0" y="0"/>
            <a:ext cx="9144000" cy="6858000"/>
          </a:xfrm>
          <a:prstGeom prst="rect">
            <a:avLst/>
          </a:prstGeom>
        </p:spPr>
      </p:pic>
      <p:sp>
        <p:nvSpPr>
          <p:cNvPr id="2" name="Holder 2"/>
          <p:cNvSpPr>
            <a:spLocks noGrp="1"/>
          </p:cNvSpPr>
          <p:nvPr>
            <p:ph type="title"/>
          </p:nvPr>
        </p:nvSpPr>
        <p:spPr>
          <a:xfrm>
            <a:off x="141757" y="-125476"/>
            <a:ext cx="8860485" cy="1457655"/>
          </a:xfrm>
          <a:prstGeom prst="rect">
            <a:avLst/>
          </a:prstGeom>
        </p:spPr>
        <p:txBody>
          <a:bodyPr wrap="square" lIns="0" tIns="0" rIns="0" bIns="0">
            <a:spAutoFit/>
          </a:bodyPr>
          <a:lstStyle>
            <a:lvl1pPr>
              <a:defRPr sz="4000" b="1" i="0">
                <a:solidFill>
                  <a:srgbClr val="232852"/>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269240" y="1399155"/>
            <a:ext cx="8682990" cy="4787265"/>
          </a:xfrm>
          <a:prstGeom prst="rect">
            <a:avLst/>
          </a:prstGeom>
        </p:spPr>
        <p:txBody>
          <a:bodyPr wrap="square" lIns="0" tIns="0" rIns="0" bIns="0">
            <a:spAutoFit/>
          </a:bodyPr>
          <a:lstStyle>
            <a:lvl1pPr>
              <a:defRPr sz="2400" b="1" i="0">
                <a:solidFill>
                  <a:schemeClr val="tx1"/>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5.png"/><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5.png"/><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tags" Target="../tags/tag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jpeg"/><Relationship Id="rId1" Type="http://schemas.openxmlformats.org/officeDocument/2006/relationships/image" Target="../media/image25.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jpeg"/><Relationship Id="rId1" Type="http://schemas.openxmlformats.org/officeDocument/2006/relationships/image" Target="../media/image27.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jpeg"/><Relationship Id="rId1" Type="http://schemas.openxmlformats.org/officeDocument/2006/relationships/image" Target="../media/image2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jpeg"/><Relationship Id="rId1"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2000" spc="150" dirty="0">
                <a:solidFill>
                  <a:srgbClr val="000000"/>
                </a:solidFill>
                <a:latin typeface="Cambria" panose="02040503050406030204"/>
                <a:cs typeface="Cambria" panose="02040503050406030204"/>
              </a:rPr>
              <a:t>05BC3301</a:t>
            </a:r>
            <a:r>
              <a:rPr sz="2000" spc="235" dirty="0">
                <a:solidFill>
                  <a:srgbClr val="000000"/>
                </a:solidFill>
                <a:latin typeface="Cambria" panose="02040503050406030204"/>
                <a:cs typeface="Cambria" panose="02040503050406030204"/>
              </a:rPr>
              <a:t> </a:t>
            </a:r>
            <a:r>
              <a:rPr sz="2000" dirty="0">
                <a:solidFill>
                  <a:srgbClr val="000000"/>
                </a:solidFill>
                <a:latin typeface="Cambria" panose="02040503050406030204"/>
                <a:cs typeface="Cambria" panose="02040503050406030204"/>
              </a:rPr>
              <a:t>-</a:t>
            </a:r>
            <a:r>
              <a:rPr sz="2000" spc="260" dirty="0">
                <a:solidFill>
                  <a:srgbClr val="000000"/>
                </a:solidFill>
                <a:latin typeface="Cambria" panose="02040503050406030204"/>
                <a:cs typeface="Cambria" panose="02040503050406030204"/>
              </a:rPr>
              <a:t> </a:t>
            </a:r>
            <a:r>
              <a:rPr sz="2000" spc="100" dirty="0">
                <a:solidFill>
                  <a:srgbClr val="000000"/>
                </a:solidFill>
                <a:latin typeface="Cambria" panose="02040503050406030204"/>
                <a:cs typeface="Cambria" panose="02040503050406030204"/>
              </a:rPr>
              <a:t>Database</a:t>
            </a:r>
            <a:r>
              <a:rPr sz="2000" spc="254" dirty="0">
                <a:solidFill>
                  <a:srgbClr val="000000"/>
                </a:solidFill>
                <a:latin typeface="Cambria" panose="02040503050406030204"/>
                <a:cs typeface="Cambria" panose="02040503050406030204"/>
              </a:rPr>
              <a:t> </a:t>
            </a:r>
            <a:r>
              <a:rPr sz="2000" spc="130" dirty="0">
                <a:solidFill>
                  <a:srgbClr val="000000"/>
                </a:solidFill>
                <a:latin typeface="Cambria" panose="02040503050406030204"/>
                <a:cs typeface="Cambria" panose="02040503050406030204"/>
              </a:rPr>
              <a:t>Management</a:t>
            </a:r>
            <a:r>
              <a:rPr sz="2000" spc="220" dirty="0">
                <a:solidFill>
                  <a:srgbClr val="000000"/>
                </a:solidFill>
                <a:latin typeface="Cambria" panose="02040503050406030204"/>
                <a:cs typeface="Cambria" panose="02040503050406030204"/>
              </a:rPr>
              <a:t> </a:t>
            </a:r>
            <a:r>
              <a:rPr sz="2000" spc="180" dirty="0">
                <a:solidFill>
                  <a:srgbClr val="000000"/>
                </a:solidFill>
                <a:latin typeface="Cambria" panose="02040503050406030204"/>
                <a:cs typeface="Cambria" panose="02040503050406030204"/>
              </a:rPr>
              <a:t>System</a:t>
            </a:r>
            <a:r>
              <a:rPr sz="2000" spc="254" dirty="0">
                <a:solidFill>
                  <a:srgbClr val="000000"/>
                </a:solidFill>
                <a:latin typeface="Cambria" panose="02040503050406030204"/>
                <a:cs typeface="Cambria" panose="02040503050406030204"/>
              </a:rPr>
              <a:t> </a:t>
            </a:r>
            <a:r>
              <a:rPr sz="2000" dirty="0">
                <a:solidFill>
                  <a:srgbClr val="000000"/>
                </a:solidFill>
                <a:latin typeface="Cambria" panose="02040503050406030204"/>
                <a:cs typeface="Cambria" panose="02040503050406030204"/>
              </a:rPr>
              <a:t>–</a:t>
            </a:r>
            <a:r>
              <a:rPr sz="2000" spc="250" dirty="0">
                <a:solidFill>
                  <a:srgbClr val="000000"/>
                </a:solidFill>
                <a:latin typeface="Cambria" panose="02040503050406030204"/>
                <a:cs typeface="Cambria" panose="02040503050406030204"/>
              </a:rPr>
              <a:t> </a:t>
            </a:r>
            <a:r>
              <a:rPr sz="2000" spc="130" dirty="0">
                <a:solidFill>
                  <a:srgbClr val="000000"/>
                </a:solidFill>
                <a:latin typeface="Cambria" panose="02040503050406030204"/>
                <a:cs typeface="Cambria" panose="02040503050406030204"/>
              </a:rPr>
              <a:t>2</a:t>
            </a:r>
            <a:r>
              <a:rPr sz="2000" spc="245" dirty="0">
                <a:solidFill>
                  <a:srgbClr val="000000"/>
                </a:solidFill>
                <a:latin typeface="Cambria" panose="02040503050406030204"/>
                <a:cs typeface="Cambria" panose="02040503050406030204"/>
              </a:rPr>
              <a:t> </a:t>
            </a:r>
            <a:r>
              <a:rPr sz="2000" spc="95" dirty="0">
                <a:solidFill>
                  <a:srgbClr val="000000"/>
                </a:solidFill>
                <a:latin typeface="Cambria" panose="02040503050406030204"/>
                <a:cs typeface="Cambria" panose="02040503050406030204"/>
              </a:rPr>
              <a:t>(DBMS-</a:t>
            </a:r>
            <a:r>
              <a:rPr sz="2000" spc="-25" dirty="0">
                <a:solidFill>
                  <a:srgbClr val="000000"/>
                </a:solidFill>
                <a:latin typeface="Cambria" panose="02040503050406030204"/>
                <a:cs typeface="Cambria" panose="02040503050406030204"/>
              </a:rPr>
              <a:t>2)</a:t>
            </a:r>
            <a:endParaRPr sz="2000">
              <a:latin typeface="Cambria" panose="02040503050406030204"/>
              <a:cs typeface="Cambria" panose="02040503050406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2531745">
              <a:lnSpc>
                <a:spcPct val="100000"/>
              </a:lnSpc>
              <a:spcBef>
                <a:spcPts val="105"/>
              </a:spcBef>
            </a:pPr>
            <a:r>
              <a:rPr sz="4400" b="0" dirty="0">
                <a:latin typeface="Trebuchet MS" panose="020B0603020202020204"/>
                <a:cs typeface="Trebuchet MS" panose="020B0603020202020204"/>
              </a:rPr>
              <a:t>Course</a:t>
            </a:r>
            <a:r>
              <a:rPr sz="4400" b="0" spc="-40" dirty="0">
                <a:latin typeface="Trebuchet MS" panose="020B0603020202020204"/>
                <a:cs typeface="Trebuchet MS" panose="020B0603020202020204"/>
              </a:rPr>
              <a:t> </a:t>
            </a:r>
            <a:r>
              <a:rPr sz="4400" b="0" spc="-10" dirty="0">
                <a:latin typeface="Trebuchet MS" panose="020B0603020202020204"/>
                <a:cs typeface="Trebuchet MS" panose="020B0603020202020204"/>
              </a:rPr>
              <a:t>content</a:t>
            </a:r>
            <a:endParaRPr sz="4400">
              <a:latin typeface="Trebuchet MS" panose="020B0603020202020204"/>
              <a:cs typeface="Trebuchet MS" panose="020B0603020202020204"/>
            </a:endParaRPr>
          </a:p>
        </p:txBody>
      </p:sp>
      <p:sp>
        <p:nvSpPr>
          <p:cNvPr id="3" name="object 3"/>
          <p:cNvSpPr txBox="1"/>
          <p:nvPr/>
        </p:nvSpPr>
        <p:spPr>
          <a:xfrm>
            <a:off x="535940" y="1550797"/>
            <a:ext cx="5760085" cy="4125595"/>
          </a:xfrm>
          <a:prstGeom prst="rect">
            <a:avLst/>
          </a:prstGeom>
        </p:spPr>
        <p:txBody>
          <a:bodyPr vert="horz" wrap="square" lIns="0" tIns="85725" rIns="0" bIns="0" rtlCol="0">
            <a:spAutoFit/>
          </a:bodyPr>
          <a:lstStyle/>
          <a:p>
            <a:pPr marL="355600" indent="-342900">
              <a:lnSpc>
                <a:spcPct val="100000"/>
              </a:lnSpc>
              <a:spcBef>
                <a:spcPts val="675"/>
              </a:spcBef>
              <a:buChar char="•"/>
              <a:tabLst>
                <a:tab pos="355600" algn="l"/>
              </a:tabLst>
            </a:pPr>
            <a:r>
              <a:rPr sz="2400" dirty="0">
                <a:latin typeface="Trebuchet MS" panose="020B0603020202020204"/>
                <a:cs typeface="Trebuchet MS" panose="020B0603020202020204"/>
              </a:rPr>
              <a:t>Brief</a:t>
            </a:r>
            <a:r>
              <a:rPr sz="2400" spc="-35" dirty="0">
                <a:latin typeface="Trebuchet MS" panose="020B0603020202020204"/>
                <a:cs typeface="Trebuchet MS" panose="020B0603020202020204"/>
              </a:rPr>
              <a:t> </a:t>
            </a:r>
            <a:r>
              <a:rPr sz="2400" dirty="0">
                <a:latin typeface="Trebuchet MS" panose="020B0603020202020204"/>
                <a:cs typeface="Trebuchet MS" panose="020B0603020202020204"/>
              </a:rPr>
              <a:t>introduction</a:t>
            </a:r>
            <a:r>
              <a:rPr sz="2400" spc="-30" dirty="0">
                <a:latin typeface="Trebuchet MS" panose="020B0603020202020204"/>
                <a:cs typeface="Trebuchet MS" panose="020B0603020202020204"/>
              </a:rPr>
              <a:t> </a:t>
            </a:r>
            <a:r>
              <a:rPr sz="2400" dirty="0">
                <a:latin typeface="Trebuchet MS" panose="020B0603020202020204"/>
                <a:cs typeface="Trebuchet MS" panose="020B0603020202020204"/>
              </a:rPr>
              <a:t>to</a:t>
            </a:r>
            <a:r>
              <a:rPr sz="2400" spc="-55" dirty="0">
                <a:latin typeface="Trebuchet MS" panose="020B0603020202020204"/>
                <a:cs typeface="Trebuchet MS" panose="020B0603020202020204"/>
              </a:rPr>
              <a:t> </a:t>
            </a:r>
            <a:r>
              <a:rPr sz="2400" dirty="0">
                <a:latin typeface="Trebuchet MS" panose="020B0603020202020204"/>
                <a:cs typeface="Trebuchet MS" panose="020B0603020202020204"/>
              </a:rPr>
              <a:t>SQL</a:t>
            </a:r>
            <a:r>
              <a:rPr sz="2400" spc="-165" dirty="0">
                <a:latin typeface="Trebuchet MS" panose="020B0603020202020204"/>
                <a:cs typeface="Trebuchet MS" panose="020B0603020202020204"/>
              </a:rPr>
              <a:t> </a:t>
            </a:r>
            <a:r>
              <a:rPr sz="2400" spc="-10" dirty="0">
                <a:latin typeface="Trebuchet MS" panose="020B0603020202020204"/>
                <a:cs typeface="Trebuchet MS" panose="020B0603020202020204"/>
              </a:rPr>
              <a:t>Fundamentals</a:t>
            </a:r>
            <a:endParaRPr sz="2400">
              <a:latin typeface="Trebuchet MS" panose="020B0603020202020204"/>
              <a:cs typeface="Trebuchet MS" panose="020B0603020202020204"/>
            </a:endParaRPr>
          </a:p>
          <a:p>
            <a:pPr marL="355600" indent="-342900">
              <a:lnSpc>
                <a:spcPct val="100000"/>
              </a:lnSpc>
              <a:spcBef>
                <a:spcPts val="580"/>
              </a:spcBef>
              <a:buChar char="•"/>
              <a:tabLst>
                <a:tab pos="355600" algn="l"/>
              </a:tabLst>
            </a:pPr>
            <a:r>
              <a:rPr sz="2400" dirty="0">
                <a:latin typeface="Trebuchet MS" panose="020B0603020202020204"/>
                <a:cs typeface="Trebuchet MS" panose="020B0603020202020204"/>
              </a:rPr>
              <a:t>Basics</a:t>
            </a:r>
            <a:r>
              <a:rPr sz="2400" spc="-15" dirty="0">
                <a:latin typeface="Trebuchet MS" panose="020B0603020202020204"/>
                <a:cs typeface="Trebuchet MS" panose="020B0603020202020204"/>
              </a:rPr>
              <a:t> </a:t>
            </a:r>
            <a:r>
              <a:rPr sz="2400" dirty="0">
                <a:latin typeface="Trebuchet MS" panose="020B0603020202020204"/>
                <a:cs typeface="Trebuchet MS" panose="020B0603020202020204"/>
              </a:rPr>
              <a:t>of</a:t>
            </a:r>
            <a:r>
              <a:rPr sz="2400" spc="-25" dirty="0">
                <a:latin typeface="Trebuchet MS" panose="020B0603020202020204"/>
                <a:cs typeface="Trebuchet MS" panose="020B0603020202020204"/>
              </a:rPr>
              <a:t> </a:t>
            </a:r>
            <a:r>
              <a:rPr sz="2400" spc="-10" dirty="0">
                <a:latin typeface="Trebuchet MS" panose="020B0603020202020204"/>
                <a:cs typeface="Trebuchet MS" panose="020B0603020202020204"/>
              </a:rPr>
              <a:t>PL/SQL</a:t>
            </a:r>
            <a:endParaRPr sz="2400">
              <a:latin typeface="Trebuchet MS" panose="020B0603020202020204"/>
              <a:cs typeface="Trebuchet MS" panose="020B0603020202020204"/>
            </a:endParaRPr>
          </a:p>
          <a:p>
            <a:pPr marL="355600" indent="-342900">
              <a:lnSpc>
                <a:spcPct val="100000"/>
              </a:lnSpc>
              <a:spcBef>
                <a:spcPts val="575"/>
              </a:spcBef>
              <a:buChar char="•"/>
              <a:tabLst>
                <a:tab pos="355600" algn="l"/>
              </a:tabLst>
            </a:pPr>
            <a:r>
              <a:rPr sz="2400" dirty="0">
                <a:latin typeface="Trebuchet MS" panose="020B0603020202020204"/>
                <a:cs typeface="Trebuchet MS" panose="020B0603020202020204"/>
              </a:rPr>
              <a:t>Advantages</a:t>
            </a:r>
            <a:r>
              <a:rPr sz="2400" spc="-65" dirty="0">
                <a:latin typeface="Trebuchet MS" panose="020B0603020202020204"/>
                <a:cs typeface="Trebuchet MS" panose="020B0603020202020204"/>
              </a:rPr>
              <a:t> </a:t>
            </a:r>
            <a:r>
              <a:rPr sz="2400" dirty="0">
                <a:latin typeface="Trebuchet MS" panose="020B0603020202020204"/>
                <a:cs typeface="Trebuchet MS" panose="020B0603020202020204"/>
              </a:rPr>
              <a:t>of</a:t>
            </a:r>
            <a:r>
              <a:rPr sz="2400" spc="-55" dirty="0">
                <a:latin typeface="Trebuchet MS" panose="020B0603020202020204"/>
                <a:cs typeface="Trebuchet MS" panose="020B0603020202020204"/>
              </a:rPr>
              <a:t> </a:t>
            </a:r>
            <a:r>
              <a:rPr sz="2400" spc="-10" dirty="0">
                <a:latin typeface="Trebuchet MS" panose="020B0603020202020204"/>
                <a:cs typeface="Trebuchet MS" panose="020B0603020202020204"/>
              </a:rPr>
              <a:t>PL/SQL</a:t>
            </a:r>
            <a:endParaRPr sz="2400">
              <a:latin typeface="Trebuchet MS" panose="020B0603020202020204"/>
              <a:cs typeface="Trebuchet MS" panose="020B0603020202020204"/>
            </a:endParaRPr>
          </a:p>
          <a:p>
            <a:pPr marL="355600" indent="-342900">
              <a:lnSpc>
                <a:spcPct val="100000"/>
              </a:lnSpc>
              <a:spcBef>
                <a:spcPts val="580"/>
              </a:spcBef>
              <a:buChar char="•"/>
              <a:tabLst>
                <a:tab pos="355600" algn="l"/>
              </a:tabLst>
            </a:pPr>
            <a:r>
              <a:rPr sz="2400" dirty="0">
                <a:latin typeface="Trebuchet MS" panose="020B0603020202020204"/>
                <a:cs typeface="Trebuchet MS" panose="020B0603020202020204"/>
              </a:rPr>
              <a:t>PL/SQL</a:t>
            </a:r>
            <a:r>
              <a:rPr sz="2400" spc="-130" dirty="0">
                <a:latin typeface="Trebuchet MS" panose="020B0603020202020204"/>
                <a:cs typeface="Trebuchet MS" panose="020B0603020202020204"/>
              </a:rPr>
              <a:t> </a:t>
            </a:r>
            <a:r>
              <a:rPr sz="2400" dirty="0">
                <a:latin typeface="Trebuchet MS" panose="020B0603020202020204"/>
                <a:cs typeface="Trebuchet MS" panose="020B0603020202020204"/>
              </a:rPr>
              <a:t>Block</a:t>
            </a:r>
            <a:r>
              <a:rPr sz="2400" spc="-30" dirty="0">
                <a:latin typeface="Trebuchet MS" panose="020B0603020202020204"/>
                <a:cs typeface="Trebuchet MS" panose="020B0603020202020204"/>
              </a:rPr>
              <a:t> </a:t>
            </a:r>
            <a:r>
              <a:rPr sz="2400" spc="-10" dirty="0">
                <a:latin typeface="Trebuchet MS" panose="020B0603020202020204"/>
                <a:cs typeface="Trebuchet MS" panose="020B0603020202020204"/>
              </a:rPr>
              <a:t>Structure</a:t>
            </a:r>
            <a:endParaRPr sz="2400">
              <a:latin typeface="Trebuchet MS" panose="020B0603020202020204"/>
              <a:cs typeface="Trebuchet MS" panose="020B0603020202020204"/>
            </a:endParaRPr>
          </a:p>
          <a:p>
            <a:pPr marL="354965" indent="-342265">
              <a:lnSpc>
                <a:spcPct val="100000"/>
              </a:lnSpc>
              <a:spcBef>
                <a:spcPts val="575"/>
              </a:spcBef>
              <a:buChar char="•"/>
              <a:tabLst>
                <a:tab pos="354965" algn="l"/>
              </a:tabLst>
            </a:pPr>
            <a:r>
              <a:rPr sz="2400" dirty="0">
                <a:latin typeface="Trebuchet MS" panose="020B0603020202020204"/>
                <a:cs typeface="Trebuchet MS" panose="020B0603020202020204"/>
              </a:rPr>
              <a:t>PL/SQL</a:t>
            </a:r>
            <a:r>
              <a:rPr sz="2400" spc="-120" dirty="0">
                <a:latin typeface="Trebuchet MS" panose="020B0603020202020204"/>
                <a:cs typeface="Trebuchet MS" panose="020B0603020202020204"/>
              </a:rPr>
              <a:t> </a:t>
            </a:r>
            <a:r>
              <a:rPr sz="2400" spc="-10" dirty="0">
                <a:latin typeface="Trebuchet MS" panose="020B0603020202020204"/>
                <a:cs typeface="Trebuchet MS" panose="020B0603020202020204"/>
              </a:rPr>
              <a:t>Fundamentals:</a:t>
            </a:r>
            <a:endParaRPr sz="2400">
              <a:latin typeface="Trebuchet MS" panose="020B0603020202020204"/>
              <a:cs typeface="Trebuchet MS" panose="020B0603020202020204"/>
            </a:endParaRPr>
          </a:p>
          <a:p>
            <a:pPr marL="756285" lvl="1" indent="-286385">
              <a:lnSpc>
                <a:spcPct val="100000"/>
              </a:lnSpc>
              <a:spcBef>
                <a:spcPts val="495"/>
              </a:spcBef>
              <a:buChar char="–"/>
              <a:tabLst>
                <a:tab pos="756285" algn="l"/>
              </a:tabLst>
            </a:pPr>
            <a:r>
              <a:rPr sz="2000" dirty="0">
                <a:latin typeface="Trebuchet MS" panose="020B0603020202020204"/>
                <a:cs typeface="Trebuchet MS" panose="020B0603020202020204"/>
              </a:rPr>
              <a:t>PL/SQL</a:t>
            </a:r>
            <a:r>
              <a:rPr sz="2000" spc="-135" dirty="0">
                <a:latin typeface="Trebuchet MS" panose="020B0603020202020204"/>
                <a:cs typeface="Trebuchet MS" panose="020B0603020202020204"/>
              </a:rPr>
              <a:t> </a:t>
            </a:r>
            <a:r>
              <a:rPr sz="2000" spc="-10" dirty="0">
                <a:latin typeface="Trebuchet MS" panose="020B0603020202020204"/>
                <a:cs typeface="Trebuchet MS" panose="020B0603020202020204"/>
              </a:rPr>
              <a:t>Variables</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and</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PL/SQL</a:t>
            </a:r>
            <a:r>
              <a:rPr sz="2000" spc="-135" dirty="0">
                <a:latin typeface="Trebuchet MS" panose="020B0603020202020204"/>
                <a:cs typeface="Trebuchet MS" panose="020B0603020202020204"/>
              </a:rPr>
              <a:t> </a:t>
            </a:r>
            <a:r>
              <a:rPr sz="2000" dirty="0">
                <a:latin typeface="Trebuchet MS" panose="020B0603020202020204"/>
                <a:cs typeface="Trebuchet MS" panose="020B0603020202020204"/>
              </a:rPr>
              <a:t>Data</a:t>
            </a:r>
            <a:r>
              <a:rPr sz="2000" spc="-70" dirty="0">
                <a:latin typeface="Trebuchet MS" panose="020B0603020202020204"/>
                <a:cs typeface="Trebuchet MS" panose="020B0603020202020204"/>
              </a:rPr>
              <a:t> </a:t>
            </a:r>
            <a:r>
              <a:rPr sz="2000" spc="-10" dirty="0">
                <a:latin typeface="Trebuchet MS" panose="020B0603020202020204"/>
                <a:cs typeface="Trebuchet MS" panose="020B0603020202020204"/>
              </a:rPr>
              <a:t>Types</a:t>
            </a:r>
            <a:endParaRPr sz="2000">
              <a:latin typeface="Trebuchet MS" panose="020B0603020202020204"/>
              <a:cs typeface="Trebuchet MS" panose="020B0603020202020204"/>
            </a:endParaRPr>
          </a:p>
          <a:p>
            <a:pPr marL="832485" lvl="1" indent="-362585">
              <a:lnSpc>
                <a:spcPct val="100000"/>
              </a:lnSpc>
              <a:spcBef>
                <a:spcPts val="485"/>
              </a:spcBef>
              <a:buChar char="–"/>
              <a:tabLst>
                <a:tab pos="832485" algn="l"/>
              </a:tabLst>
            </a:pPr>
            <a:r>
              <a:rPr sz="2000" spc="-30" dirty="0">
                <a:latin typeface="Trebuchet MS" panose="020B0603020202020204"/>
                <a:cs typeface="Trebuchet MS" panose="020B0603020202020204"/>
              </a:rPr>
              <a:t>Variable</a:t>
            </a:r>
            <a:r>
              <a:rPr sz="2000" spc="-150" dirty="0">
                <a:latin typeface="Trebuchet MS" panose="020B0603020202020204"/>
                <a:cs typeface="Trebuchet MS" panose="020B0603020202020204"/>
              </a:rPr>
              <a:t> </a:t>
            </a:r>
            <a:r>
              <a:rPr sz="2000" dirty="0">
                <a:latin typeface="Trebuchet MS" panose="020B0603020202020204"/>
                <a:cs typeface="Trebuchet MS" panose="020B0603020202020204"/>
              </a:rPr>
              <a:t>Attribute</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(%type,</a:t>
            </a:r>
            <a:r>
              <a:rPr sz="2000" spc="-10" dirty="0">
                <a:latin typeface="Trebuchet MS" panose="020B0603020202020204"/>
                <a:cs typeface="Trebuchet MS" panose="020B0603020202020204"/>
              </a:rPr>
              <a:t> %rowtype)</a:t>
            </a:r>
            <a:endParaRPr sz="2000">
              <a:latin typeface="Trebuchet MS" panose="020B0603020202020204"/>
              <a:cs typeface="Trebuchet MS" panose="020B0603020202020204"/>
            </a:endParaRPr>
          </a:p>
          <a:p>
            <a:pPr marL="355600" indent="-342900">
              <a:lnSpc>
                <a:spcPct val="100000"/>
              </a:lnSpc>
              <a:spcBef>
                <a:spcPts val="560"/>
              </a:spcBef>
              <a:buChar char="•"/>
              <a:tabLst>
                <a:tab pos="355600" algn="l"/>
              </a:tabLst>
            </a:pPr>
            <a:r>
              <a:rPr sz="2400" dirty="0">
                <a:latin typeface="Trebuchet MS" panose="020B0603020202020204"/>
                <a:cs typeface="Trebuchet MS" panose="020B0603020202020204"/>
              </a:rPr>
              <a:t>PL/SQL</a:t>
            </a:r>
            <a:r>
              <a:rPr sz="2400" spc="-140" dirty="0">
                <a:latin typeface="Trebuchet MS" panose="020B0603020202020204"/>
                <a:cs typeface="Trebuchet MS" panose="020B0603020202020204"/>
              </a:rPr>
              <a:t> </a:t>
            </a:r>
            <a:r>
              <a:rPr sz="2400" dirty="0">
                <a:latin typeface="Trebuchet MS" panose="020B0603020202020204"/>
                <a:cs typeface="Trebuchet MS" panose="020B0603020202020204"/>
              </a:rPr>
              <a:t>Control</a:t>
            </a:r>
            <a:r>
              <a:rPr sz="2400" spc="-40" dirty="0">
                <a:latin typeface="Trebuchet MS" panose="020B0603020202020204"/>
                <a:cs typeface="Trebuchet MS" panose="020B0603020202020204"/>
              </a:rPr>
              <a:t> </a:t>
            </a:r>
            <a:r>
              <a:rPr sz="2400" spc="-10" dirty="0">
                <a:latin typeface="Trebuchet MS" panose="020B0603020202020204"/>
                <a:cs typeface="Trebuchet MS" panose="020B0603020202020204"/>
              </a:rPr>
              <a:t>Structure:</a:t>
            </a:r>
            <a:endParaRPr sz="2400">
              <a:latin typeface="Trebuchet MS" panose="020B0603020202020204"/>
              <a:cs typeface="Trebuchet MS" panose="020B0603020202020204"/>
            </a:endParaRPr>
          </a:p>
          <a:p>
            <a:pPr marL="756285" lvl="1" indent="-286385">
              <a:lnSpc>
                <a:spcPct val="100000"/>
              </a:lnSpc>
              <a:spcBef>
                <a:spcPts val="495"/>
              </a:spcBef>
              <a:buChar char="–"/>
              <a:tabLst>
                <a:tab pos="756285" algn="l"/>
              </a:tabLst>
            </a:pPr>
            <a:r>
              <a:rPr sz="2000" dirty="0">
                <a:latin typeface="Trebuchet MS" panose="020B0603020202020204"/>
                <a:cs typeface="Trebuchet MS" panose="020B0603020202020204"/>
              </a:rPr>
              <a:t>Conditional</a:t>
            </a:r>
            <a:r>
              <a:rPr sz="2000" spc="-45" dirty="0">
                <a:latin typeface="Trebuchet MS" panose="020B0603020202020204"/>
                <a:cs typeface="Trebuchet MS" panose="020B0603020202020204"/>
              </a:rPr>
              <a:t> </a:t>
            </a:r>
            <a:r>
              <a:rPr sz="2000" spc="-10" dirty="0">
                <a:latin typeface="Trebuchet MS" panose="020B0603020202020204"/>
                <a:cs typeface="Trebuchet MS" panose="020B0603020202020204"/>
              </a:rPr>
              <a:t>Control</a:t>
            </a:r>
            <a:endParaRPr sz="2000">
              <a:latin typeface="Trebuchet MS" panose="020B0603020202020204"/>
              <a:cs typeface="Trebuchet MS" panose="020B0603020202020204"/>
            </a:endParaRPr>
          </a:p>
          <a:p>
            <a:pPr marL="756285" lvl="1" indent="-286385">
              <a:lnSpc>
                <a:spcPct val="100000"/>
              </a:lnSpc>
              <a:spcBef>
                <a:spcPts val="480"/>
              </a:spcBef>
              <a:buChar char="–"/>
              <a:tabLst>
                <a:tab pos="756285" algn="l"/>
              </a:tabLst>
            </a:pPr>
            <a:r>
              <a:rPr sz="2000" dirty="0">
                <a:latin typeface="Trebuchet MS" panose="020B0603020202020204"/>
                <a:cs typeface="Trebuchet MS" panose="020B0603020202020204"/>
              </a:rPr>
              <a:t>Iterative</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Control</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and</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Sequential</a:t>
            </a:r>
            <a:r>
              <a:rPr sz="2000" spc="-45" dirty="0">
                <a:latin typeface="Trebuchet MS" panose="020B0603020202020204"/>
                <a:cs typeface="Trebuchet MS" panose="020B0603020202020204"/>
              </a:rPr>
              <a:t> </a:t>
            </a:r>
            <a:r>
              <a:rPr sz="2000" spc="-10" dirty="0">
                <a:latin typeface="Trebuchet MS" panose="020B0603020202020204"/>
                <a:cs typeface="Trebuchet MS" panose="020B0603020202020204"/>
              </a:rPr>
              <a:t>Control.</a:t>
            </a:r>
            <a:endParaRPr sz="2000">
              <a:latin typeface="Trebuchet MS" panose="020B0603020202020204"/>
              <a:cs typeface="Trebuchet MS" panose="020B0603020202020204"/>
            </a:endParaRPr>
          </a:p>
        </p:txBody>
      </p:sp>
      <p:sp>
        <p:nvSpPr>
          <p:cNvPr id="4" name="object 4"/>
          <p:cNvSpPr txBox="1"/>
          <p:nvPr/>
        </p:nvSpPr>
        <p:spPr>
          <a:xfrm>
            <a:off x="8940545" y="6273495"/>
            <a:ext cx="125095" cy="239395"/>
          </a:xfrm>
          <a:prstGeom prst="rect">
            <a:avLst/>
          </a:prstGeom>
        </p:spPr>
        <p:txBody>
          <a:bodyPr vert="horz" wrap="square" lIns="0" tIns="12700" rIns="0" bIns="0" rtlCol="0">
            <a:spAutoFit/>
          </a:bodyPr>
          <a:lstStyle/>
          <a:p>
            <a:pPr marL="12700">
              <a:lnSpc>
                <a:spcPct val="100000"/>
              </a:lnSpc>
              <a:spcBef>
                <a:spcPts val="100"/>
              </a:spcBef>
            </a:pPr>
            <a:r>
              <a:rPr sz="1400" spc="-50" dirty="0">
                <a:latin typeface="Arial MT"/>
                <a:cs typeface="Arial MT"/>
              </a:rPr>
              <a:t>2</a:t>
            </a:r>
            <a:endParaRPr sz="140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2861310">
              <a:lnSpc>
                <a:spcPct val="100000"/>
              </a:lnSpc>
              <a:spcBef>
                <a:spcPts val="100"/>
              </a:spcBef>
            </a:pPr>
            <a:r>
              <a:rPr sz="4400" dirty="0"/>
              <a:t>What</a:t>
            </a:r>
            <a:r>
              <a:rPr sz="4400" spc="-85" dirty="0"/>
              <a:t> </a:t>
            </a:r>
            <a:r>
              <a:rPr sz="4400" dirty="0"/>
              <a:t>is</a:t>
            </a:r>
            <a:r>
              <a:rPr sz="4400" spc="-75" dirty="0"/>
              <a:t> </a:t>
            </a:r>
            <a:r>
              <a:rPr sz="4400" spc="-20" dirty="0"/>
              <a:t>SQL?</a:t>
            </a:r>
            <a:endParaRPr sz="4400"/>
          </a:p>
        </p:txBody>
      </p:sp>
      <p:sp>
        <p:nvSpPr>
          <p:cNvPr id="3" name="object 3"/>
          <p:cNvSpPr txBox="1"/>
          <p:nvPr/>
        </p:nvSpPr>
        <p:spPr>
          <a:xfrm>
            <a:off x="269240" y="1554225"/>
            <a:ext cx="8471535" cy="5121910"/>
          </a:xfrm>
          <a:prstGeom prst="rect">
            <a:avLst/>
          </a:prstGeom>
        </p:spPr>
        <p:txBody>
          <a:bodyPr vert="horz" wrap="square" lIns="0" tIns="12065" rIns="0" bIns="0" rtlCol="0">
            <a:spAutoFit/>
          </a:bodyPr>
          <a:lstStyle/>
          <a:p>
            <a:pPr marL="354965" indent="-342265">
              <a:lnSpc>
                <a:spcPct val="100000"/>
              </a:lnSpc>
              <a:spcBef>
                <a:spcPts val="95"/>
              </a:spcBef>
              <a:buFont typeface="Wingdings" panose="05000000000000000000"/>
              <a:buChar char=""/>
              <a:tabLst>
                <a:tab pos="354965" algn="l"/>
              </a:tabLst>
            </a:pPr>
            <a:r>
              <a:rPr sz="2200" dirty="0">
                <a:latin typeface="Trebuchet MS" panose="020B0603020202020204"/>
                <a:cs typeface="Trebuchet MS" panose="020B0603020202020204"/>
              </a:rPr>
              <a:t>SQL</a:t>
            </a:r>
            <a:r>
              <a:rPr sz="2200" spc="-105" dirty="0">
                <a:latin typeface="Trebuchet MS" panose="020B0603020202020204"/>
                <a:cs typeface="Trebuchet MS" panose="020B0603020202020204"/>
              </a:rPr>
              <a:t> </a:t>
            </a:r>
            <a:r>
              <a:rPr sz="2200" dirty="0">
                <a:latin typeface="Trebuchet MS" panose="020B0603020202020204"/>
                <a:cs typeface="Trebuchet MS" panose="020B0603020202020204"/>
              </a:rPr>
              <a:t>stands</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for</a:t>
            </a:r>
            <a:r>
              <a:rPr sz="2200" spc="-60" dirty="0">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structured</a:t>
            </a:r>
            <a:r>
              <a:rPr sz="2200" spc="-5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query</a:t>
            </a:r>
            <a:r>
              <a:rPr sz="2200" spc="-45" dirty="0">
                <a:highlight>
                  <a:srgbClr val="FFFF00"/>
                </a:highlight>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language.</a:t>
            </a:r>
            <a:endParaRPr sz="2200">
              <a:highlight>
                <a:srgbClr val="FFFF00"/>
              </a:highlight>
              <a:latin typeface="Trebuchet MS" panose="020B0603020202020204"/>
              <a:cs typeface="Trebuchet MS" panose="020B0603020202020204"/>
            </a:endParaRPr>
          </a:p>
          <a:p>
            <a:pPr marL="354965" indent="-342265">
              <a:lnSpc>
                <a:spcPct val="100000"/>
              </a:lnSpc>
              <a:spcBef>
                <a:spcPts val="1485"/>
              </a:spcBef>
              <a:buFont typeface="Wingdings" panose="05000000000000000000"/>
              <a:buChar char=""/>
              <a:tabLst>
                <a:tab pos="354965" algn="l"/>
              </a:tabLst>
            </a:pPr>
            <a:r>
              <a:rPr sz="2000" dirty="0">
                <a:latin typeface="Trebuchet MS" panose="020B0603020202020204"/>
                <a:cs typeface="Trebuchet MS" panose="020B0603020202020204"/>
              </a:rPr>
              <a:t>It</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was</a:t>
            </a:r>
            <a:r>
              <a:rPr sz="2000" spc="-15" dirty="0">
                <a:latin typeface="Trebuchet MS" panose="020B0603020202020204"/>
                <a:cs typeface="Trebuchet MS" panose="020B0603020202020204"/>
              </a:rPr>
              <a:t> </a:t>
            </a:r>
            <a:r>
              <a:rPr sz="2000" dirty="0">
                <a:latin typeface="Trebuchet MS" panose="020B0603020202020204"/>
                <a:cs typeface="Trebuchet MS" panose="020B0603020202020204"/>
              </a:rPr>
              <a:t>developed</a:t>
            </a:r>
            <a:r>
              <a:rPr sz="2000" spc="-70" dirty="0">
                <a:latin typeface="Trebuchet MS" panose="020B0603020202020204"/>
                <a:cs typeface="Trebuchet MS" panose="020B0603020202020204"/>
              </a:rPr>
              <a:t> </a:t>
            </a:r>
            <a:r>
              <a:rPr sz="2000" dirty="0">
                <a:latin typeface="Trebuchet MS" panose="020B0603020202020204"/>
                <a:cs typeface="Trebuchet MS" panose="020B0603020202020204"/>
              </a:rPr>
              <a:t>by</a:t>
            </a:r>
            <a:r>
              <a:rPr sz="2000" spc="-30"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IBM</a:t>
            </a:r>
            <a:r>
              <a:rPr sz="2000" spc="-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in</a:t>
            </a:r>
            <a:r>
              <a:rPr sz="2000" spc="-35"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1970.</a:t>
            </a:r>
            <a:endParaRPr sz="2000">
              <a:latin typeface="Trebuchet MS" panose="020B0603020202020204"/>
              <a:cs typeface="Trebuchet MS" panose="020B0603020202020204"/>
            </a:endParaRPr>
          </a:p>
          <a:p>
            <a:pPr marL="354965" indent="-342265">
              <a:lnSpc>
                <a:spcPct val="100000"/>
              </a:lnSpc>
              <a:spcBef>
                <a:spcPts val="1440"/>
              </a:spcBef>
              <a:buFont typeface="Wingdings" panose="05000000000000000000"/>
              <a:buChar char=""/>
              <a:tabLst>
                <a:tab pos="354965" algn="l"/>
              </a:tabLst>
            </a:pPr>
            <a:r>
              <a:rPr sz="2000" dirty="0">
                <a:latin typeface="Trebuchet MS" panose="020B0603020202020204"/>
                <a:cs typeface="Trebuchet MS" panose="020B0603020202020204"/>
              </a:rPr>
              <a:t>It</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is</a:t>
            </a:r>
            <a:r>
              <a:rPr sz="2000" spc="-5" dirty="0">
                <a:latin typeface="Trebuchet MS" panose="020B0603020202020204"/>
                <a:cs typeface="Trebuchet MS" panose="020B0603020202020204"/>
              </a:rPr>
              <a:t> </a:t>
            </a:r>
            <a:r>
              <a:rPr sz="2000" dirty="0">
                <a:latin typeface="Trebuchet MS" panose="020B0603020202020204"/>
                <a:cs typeface="Trebuchet MS" panose="020B0603020202020204"/>
              </a:rPr>
              <a:t>a</a:t>
            </a:r>
            <a:r>
              <a:rPr sz="2000" spc="-15" dirty="0">
                <a:latin typeface="Trebuchet MS" panose="020B0603020202020204"/>
                <a:cs typeface="Trebuchet MS" panose="020B0603020202020204"/>
              </a:rPr>
              <a:t> </a:t>
            </a:r>
            <a:r>
              <a:rPr sz="2000" dirty="0">
                <a:latin typeface="Trebuchet MS" panose="020B0603020202020204"/>
                <a:cs typeface="Trebuchet MS" panose="020B0603020202020204"/>
              </a:rPr>
              <a:t>standard</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language</a:t>
            </a:r>
            <a:r>
              <a:rPr sz="2000" spc="-55"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used</a:t>
            </a:r>
            <a:r>
              <a:rPr sz="2000" spc="-2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to</a:t>
            </a:r>
            <a:r>
              <a:rPr sz="2000" spc="-2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interact</a:t>
            </a:r>
            <a:r>
              <a:rPr sz="2000" spc="-5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with</a:t>
            </a:r>
            <a:r>
              <a:rPr sz="2000" spc="-2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modern</a:t>
            </a:r>
            <a:r>
              <a:rPr sz="2000" spc="-45"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RDBMS.</a:t>
            </a:r>
            <a:endParaRPr sz="2000">
              <a:highlight>
                <a:srgbClr val="FFFF00"/>
              </a:highlight>
              <a:latin typeface="Trebuchet MS" panose="020B0603020202020204"/>
              <a:cs typeface="Trebuchet MS" panose="020B0603020202020204"/>
            </a:endParaRPr>
          </a:p>
          <a:p>
            <a:pPr marL="354965" indent="-342265">
              <a:lnSpc>
                <a:spcPct val="100000"/>
              </a:lnSpc>
              <a:spcBef>
                <a:spcPts val="1440"/>
              </a:spcBef>
              <a:buFont typeface="Wingdings" panose="05000000000000000000"/>
              <a:buChar char=""/>
              <a:tabLst>
                <a:tab pos="354965" algn="l"/>
              </a:tabLst>
            </a:pPr>
            <a:r>
              <a:rPr sz="2000" dirty="0">
                <a:latin typeface="Trebuchet MS" panose="020B0603020202020204"/>
                <a:cs typeface="Trebuchet MS" panose="020B0603020202020204"/>
              </a:rPr>
              <a:t>SQL</a:t>
            </a:r>
            <a:r>
              <a:rPr sz="2000" spc="-85" dirty="0">
                <a:latin typeface="Trebuchet MS" panose="020B0603020202020204"/>
                <a:cs typeface="Trebuchet MS" panose="020B0603020202020204"/>
              </a:rPr>
              <a:t> </a:t>
            </a:r>
            <a:r>
              <a:rPr sz="2000" dirty="0">
                <a:latin typeface="Trebuchet MS" panose="020B0603020202020204"/>
                <a:cs typeface="Trebuchet MS" panose="020B0603020202020204"/>
              </a:rPr>
              <a:t>is</a:t>
            </a:r>
            <a:r>
              <a:rPr sz="2000" spc="5" dirty="0">
                <a:latin typeface="Trebuchet MS" panose="020B0603020202020204"/>
                <a:cs typeface="Trebuchet MS" panose="020B0603020202020204"/>
              </a:rPr>
              <a:t> </a:t>
            </a:r>
            <a:r>
              <a:rPr sz="2000" dirty="0">
                <a:latin typeface="Trebuchet MS" panose="020B0603020202020204"/>
                <a:cs typeface="Trebuchet MS" panose="020B0603020202020204"/>
              </a:rPr>
              <a:t>a</a:t>
            </a:r>
            <a:r>
              <a:rPr sz="2000" spc="-15" dirty="0">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cross-</a:t>
            </a:r>
            <a:r>
              <a:rPr sz="2000" dirty="0">
                <a:highlight>
                  <a:srgbClr val="FFFF00"/>
                </a:highlight>
                <a:latin typeface="Trebuchet MS" panose="020B0603020202020204"/>
                <a:cs typeface="Trebuchet MS" panose="020B0603020202020204"/>
              </a:rPr>
              <a:t>platform</a:t>
            </a:r>
            <a:r>
              <a:rPr sz="2000" spc="-50" dirty="0">
                <a:highlight>
                  <a:srgbClr val="FFFF00"/>
                </a:highlight>
                <a:latin typeface="Trebuchet MS" panose="020B0603020202020204"/>
                <a:cs typeface="Trebuchet MS" panose="020B0603020202020204"/>
              </a:rPr>
              <a:t> </a:t>
            </a:r>
            <a:r>
              <a:rPr sz="2000" dirty="0">
                <a:latin typeface="Trebuchet MS" panose="020B0603020202020204"/>
                <a:cs typeface="Trebuchet MS" panose="020B0603020202020204"/>
              </a:rPr>
              <a:t>and</a:t>
            </a:r>
            <a:r>
              <a:rPr sz="2000" spc="-15"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cross-</a:t>
            </a:r>
            <a:r>
              <a:rPr sz="2000" dirty="0">
                <a:highlight>
                  <a:srgbClr val="FFFF00"/>
                </a:highlight>
                <a:latin typeface="Trebuchet MS" panose="020B0603020202020204"/>
                <a:cs typeface="Trebuchet MS" panose="020B0603020202020204"/>
              </a:rPr>
              <a:t>product</a:t>
            </a:r>
            <a:r>
              <a:rPr sz="2000" spc="-45"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language</a:t>
            </a:r>
            <a:r>
              <a:rPr sz="2000" spc="-10" dirty="0">
                <a:latin typeface="Trebuchet MS" panose="020B0603020202020204"/>
                <a:cs typeface="Trebuchet MS" panose="020B0603020202020204"/>
              </a:rPr>
              <a:t>.</a:t>
            </a:r>
            <a:endParaRPr sz="2000">
              <a:latin typeface="Trebuchet MS" panose="020B0603020202020204"/>
              <a:cs typeface="Trebuchet MS" panose="020B0603020202020204"/>
            </a:endParaRPr>
          </a:p>
          <a:p>
            <a:pPr marL="354965" indent="-342265">
              <a:lnSpc>
                <a:spcPct val="100000"/>
              </a:lnSpc>
              <a:spcBef>
                <a:spcPts val="1440"/>
              </a:spcBef>
              <a:buFont typeface="Wingdings" panose="05000000000000000000"/>
              <a:buChar char=""/>
              <a:tabLst>
                <a:tab pos="354965" algn="l"/>
              </a:tabLst>
            </a:pPr>
            <a:r>
              <a:rPr sz="2000" dirty="0">
                <a:latin typeface="Trebuchet MS" panose="020B0603020202020204"/>
                <a:cs typeface="Trebuchet MS" panose="020B0603020202020204"/>
              </a:rPr>
              <a:t>It</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is</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known</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as</a:t>
            </a:r>
            <a:r>
              <a:rPr sz="2000" spc="-15" dirty="0">
                <a:latin typeface="Trebuchet MS" panose="020B0603020202020204"/>
                <a:cs typeface="Trebuchet MS" panose="020B0603020202020204"/>
              </a:rPr>
              <a:t> </a:t>
            </a:r>
            <a:r>
              <a:rPr sz="2000" dirty="0">
                <a:latin typeface="Trebuchet MS" panose="020B0603020202020204"/>
                <a:cs typeface="Trebuchet MS" panose="020B0603020202020204"/>
              </a:rPr>
              <a:t>database</a:t>
            </a:r>
            <a:r>
              <a:rPr sz="2000" spc="-70" dirty="0">
                <a:latin typeface="Trebuchet MS" panose="020B0603020202020204"/>
                <a:cs typeface="Trebuchet MS" panose="020B0603020202020204"/>
              </a:rPr>
              <a:t> </a:t>
            </a:r>
            <a:r>
              <a:rPr sz="2000" dirty="0">
                <a:latin typeface="Trebuchet MS" panose="020B0603020202020204"/>
                <a:cs typeface="Trebuchet MS" panose="020B0603020202020204"/>
              </a:rPr>
              <a:t>language</a:t>
            </a:r>
            <a:r>
              <a:rPr sz="2000" spc="-60" dirty="0">
                <a:latin typeface="Trebuchet MS" panose="020B0603020202020204"/>
                <a:cs typeface="Trebuchet MS" panose="020B0603020202020204"/>
              </a:rPr>
              <a:t> </a:t>
            </a:r>
            <a:r>
              <a:rPr sz="2000" dirty="0">
                <a:latin typeface="Trebuchet MS" panose="020B0603020202020204"/>
                <a:cs typeface="Trebuchet MS" panose="020B0603020202020204"/>
              </a:rPr>
              <a:t>which</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is</a:t>
            </a:r>
            <a:r>
              <a:rPr sz="2000" spc="-1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used</a:t>
            </a:r>
            <a:r>
              <a:rPr sz="2000" spc="-3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to</a:t>
            </a:r>
            <a:r>
              <a:rPr sz="2000" spc="-3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interact</a:t>
            </a:r>
            <a:r>
              <a:rPr sz="2000" spc="-60" dirty="0">
                <a:highlight>
                  <a:srgbClr val="FFFF00"/>
                </a:highlight>
                <a:latin typeface="Trebuchet MS" panose="020B0603020202020204"/>
                <a:cs typeface="Trebuchet MS" panose="020B0603020202020204"/>
              </a:rPr>
              <a:t> </a:t>
            </a:r>
            <a:r>
              <a:rPr sz="2000" spc="-20" dirty="0">
                <a:highlight>
                  <a:srgbClr val="FFFF00"/>
                </a:highlight>
                <a:latin typeface="Trebuchet MS" panose="020B0603020202020204"/>
                <a:cs typeface="Trebuchet MS" panose="020B0603020202020204"/>
              </a:rPr>
              <a:t>with</a:t>
            </a:r>
            <a:endParaRPr sz="2000">
              <a:highlight>
                <a:srgbClr val="FFFF00"/>
              </a:highlight>
              <a:latin typeface="Trebuchet MS" panose="020B0603020202020204"/>
              <a:cs typeface="Trebuchet MS" panose="020B0603020202020204"/>
            </a:endParaRPr>
          </a:p>
          <a:p>
            <a:pPr marL="355600">
              <a:lnSpc>
                <a:spcPct val="100000"/>
              </a:lnSpc>
              <a:spcBef>
                <a:spcPts val="965"/>
              </a:spcBef>
            </a:pPr>
            <a:r>
              <a:rPr sz="2000" spc="-10" dirty="0">
                <a:highlight>
                  <a:srgbClr val="FFFF00"/>
                </a:highlight>
                <a:latin typeface="Trebuchet MS" panose="020B0603020202020204"/>
                <a:cs typeface="Trebuchet MS" panose="020B0603020202020204"/>
              </a:rPr>
              <a:t>database.</a:t>
            </a:r>
            <a:endParaRPr sz="2000">
              <a:highlight>
                <a:srgbClr val="FFFF00"/>
              </a:highlight>
              <a:latin typeface="Trebuchet MS" panose="020B0603020202020204"/>
              <a:cs typeface="Trebuchet MS" panose="020B0603020202020204"/>
            </a:endParaRPr>
          </a:p>
          <a:p>
            <a:pPr marL="354965" indent="-342265">
              <a:lnSpc>
                <a:spcPct val="100000"/>
              </a:lnSpc>
              <a:spcBef>
                <a:spcPts val="1440"/>
              </a:spcBef>
              <a:buFont typeface="Wingdings" panose="05000000000000000000"/>
              <a:buChar char=""/>
              <a:tabLst>
                <a:tab pos="354965" algn="l"/>
              </a:tabLst>
            </a:pPr>
            <a:r>
              <a:rPr sz="2000" dirty="0">
                <a:latin typeface="Trebuchet MS" panose="020B0603020202020204"/>
                <a:cs typeface="Trebuchet MS" panose="020B0603020202020204"/>
              </a:rPr>
              <a:t>SQL</a:t>
            </a:r>
            <a:r>
              <a:rPr sz="2000" spc="-105" dirty="0">
                <a:latin typeface="Trebuchet MS" panose="020B0603020202020204"/>
                <a:cs typeface="Trebuchet MS" panose="020B0603020202020204"/>
              </a:rPr>
              <a:t> </a:t>
            </a:r>
            <a:r>
              <a:rPr sz="2000" dirty="0">
                <a:latin typeface="Trebuchet MS" panose="020B0603020202020204"/>
                <a:cs typeface="Trebuchet MS" panose="020B0603020202020204"/>
              </a:rPr>
              <a:t>is</a:t>
            </a:r>
            <a:r>
              <a:rPr sz="2000" spc="-1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English</a:t>
            </a:r>
            <a:r>
              <a:rPr sz="2000" spc="-4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language</a:t>
            </a:r>
            <a:r>
              <a:rPr sz="2000" dirty="0">
                <a:latin typeface="Trebuchet MS" panose="020B0603020202020204"/>
                <a:cs typeface="Trebuchet MS" panose="020B0603020202020204"/>
              </a:rPr>
              <a:t>,</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it</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has</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simple</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command</a:t>
            </a:r>
            <a:r>
              <a:rPr sz="2000" spc="-55" dirty="0">
                <a:latin typeface="Trebuchet MS" panose="020B0603020202020204"/>
                <a:cs typeface="Trebuchet MS" panose="020B0603020202020204"/>
              </a:rPr>
              <a:t> </a:t>
            </a:r>
            <a:r>
              <a:rPr sz="2000" spc="-20" dirty="0">
                <a:latin typeface="Trebuchet MS" panose="020B0603020202020204"/>
                <a:cs typeface="Trebuchet MS" panose="020B0603020202020204"/>
              </a:rPr>
              <a:t>set.</a:t>
            </a:r>
            <a:endParaRPr sz="2000">
              <a:latin typeface="Trebuchet MS" panose="020B0603020202020204"/>
              <a:cs typeface="Trebuchet MS" panose="020B0603020202020204"/>
            </a:endParaRPr>
          </a:p>
          <a:p>
            <a:pPr marL="354965" indent="-342265">
              <a:lnSpc>
                <a:spcPct val="100000"/>
              </a:lnSpc>
              <a:spcBef>
                <a:spcPts val="1440"/>
              </a:spcBef>
              <a:buFont typeface="Wingdings" panose="05000000000000000000"/>
              <a:buChar char=""/>
              <a:tabLst>
                <a:tab pos="354965" algn="l"/>
              </a:tabLst>
            </a:pPr>
            <a:r>
              <a:rPr sz="2000" spc="-10" dirty="0">
                <a:latin typeface="Trebuchet MS" panose="020B0603020202020204"/>
                <a:cs typeface="Trebuchet MS" panose="020B0603020202020204"/>
              </a:rPr>
              <a:t>It’s</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a</a:t>
            </a:r>
            <a:r>
              <a:rPr sz="2000" spc="-40"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statement</a:t>
            </a:r>
            <a:r>
              <a:rPr sz="2000" spc="-95" dirty="0">
                <a:latin typeface="Trebuchet MS" panose="020B0603020202020204"/>
                <a:cs typeface="Trebuchet MS" panose="020B0603020202020204"/>
              </a:rPr>
              <a:t> </a:t>
            </a:r>
            <a:r>
              <a:rPr sz="2000" dirty="0">
                <a:latin typeface="Trebuchet MS" panose="020B0603020202020204"/>
                <a:cs typeface="Trebuchet MS" panose="020B0603020202020204"/>
              </a:rPr>
              <a:t>&amp;</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syntax</a:t>
            </a:r>
            <a:r>
              <a:rPr sz="2000" spc="-65"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oriented</a:t>
            </a:r>
            <a:r>
              <a:rPr sz="2000" spc="-85" dirty="0">
                <a:highlight>
                  <a:srgbClr val="FFFF00"/>
                </a:highlight>
                <a:latin typeface="Trebuchet MS" panose="020B0603020202020204"/>
                <a:cs typeface="Trebuchet MS" panose="020B0603020202020204"/>
              </a:rPr>
              <a:t> </a:t>
            </a:r>
            <a:r>
              <a:rPr sz="2000" spc="-10" dirty="0">
                <a:latin typeface="Trebuchet MS" panose="020B0603020202020204"/>
                <a:cs typeface="Trebuchet MS" panose="020B0603020202020204"/>
              </a:rPr>
              <a:t>language</a:t>
            </a:r>
            <a:endParaRPr sz="2000">
              <a:latin typeface="Trebuchet MS" panose="020B0603020202020204"/>
              <a:cs typeface="Trebuchet MS" panose="020B0603020202020204"/>
            </a:endParaRPr>
          </a:p>
          <a:p>
            <a:pPr marL="354965" indent="-342265">
              <a:lnSpc>
                <a:spcPct val="100000"/>
              </a:lnSpc>
              <a:spcBef>
                <a:spcPts val="1440"/>
              </a:spcBef>
              <a:buFont typeface="Wingdings" panose="05000000000000000000"/>
              <a:buChar char=""/>
              <a:tabLst>
                <a:tab pos="354965" algn="l"/>
              </a:tabLst>
            </a:pPr>
            <a:r>
              <a:rPr sz="2000" dirty="0">
                <a:latin typeface="Trebuchet MS" panose="020B0603020202020204"/>
                <a:cs typeface="Trebuchet MS" panose="020B0603020202020204"/>
              </a:rPr>
              <a:t>SQL</a:t>
            </a:r>
            <a:r>
              <a:rPr sz="2000" spc="-105" dirty="0">
                <a:latin typeface="Trebuchet MS" panose="020B0603020202020204"/>
                <a:cs typeface="Trebuchet MS" panose="020B0603020202020204"/>
              </a:rPr>
              <a:t> </a:t>
            </a:r>
            <a:r>
              <a:rPr sz="2000" dirty="0">
                <a:latin typeface="Trebuchet MS" panose="020B0603020202020204"/>
                <a:cs typeface="Trebuchet MS" panose="020B0603020202020204"/>
              </a:rPr>
              <a:t>is</a:t>
            </a:r>
            <a:r>
              <a:rPr sz="2000" spc="-20" dirty="0">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non</a:t>
            </a:r>
            <a:r>
              <a:rPr sz="2000" spc="-10" dirty="0">
                <a:latin typeface="Trebuchet MS" panose="020B0603020202020204"/>
                <a:cs typeface="Trebuchet MS" panose="020B0603020202020204"/>
              </a:rPr>
              <a:t>-</a:t>
            </a:r>
            <a:r>
              <a:rPr sz="2000" dirty="0">
                <a:highlight>
                  <a:srgbClr val="FFFF00"/>
                </a:highlight>
                <a:latin typeface="Trebuchet MS" panose="020B0603020202020204"/>
                <a:cs typeface="Trebuchet MS" panose="020B0603020202020204"/>
              </a:rPr>
              <a:t>procedural</a:t>
            </a:r>
            <a:r>
              <a:rPr sz="2000" spc="-65"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language</a:t>
            </a:r>
            <a:r>
              <a:rPr sz="2000" spc="-10" dirty="0">
                <a:latin typeface="Trebuchet MS" panose="020B0603020202020204"/>
                <a:cs typeface="Trebuchet MS" panose="020B0603020202020204"/>
              </a:rPr>
              <a:t>.</a:t>
            </a:r>
            <a:endParaRPr sz="2000">
              <a:latin typeface="Trebuchet MS" panose="020B0603020202020204"/>
              <a:cs typeface="Trebuchet MS" panose="020B0603020202020204"/>
            </a:endParaRPr>
          </a:p>
          <a:p>
            <a:pPr marL="355600" marR="5080" indent="-342900">
              <a:lnSpc>
                <a:spcPct val="140000"/>
              </a:lnSpc>
              <a:spcBef>
                <a:spcPts val="480"/>
              </a:spcBef>
              <a:buFont typeface="Wingdings" panose="05000000000000000000"/>
              <a:buChar char=""/>
              <a:tabLst>
                <a:tab pos="355600" algn="l"/>
              </a:tabLst>
            </a:pPr>
            <a:r>
              <a:rPr sz="2000" dirty="0">
                <a:latin typeface="Trebuchet MS" panose="020B0603020202020204"/>
                <a:cs typeface="Trebuchet MS" panose="020B0603020202020204"/>
              </a:rPr>
              <a:t>SQL</a:t>
            </a:r>
            <a:r>
              <a:rPr sz="2000" spc="-95" dirty="0">
                <a:latin typeface="Trebuchet MS" panose="020B0603020202020204"/>
                <a:cs typeface="Trebuchet MS" panose="020B0603020202020204"/>
              </a:rPr>
              <a:t> </a:t>
            </a:r>
            <a:r>
              <a:rPr sz="2000" dirty="0">
                <a:latin typeface="Trebuchet MS" panose="020B0603020202020204"/>
                <a:cs typeface="Trebuchet MS" panose="020B0603020202020204"/>
              </a:rPr>
              <a:t>is</a:t>
            </a:r>
            <a:r>
              <a:rPr sz="2000" spc="-5" dirty="0">
                <a:latin typeface="Trebuchet MS" panose="020B0603020202020204"/>
                <a:cs typeface="Trebuchet MS" panose="020B0603020202020204"/>
              </a:rPr>
              <a:t> </a:t>
            </a:r>
            <a:r>
              <a:rPr sz="2000" dirty="0">
                <a:latin typeface="Trebuchet MS" panose="020B0603020202020204"/>
                <a:cs typeface="Trebuchet MS" panose="020B0603020202020204"/>
              </a:rPr>
              <a:t>used</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25"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Creating</a:t>
            </a:r>
            <a:r>
              <a:rPr sz="2000" spc="-4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a:t>
            </a:r>
            <a:r>
              <a:rPr sz="2000" spc="-2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maintaining</a:t>
            </a:r>
            <a:r>
              <a:rPr sz="2000" spc="-6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a:t>
            </a:r>
            <a:r>
              <a:rPr sz="2000" spc="-1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Manipulating</a:t>
            </a:r>
            <a:r>
              <a:rPr sz="2000" spc="-5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data</a:t>
            </a:r>
            <a:r>
              <a:rPr sz="2000" spc="-3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&amp;</a:t>
            </a:r>
            <a:r>
              <a:rPr sz="2000" spc="-10" dirty="0">
                <a:highlight>
                  <a:srgbClr val="FFFF00"/>
                </a:highlight>
                <a:latin typeface="Trebuchet MS" panose="020B0603020202020204"/>
                <a:cs typeface="Trebuchet MS" panose="020B0603020202020204"/>
              </a:rPr>
              <a:t> Controlling database.</a:t>
            </a:r>
            <a:endParaRPr sz="2000" spc="-10" dirty="0">
              <a:highlight>
                <a:srgbClr val="FFFF00"/>
              </a:highlight>
              <a:latin typeface="Trebuchet MS" panose="020B0603020202020204"/>
              <a:cs typeface="Trebuchet MS" panose="020B0603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2861310">
              <a:lnSpc>
                <a:spcPct val="100000"/>
              </a:lnSpc>
              <a:spcBef>
                <a:spcPts val="100"/>
              </a:spcBef>
            </a:pPr>
            <a:r>
              <a:rPr sz="4400" dirty="0"/>
              <a:t>What</a:t>
            </a:r>
            <a:r>
              <a:rPr sz="4400" spc="-85" dirty="0"/>
              <a:t> </a:t>
            </a:r>
            <a:r>
              <a:rPr sz="4400" dirty="0"/>
              <a:t>is</a:t>
            </a:r>
            <a:r>
              <a:rPr sz="4400" spc="-75" dirty="0"/>
              <a:t> </a:t>
            </a:r>
            <a:r>
              <a:rPr sz="4400" spc="-20" dirty="0"/>
              <a:t>SQL?</a:t>
            </a:r>
            <a:endParaRPr sz="4400"/>
          </a:p>
        </p:txBody>
      </p:sp>
      <p:sp>
        <p:nvSpPr>
          <p:cNvPr id="3" name="object 3"/>
          <p:cNvSpPr txBox="1"/>
          <p:nvPr/>
        </p:nvSpPr>
        <p:spPr>
          <a:xfrm>
            <a:off x="269240" y="1546606"/>
            <a:ext cx="8683625" cy="4477385"/>
          </a:xfrm>
          <a:prstGeom prst="rect">
            <a:avLst/>
          </a:prstGeom>
        </p:spPr>
        <p:txBody>
          <a:bodyPr vert="horz" wrap="square" lIns="0" tIns="13335" rIns="0" bIns="0" rtlCol="0">
            <a:spAutoFit/>
          </a:bodyPr>
          <a:lstStyle/>
          <a:p>
            <a:pPr marL="354965" indent="-342265">
              <a:lnSpc>
                <a:spcPct val="100000"/>
              </a:lnSpc>
              <a:spcBef>
                <a:spcPts val="105"/>
              </a:spcBef>
              <a:buFont typeface="Wingdings" panose="05000000000000000000"/>
              <a:buChar char=""/>
              <a:tabLst>
                <a:tab pos="354965" algn="l"/>
              </a:tabLst>
            </a:pPr>
            <a:r>
              <a:rPr sz="2000" dirty="0">
                <a:latin typeface="Trebuchet MS" panose="020B0603020202020204"/>
                <a:cs typeface="Trebuchet MS" panose="020B0603020202020204"/>
              </a:rPr>
              <a:t>SQL</a:t>
            </a:r>
            <a:r>
              <a:rPr sz="2000" spc="-90" dirty="0">
                <a:latin typeface="Trebuchet MS" panose="020B0603020202020204"/>
                <a:cs typeface="Trebuchet MS" panose="020B0603020202020204"/>
              </a:rPr>
              <a:t> </a:t>
            </a:r>
            <a:r>
              <a:rPr sz="2000" dirty="0">
                <a:latin typeface="Trebuchet MS" panose="020B0603020202020204"/>
                <a:cs typeface="Trebuchet MS" panose="020B0603020202020204"/>
              </a:rPr>
              <a:t>is</a:t>
            </a:r>
            <a:r>
              <a:rPr sz="2000" spc="-10" dirty="0">
                <a:latin typeface="Trebuchet MS" panose="020B0603020202020204"/>
                <a:cs typeface="Trebuchet MS" panose="020B0603020202020204"/>
              </a:rPr>
              <a:t> </a:t>
            </a:r>
            <a:r>
              <a:rPr sz="2000" dirty="0">
                <a:latin typeface="Trebuchet MS" panose="020B0603020202020204"/>
                <a:cs typeface="Trebuchet MS" panose="020B0603020202020204"/>
              </a:rPr>
              <a:t>so</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much</a:t>
            </a:r>
            <a:r>
              <a:rPr sz="2000" spc="-40"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powerful</a:t>
            </a:r>
            <a:r>
              <a:rPr sz="2000" spc="-50" dirty="0">
                <a:highlight>
                  <a:srgbClr val="FFFF00"/>
                </a:highlight>
                <a:latin typeface="Trebuchet MS" panose="020B0603020202020204"/>
                <a:cs typeface="Trebuchet MS" panose="020B0603020202020204"/>
              </a:rPr>
              <a:t> </a:t>
            </a:r>
            <a:r>
              <a:rPr sz="2000" dirty="0">
                <a:latin typeface="Trebuchet MS" panose="020B0603020202020204"/>
                <a:cs typeface="Trebuchet MS" panose="020B0603020202020204"/>
              </a:rPr>
              <a:t>in</a:t>
            </a:r>
            <a:r>
              <a:rPr sz="2000" spc="-15"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handling</a:t>
            </a:r>
            <a:r>
              <a:rPr sz="2000" spc="-5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data</a:t>
            </a:r>
            <a:r>
              <a:rPr sz="2000" spc="-2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and</a:t>
            </a:r>
            <a:r>
              <a:rPr sz="2000" spc="-4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various</a:t>
            </a:r>
            <a:r>
              <a:rPr sz="2000" spc="-3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database</a:t>
            </a:r>
            <a:r>
              <a:rPr sz="2000" spc="-55"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objects.</a:t>
            </a:r>
            <a:endParaRPr sz="2000">
              <a:highlight>
                <a:srgbClr val="FFFF00"/>
              </a:highlight>
              <a:latin typeface="Trebuchet MS" panose="020B0603020202020204"/>
              <a:cs typeface="Trebuchet MS" panose="020B0603020202020204"/>
            </a:endParaRPr>
          </a:p>
          <a:p>
            <a:pPr marL="355600" marR="5715" indent="-342900">
              <a:lnSpc>
                <a:spcPct val="140000"/>
              </a:lnSpc>
              <a:spcBef>
                <a:spcPts val="480"/>
              </a:spcBef>
              <a:buFont typeface="Wingdings" panose="05000000000000000000"/>
              <a:buChar char=""/>
              <a:tabLst>
                <a:tab pos="355600" algn="l"/>
              </a:tabLst>
            </a:pPr>
            <a:r>
              <a:rPr sz="2000" dirty="0">
                <a:latin typeface="Trebuchet MS" panose="020B0603020202020204"/>
                <a:cs typeface="Trebuchet MS" panose="020B0603020202020204"/>
              </a:rPr>
              <a:t>But,</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there</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is</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lack</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some</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of</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basic</a:t>
            </a:r>
            <a:r>
              <a:rPr sz="2000" spc="40" dirty="0">
                <a:latin typeface="Trebuchet MS" panose="020B0603020202020204"/>
                <a:cs typeface="Trebuchet MS" panose="020B0603020202020204"/>
              </a:rPr>
              <a:t> </a:t>
            </a:r>
            <a:r>
              <a:rPr sz="2000" spc="4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functionalities</a:t>
            </a:r>
            <a:r>
              <a:rPr sz="2000" spc="4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provided</a:t>
            </a:r>
            <a:r>
              <a:rPr sz="2000" spc="4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by</a:t>
            </a:r>
            <a:r>
              <a:rPr sz="2000" spc="45"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other </a:t>
            </a:r>
            <a:r>
              <a:rPr sz="2000" dirty="0">
                <a:highlight>
                  <a:srgbClr val="FFFF00"/>
                </a:highlight>
                <a:latin typeface="Trebuchet MS" panose="020B0603020202020204"/>
                <a:cs typeface="Trebuchet MS" panose="020B0603020202020204"/>
              </a:rPr>
              <a:t>programming</a:t>
            </a:r>
            <a:r>
              <a:rPr sz="2000" spc="-60"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language.</a:t>
            </a:r>
            <a:endParaRPr sz="2000">
              <a:highlight>
                <a:srgbClr val="FFFF00"/>
              </a:highlight>
              <a:latin typeface="Trebuchet MS" panose="020B0603020202020204"/>
              <a:cs typeface="Trebuchet MS" panose="020B0603020202020204"/>
            </a:endParaRPr>
          </a:p>
          <a:p>
            <a:pPr marL="355600" marR="6985" indent="-342900">
              <a:lnSpc>
                <a:spcPct val="140000"/>
              </a:lnSpc>
              <a:spcBef>
                <a:spcPts val="480"/>
              </a:spcBef>
              <a:buFont typeface="Wingdings" panose="05000000000000000000"/>
              <a:buChar char=""/>
              <a:tabLst>
                <a:tab pos="355600" algn="l"/>
              </a:tabLst>
            </a:pPr>
            <a:r>
              <a:rPr sz="2000" dirty="0">
                <a:latin typeface="Trebuchet MS" panose="020B0603020202020204"/>
                <a:cs typeface="Trebuchet MS" panose="020B0603020202020204"/>
              </a:rPr>
              <a:t>For</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example,</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SQL</a:t>
            </a:r>
            <a:r>
              <a:rPr sz="2000" spc="-15" dirty="0">
                <a:latin typeface="Trebuchet MS" panose="020B0603020202020204"/>
                <a:cs typeface="Trebuchet MS" panose="020B0603020202020204"/>
              </a:rPr>
              <a:t> </a:t>
            </a:r>
            <a:r>
              <a:rPr sz="2000" dirty="0">
                <a:latin typeface="Trebuchet MS" panose="020B0603020202020204"/>
                <a:cs typeface="Trebuchet MS" panose="020B0603020202020204"/>
              </a:rPr>
              <a:t>does</a:t>
            </a:r>
            <a:r>
              <a:rPr sz="2000" spc="65" dirty="0">
                <a:latin typeface="Trebuchet MS" panose="020B0603020202020204"/>
                <a:cs typeface="Trebuchet MS" panose="020B0603020202020204"/>
              </a:rPr>
              <a:t> </a:t>
            </a:r>
            <a:r>
              <a:rPr sz="2000" dirty="0">
                <a:latin typeface="Trebuchet MS" panose="020B0603020202020204"/>
                <a:cs typeface="Trebuchet MS" panose="020B0603020202020204"/>
              </a:rPr>
              <a:t>not</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provide</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basic</a:t>
            </a:r>
            <a:r>
              <a:rPr sz="2000" spc="60" dirty="0">
                <a:latin typeface="Trebuchet MS" panose="020B0603020202020204"/>
                <a:cs typeface="Trebuchet MS" panose="020B0603020202020204"/>
              </a:rPr>
              <a:t> </a:t>
            </a:r>
            <a:r>
              <a:rPr sz="2000" dirty="0">
                <a:latin typeface="Trebuchet MS" panose="020B0603020202020204"/>
                <a:cs typeface="Trebuchet MS" panose="020B0603020202020204"/>
              </a:rPr>
              <a:t>procedural</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capabilities</a:t>
            </a:r>
            <a:r>
              <a:rPr sz="2000" spc="60" dirty="0">
                <a:latin typeface="Trebuchet MS" panose="020B0603020202020204"/>
                <a:cs typeface="Trebuchet MS" panose="020B0603020202020204"/>
              </a:rPr>
              <a:t> </a:t>
            </a:r>
            <a:r>
              <a:rPr sz="2000" dirty="0">
                <a:latin typeface="Trebuchet MS" panose="020B0603020202020204"/>
                <a:cs typeface="Trebuchet MS" panose="020B0603020202020204"/>
              </a:rPr>
              <a:t>such</a:t>
            </a:r>
            <a:r>
              <a:rPr sz="2000" spc="45" dirty="0">
                <a:latin typeface="Trebuchet MS" panose="020B0603020202020204"/>
                <a:cs typeface="Trebuchet MS" panose="020B0603020202020204"/>
              </a:rPr>
              <a:t> </a:t>
            </a:r>
            <a:r>
              <a:rPr sz="2000" spc="-25" dirty="0">
                <a:latin typeface="Trebuchet MS" panose="020B0603020202020204"/>
                <a:cs typeface="Trebuchet MS" panose="020B0603020202020204"/>
              </a:rPr>
              <a:t>as </a:t>
            </a:r>
            <a:r>
              <a:rPr sz="2000" dirty="0">
                <a:highlight>
                  <a:srgbClr val="FFFF00"/>
                </a:highlight>
                <a:latin typeface="Trebuchet MS" panose="020B0603020202020204"/>
                <a:cs typeface="Trebuchet MS" panose="020B0603020202020204"/>
              </a:rPr>
              <a:t>conditional</a:t>
            </a:r>
            <a:r>
              <a:rPr sz="2000" spc="-6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checking,</a:t>
            </a:r>
            <a:r>
              <a:rPr sz="2000" spc="-50"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branching</a:t>
            </a:r>
            <a:r>
              <a:rPr sz="2000" spc="-70" dirty="0">
                <a:latin typeface="Trebuchet MS" panose="020B0603020202020204"/>
                <a:cs typeface="Trebuchet MS" panose="020B0603020202020204"/>
              </a:rPr>
              <a:t> </a:t>
            </a:r>
            <a:r>
              <a:rPr sz="2000" dirty="0">
                <a:latin typeface="Trebuchet MS" panose="020B0603020202020204"/>
                <a:cs typeface="Trebuchet MS" panose="020B0603020202020204"/>
              </a:rPr>
              <a:t>and</a:t>
            </a:r>
            <a:r>
              <a:rPr sz="2000" spc="-30" dirty="0">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looping</a:t>
            </a:r>
            <a:r>
              <a:rPr sz="2000" spc="-10" dirty="0">
                <a:latin typeface="Trebuchet MS" panose="020B0603020202020204"/>
                <a:cs typeface="Trebuchet MS" panose="020B0603020202020204"/>
              </a:rPr>
              <a:t>.</a:t>
            </a:r>
            <a:endParaRPr sz="2000">
              <a:latin typeface="Trebuchet MS" panose="020B0603020202020204"/>
              <a:cs typeface="Trebuchet MS" panose="020B0603020202020204"/>
            </a:endParaRPr>
          </a:p>
          <a:p>
            <a:pPr marL="355600" marR="5080" indent="-342900">
              <a:lnSpc>
                <a:spcPct val="140000"/>
              </a:lnSpc>
              <a:spcBef>
                <a:spcPts val="480"/>
              </a:spcBef>
              <a:buFont typeface="Wingdings" panose="05000000000000000000"/>
              <a:buChar char=""/>
              <a:tabLst>
                <a:tab pos="355600" algn="l"/>
                <a:tab pos="1300480" algn="l"/>
                <a:tab pos="2459990" algn="l"/>
                <a:tab pos="3477895" algn="l"/>
                <a:tab pos="4989195" algn="l"/>
                <a:tab pos="6257290" algn="l"/>
                <a:tab pos="6593840" algn="l"/>
                <a:tab pos="7996555" algn="l"/>
              </a:tabLst>
            </a:pPr>
            <a:r>
              <a:rPr sz="2000" spc="-10" dirty="0">
                <a:latin typeface="Trebuchet MS" panose="020B0603020202020204"/>
                <a:cs typeface="Trebuchet MS" panose="020B0603020202020204"/>
              </a:rPr>
              <a:t>Oracle</a:t>
            </a:r>
            <a:r>
              <a:rPr sz="2000" dirty="0">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provides</a:t>
            </a:r>
            <a:r>
              <a:rPr sz="2000" dirty="0">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PL/SQL</a:t>
            </a:r>
            <a:r>
              <a:rPr sz="2000" dirty="0">
                <a:latin typeface="Trebuchet MS" panose="020B0603020202020204"/>
                <a:cs typeface="Trebuchet MS" panose="020B0603020202020204"/>
              </a:rPr>
              <a:t>	</a:t>
            </a:r>
            <a:r>
              <a:rPr sz="2000" spc="-10" dirty="0">
                <a:latin typeface="Trebuchet MS" panose="020B0603020202020204"/>
                <a:cs typeface="Trebuchet MS" panose="020B0603020202020204"/>
              </a:rPr>
              <a:t>(Procedural</a:t>
            </a:r>
            <a:r>
              <a:rPr sz="2000" dirty="0">
                <a:latin typeface="Trebuchet MS" panose="020B0603020202020204"/>
                <a:cs typeface="Trebuchet MS" panose="020B0603020202020204"/>
              </a:rPr>
              <a:t>	</a:t>
            </a:r>
            <a:r>
              <a:rPr sz="2000" spc="-10" dirty="0">
                <a:latin typeface="Trebuchet MS" panose="020B0603020202020204"/>
                <a:cs typeface="Trebuchet MS" panose="020B0603020202020204"/>
              </a:rPr>
              <a:t>Language</a:t>
            </a:r>
            <a:r>
              <a:rPr sz="2000" dirty="0">
                <a:latin typeface="Trebuchet MS" panose="020B0603020202020204"/>
                <a:cs typeface="Trebuchet MS" panose="020B0603020202020204"/>
              </a:rPr>
              <a:t>	</a:t>
            </a:r>
            <a:r>
              <a:rPr sz="2000" spc="-50" dirty="0">
                <a:latin typeface="Trebuchet MS" panose="020B0603020202020204"/>
                <a:cs typeface="Trebuchet MS" panose="020B0603020202020204"/>
              </a:rPr>
              <a:t>/</a:t>
            </a:r>
            <a:r>
              <a:rPr sz="2000" dirty="0">
                <a:latin typeface="Trebuchet MS" panose="020B0603020202020204"/>
                <a:cs typeface="Trebuchet MS" panose="020B0603020202020204"/>
              </a:rPr>
              <a:t>	</a:t>
            </a:r>
            <a:r>
              <a:rPr sz="2000" spc="-10" dirty="0">
                <a:latin typeface="Trebuchet MS" panose="020B0603020202020204"/>
                <a:cs typeface="Trebuchet MS" panose="020B0603020202020204"/>
              </a:rPr>
              <a:t>Structured</a:t>
            </a:r>
            <a:r>
              <a:rPr sz="2000" dirty="0">
                <a:latin typeface="Trebuchet MS" panose="020B0603020202020204"/>
                <a:cs typeface="Trebuchet MS" panose="020B0603020202020204"/>
              </a:rPr>
              <a:t>	</a:t>
            </a:r>
            <a:r>
              <a:rPr sz="2000" spc="-10" dirty="0">
                <a:latin typeface="Trebuchet MS" panose="020B0603020202020204"/>
                <a:cs typeface="Trebuchet MS" panose="020B0603020202020204"/>
              </a:rPr>
              <a:t>Query </a:t>
            </a:r>
            <a:r>
              <a:rPr sz="2000" dirty="0">
                <a:latin typeface="Trebuchet MS" panose="020B0603020202020204"/>
                <a:cs typeface="Trebuchet MS" panose="020B0603020202020204"/>
              </a:rPr>
              <a:t>Language)</a:t>
            </a:r>
            <a:r>
              <a:rPr sz="2000" spc="-65"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15" dirty="0">
                <a:latin typeface="Trebuchet MS" panose="020B0603020202020204"/>
                <a:cs typeface="Trebuchet MS" panose="020B0603020202020204"/>
              </a:rPr>
              <a:t> </a:t>
            </a:r>
            <a:r>
              <a:rPr sz="2000" dirty="0">
                <a:latin typeface="Trebuchet MS" panose="020B0603020202020204"/>
                <a:cs typeface="Trebuchet MS" panose="020B0603020202020204"/>
              </a:rPr>
              <a:t>overcome</a:t>
            </a:r>
            <a:r>
              <a:rPr sz="2000" spc="-5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disadvantages</a:t>
            </a:r>
            <a:r>
              <a:rPr sz="2000" spc="-6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of</a:t>
            </a:r>
            <a:r>
              <a:rPr sz="2000" spc="-30" dirty="0">
                <a:highlight>
                  <a:srgbClr val="FFFF00"/>
                </a:highlight>
                <a:latin typeface="Trebuchet MS" panose="020B0603020202020204"/>
                <a:cs typeface="Trebuchet MS" panose="020B0603020202020204"/>
              </a:rPr>
              <a:t> </a:t>
            </a:r>
            <a:r>
              <a:rPr sz="2000" spc="-20" dirty="0">
                <a:highlight>
                  <a:srgbClr val="FFFF00"/>
                </a:highlight>
                <a:latin typeface="Trebuchet MS" panose="020B0603020202020204"/>
                <a:cs typeface="Trebuchet MS" panose="020B0603020202020204"/>
              </a:rPr>
              <a:t>SQL.</a:t>
            </a:r>
            <a:endParaRPr sz="2000">
              <a:highlight>
                <a:srgbClr val="FFFF00"/>
              </a:highlight>
              <a:latin typeface="Trebuchet MS" panose="020B0603020202020204"/>
              <a:cs typeface="Trebuchet MS" panose="020B0603020202020204"/>
            </a:endParaRPr>
          </a:p>
          <a:p>
            <a:pPr marL="355600" marR="5715" indent="-342900">
              <a:lnSpc>
                <a:spcPct val="140000"/>
              </a:lnSpc>
              <a:spcBef>
                <a:spcPts val="480"/>
              </a:spcBef>
              <a:buFont typeface="Wingdings" panose="05000000000000000000"/>
              <a:buChar char=""/>
              <a:tabLst>
                <a:tab pos="355600" algn="l"/>
              </a:tabLst>
            </a:pPr>
            <a:r>
              <a:rPr sz="2000" dirty="0">
                <a:latin typeface="Trebuchet MS" panose="020B0603020202020204"/>
                <a:cs typeface="Trebuchet MS" panose="020B0603020202020204"/>
              </a:rPr>
              <a:t>PL/SQL</a:t>
            </a:r>
            <a:r>
              <a:rPr sz="2000" spc="225" dirty="0">
                <a:latin typeface="Trebuchet MS" panose="020B0603020202020204"/>
                <a:cs typeface="Trebuchet MS" panose="020B0603020202020204"/>
              </a:rPr>
              <a:t> </a:t>
            </a:r>
            <a:r>
              <a:rPr sz="2000" dirty="0">
                <a:latin typeface="Trebuchet MS" panose="020B0603020202020204"/>
                <a:cs typeface="Trebuchet MS" panose="020B0603020202020204"/>
              </a:rPr>
              <a:t>supports</a:t>
            </a:r>
            <a:r>
              <a:rPr sz="2000" spc="295" dirty="0">
                <a:latin typeface="Trebuchet MS" panose="020B0603020202020204"/>
                <a:cs typeface="Trebuchet MS" panose="020B0603020202020204"/>
              </a:rPr>
              <a:t> </a:t>
            </a:r>
            <a:r>
              <a:rPr sz="2000" dirty="0">
                <a:latin typeface="Trebuchet MS" panose="020B0603020202020204"/>
                <a:cs typeface="Trebuchet MS" panose="020B0603020202020204"/>
              </a:rPr>
              <a:t>all</a:t>
            </a:r>
            <a:r>
              <a:rPr sz="2000" spc="280"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285"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functionalities</a:t>
            </a:r>
            <a:r>
              <a:rPr sz="2000" spc="28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provided</a:t>
            </a:r>
            <a:r>
              <a:rPr sz="2000" spc="290" dirty="0">
                <a:highlight>
                  <a:srgbClr val="FFFF00"/>
                </a:highlight>
                <a:latin typeface="Trebuchet MS" panose="020B0603020202020204"/>
                <a:cs typeface="Trebuchet MS" panose="020B0603020202020204"/>
              </a:rPr>
              <a:t> </a:t>
            </a:r>
            <a:r>
              <a:rPr sz="2000" dirty="0">
                <a:latin typeface="Trebuchet MS" panose="020B0603020202020204"/>
                <a:cs typeface="Trebuchet MS" panose="020B0603020202020204"/>
              </a:rPr>
              <a:t>by</a:t>
            </a:r>
            <a:r>
              <a:rPr sz="2000" spc="280"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SQL</a:t>
            </a:r>
            <a:r>
              <a:rPr sz="2000" spc="225" dirty="0">
                <a:highlight>
                  <a:srgbClr val="FFFF00"/>
                </a:highlight>
                <a:latin typeface="Trebuchet MS" panose="020B0603020202020204"/>
                <a:cs typeface="Trebuchet MS" panose="020B0603020202020204"/>
              </a:rPr>
              <a:t> </a:t>
            </a:r>
            <a:r>
              <a:rPr sz="2000" dirty="0">
                <a:latin typeface="Trebuchet MS" panose="020B0603020202020204"/>
                <a:cs typeface="Trebuchet MS" panose="020B0603020202020204"/>
              </a:rPr>
              <a:t>along</a:t>
            </a:r>
            <a:r>
              <a:rPr sz="2000" spc="285" dirty="0">
                <a:latin typeface="Trebuchet MS" panose="020B0603020202020204"/>
                <a:cs typeface="Trebuchet MS" panose="020B0603020202020204"/>
              </a:rPr>
              <a:t> </a:t>
            </a:r>
            <a:r>
              <a:rPr sz="2000" dirty="0">
                <a:latin typeface="Trebuchet MS" panose="020B0603020202020204"/>
                <a:cs typeface="Trebuchet MS" panose="020B0603020202020204"/>
              </a:rPr>
              <a:t>with</a:t>
            </a:r>
            <a:r>
              <a:rPr sz="2000" spc="285" dirty="0">
                <a:latin typeface="Trebuchet MS" panose="020B0603020202020204"/>
                <a:cs typeface="Trebuchet MS" panose="020B0603020202020204"/>
              </a:rPr>
              <a:t> </a:t>
            </a:r>
            <a:r>
              <a:rPr sz="2000" spc="-25" dirty="0">
                <a:latin typeface="Trebuchet MS" panose="020B0603020202020204"/>
                <a:cs typeface="Trebuchet MS" panose="020B0603020202020204"/>
              </a:rPr>
              <a:t>its </a:t>
            </a:r>
            <a:r>
              <a:rPr sz="2000" dirty="0">
                <a:latin typeface="Trebuchet MS" panose="020B0603020202020204"/>
                <a:cs typeface="Trebuchet MS" panose="020B0603020202020204"/>
              </a:rPr>
              <a:t>own</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procedural</a:t>
            </a:r>
            <a:r>
              <a:rPr sz="2000" spc="-65"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capabilities.</a:t>
            </a:r>
            <a:endParaRPr sz="2000">
              <a:latin typeface="Trebuchet MS" panose="020B0603020202020204"/>
              <a:cs typeface="Trebuchet MS" panose="020B0603020202020204"/>
            </a:endParaRPr>
          </a:p>
          <a:p>
            <a:pPr marL="354965" indent="-342265">
              <a:lnSpc>
                <a:spcPct val="100000"/>
              </a:lnSpc>
              <a:spcBef>
                <a:spcPts val="1440"/>
              </a:spcBef>
              <a:buFont typeface="Wingdings" panose="05000000000000000000"/>
              <a:buChar char=""/>
              <a:tabLst>
                <a:tab pos="354965" algn="l"/>
              </a:tabLst>
            </a:pPr>
            <a:r>
              <a:rPr sz="2000" dirty="0">
                <a:latin typeface="Trebuchet MS" panose="020B0603020202020204"/>
                <a:cs typeface="Trebuchet MS" panose="020B0603020202020204"/>
              </a:rPr>
              <a:t>Data</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definition</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statements</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are</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not</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allowed</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because</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PL/SQL</a:t>
            </a:r>
            <a:r>
              <a:rPr sz="2000" spc="455" dirty="0">
                <a:latin typeface="Trebuchet MS" panose="020B0603020202020204"/>
                <a:cs typeface="Trebuchet MS" panose="020B0603020202020204"/>
              </a:rPr>
              <a:t> </a:t>
            </a:r>
            <a:r>
              <a:rPr sz="2000" dirty="0">
                <a:latin typeface="Trebuchet MS" panose="020B0603020202020204"/>
                <a:cs typeface="Trebuchet MS" panose="020B0603020202020204"/>
              </a:rPr>
              <a:t>code</a:t>
            </a:r>
            <a:r>
              <a:rPr sz="2000" spc="-40" dirty="0">
                <a:latin typeface="Trebuchet MS" panose="020B0603020202020204"/>
                <a:cs typeface="Trebuchet MS" panose="020B0603020202020204"/>
              </a:rPr>
              <a:t>  </a:t>
            </a:r>
            <a:r>
              <a:rPr sz="2000" spc="-25" dirty="0">
                <a:latin typeface="Trebuchet MS" panose="020B0603020202020204"/>
                <a:cs typeface="Trebuchet MS" panose="020B0603020202020204"/>
              </a:rPr>
              <a:t>is</a:t>
            </a:r>
            <a:endParaRPr sz="2000">
              <a:latin typeface="Trebuchet MS" panose="020B0603020202020204"/>
              <a:cs typeface="Trebuchet MS" panose="020B0603020202020204"/>
            </a:endParaRPr>
          </a:p>
        </p:txBody>
      </p:sp>
      <p:sp>
        <p:nvSpPr>
          <p:cNvPr id="4" name="object 4"/>
          <p:cNvSpPr txBox="1"/>
          <p:nvPr/>
        </p:nvSpPr>
        <p:spPr>
          <a:xfrm>
            <a:off x="612140" y="6119571"/>
            <a:ext cx="7520940" cy="330835"/>
          </a:xfrm>
          <a:prstGeom prst="rect">
            <a:avLst/>
          </a:prstGeom>
        </p:spPr>
        <p:txBody>
          <a:bodyPr vert="horz" wrap="square" lIns="0" tIns="12700" rIns="0" bIns="0" rtlCol="0">
            <a:spAutoFit/>
          </a:bodyPr>
          <a:lstStyle/>
          <a:p>
            <a:pPr marL="12700">
              <a:lnSpc>
                <a:spcPct val="100000"/>
              </a:lnSpc>
              <a:spcBef>
                <a:spcPts val="100"/>
              </a:spcBef>
            </a:pPr>
            <a:r>
              <a:rPr sz="2000" dirty="0">
                <a:highlight>
                  <a:srgbClr val="FFFF00"/>
                </a:highlight>
                <a:latin typeface="Trebuchet MS" panose="020B0603020202020204"/>
                <a:cs typeface="Trebuchet MS" panose="020B0603020202020204"/>
              </a:rPr>
              <a:t>compile</a:t>
            </a:r>
            <a:r>
              <a:rPr sz="2000" spc="-40" dirty="0">
                <a:highlight>
                  <a:srgbClr val="FFFF00"/>
                </a:highlight>
                <a:latin typeface="Trebuchet MS" panose="020B0603020202020204"/>
                <a:cs typeface="Trebuchet MS" panose="020B0603020202020204"/>
              </a:rPr>
              <a:t> </a:t>
            </a:r>
            <a:r>
              <a:rPr sz="2000" dirty="0">
                <a:latin typeface="Trebuchet MS" panose="020B0603020202020204"/>
                <a:cs typeface="Trebuchet MS" panose="020B0603020202020204"/>
              </a:rPr>
              <a:t>time.</a:t>
            </a:r>
            <a:r>
              <a:rPr sz="2000" spc="-25"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So,</a:t>
            </a:r>
            <a:r>
              <a:rPr sz="2000" spc="-1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it</a:t>
            </a:r>
            <a:r>
              <a:rPr sz="2000" spc="-1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cannot</a:t>
            </a:r>
            <a:r>
              <a:rPr sz="2000" spc="-5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refer</a:t>
            </a:r>
            <a:r>
              <a:rPr sz="2000" spc="-3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to</a:t>
            </a:r>
            <a:r>
              <a:rPr sz="2000" spc="-2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objects</a:t>
            </a:r>
            <a:r>
              <a:rPr sz="2000" spc="-3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that</a:t>
            </a:r>
            <a:r>
              <a:rPr sz="2000" spc="-4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do</a:t>
            </a:r>
            <a:r>
              <a:rPr sz="2000" spc="-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not</a:t>
            </a:r>
            <a:r>
              <a:rPr sz="2000" spc="-3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ye</a:t>
            </a:r>
            <a:r>
              <a:rPr sz="2000" dirty="0">
                <a:latin typeface="Trebuchet MS" panose="020B0603020202020204"/>
                <a:cs typeface="Trebuchet MS" panose="020B0603020202020204"/>
              </a:rPr>
              <a:t>t</a:t>
            </a:r>
            <a:r>
              <a:rPr sz="2000" spc="-15" dirty="0">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exist</a:t>
            </a:r>
            <a:r>
              <a:rPr sz="2000" spc="-10" dirty="0">
                <a:latin typeface="Trebuchet MS" panose="020B0603020202020204"/>
                <a:cs typeface="Trebuchet MS" panose="020B0603020202020204"/>
              </a:rPr>
              <a:t>.</a:t>
            </a:r>
            <a:endParaRPr sz="2000">
              <a:latin typeface="Trebuchet MS" panose="020B0603020202020204"/>
              <a:cs typeface="Trebuchet MS" panose="020B0603020202020204"/>
            </a:endParaRPr>
          </a:p>
        </p:txBody>
      </p:sp>
      <p:sp>
        <p:nvSpPr>
          <p:cNvPr id="5" name="object 5"/>
          <p:cNvSpPr txBox="1"/>
          <p:nvPr/>
        </p:nvSpPr>
        <p:spPr>
          <a:xfrm>
            <a:off x="8483345" y="6273495"/>
            <a:ext cx="125095" cy="239395"/>
          </a:xfrm>
          <a:prstGeom prst="rect">
            <a:avLst/>
          </a:prstGeom>
        </p:spPr>
        <p:txBody>
          <a:bodyPr vert="horz" wrap="square" lIns="0" tIns="12700" rIns="0" bIns="0" rtlCol="0">
            <a:spAutoFit/>
          </a:bodyPr>
          <a:lstStyle/>
          <a:p>
            <a:pPr marL="12700">
              <a:lnSpc>
                <a:spcPct val="100000"/>
              </a:lnSpc>
              <a:spcBef>
                <a:spcPts val="100"/>
              </a:spcBef>
            </a:pPr>
            <a:r>
              <a:rPr sz="1400" spc="-50" dirty="0">
                <a:latin typeface="Arial MT"/>
                <a:cs typeface="Arial MT"/>
              </a:rPr>
              <a:t>4</a:t>
            </a:r>
            <a:endParaRPr sz="140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2077720">
              <a:lnSpc>
                <a:spcPct val="100000"/>
              </a:lnSpc>
              <a:spcBef>
                <a:spcPts val="100"/>
              </a:spcBef>
            </a:pPr>
            <a:r>
              <a:rPr sz="4400" dirty="0"/>
              <a:t>Advantages</a:t>
            </a:r>
            <a:r>
              <a:rPr sz="4400" spc="-170" dirty="0"/>
              <a:t> </a:t>
            </a:r>
            <a:r>
              <a:rPr sz="4400" dirty="0"/>
              <a:t>Of</a:t>
            </a:r>
            <a:r>
              <a:rPr sz="4400" spc="-150" dirty="0"/>
              <a:t> </a:t>
            </a:r>
            <a:r>
              <a:rPr sz="4400" spc="-25" dirty="0"/>
              <a:t>SQL</a:t>
            </a:r>
            <a:endParaRPr sz="4400"/>
          </a:p>
        </p:txBody>
      </p:sp>
      <p:sp>
        <p:nvSpPr>
          <p:cNvPr id="3" name="object 3"/>
          <p:cNvSpPr txBox="1"/>
          <p:nvPr/>
        </p:nvSpPr>
        <p:spPr>
          <a:xfrm>
            <a:off x="269240" y="1354455"/>
            <a:ext cx="6069965" cy="2604770"/>
          </a:xfrm>
          <a:prstGeom prst="rect">
            <a:avLst/>
          </a:prstGeom>
        </p:spPr>
        <p:txBody>
          <a:bodyPr vert="horz" wrap="square" lIns="0" tIns="147320" rIns="0" bIns="0" rtlCol="0">
            <a:noAutofit/>
          </a:bodyPr>
          <a:lstStyle/>
          <a:p>
            <a:pPr marL="354965" indent="-342265">
              <a:lnSpc>
                <a:spcPct val="100000"/>
              </a:lnSpc>
              <a:spcBef>
                <a:spcPts val="1160"/>
              </a:spcBef>
              <a:buFont typeface="Wingdings" panose="05000000000000000000"/>
              <a:buChar char=""/>
              <a:tabLst>
                <a:tab pos="354965" algn="l"/>
              </a:tabLst>
            </a:pPr>
            <a:r>
              <a:rPr sz="2000" b="1" dirty="0">
                <a:latin typeface="Trebuchet MS" panose="020B0603020202020204"/>
                <a:cs typeface="Trebuchet MS" panose="020B0603020202020204"/>
              </a:rPr>
              <a:t>SQL</a:t>
            </a:r>
            <a:r>
              <a:rPr sz="2000" b="1" spc="-90" dirty="0">
                <a:latin typeface="Trebuchet MS" panose="020B0603020202020204"/>
                <a:cs typeface="Trebuchet MS" panose="020B0603020202020204"/>
              </a:rPr>
              <a:t> </a:t>
            </a:r>
            <a:r>
              <a:rPr sz="2000" b="1" dirty="0">
                <a:latin typeface="Trebuchet MS" panose="020B0603020202020204"/>
                <a:cs typeface="Trebuchet MS" panose="020B0603020202020204"/>
              </a:rPr>
              <a:t>is</a:t>
            </a:r>
            <a:r>
              <a:rPr sz="2000" b="1" spc="-25" dirty="0">
                <a:latin typeface="Trebuchet MS" panose="020B0603020202020204"/>
                <a:cs typeface="Trebuchet MS" panose="020B0603020202020204"/>
              </a:rPr>
              <a:t> </a:t>
            </a:r>
            <a:r>
              <a:rPr sz="2000" b="1" dirty="0">
                <a:latin typeface="Trebuchet MS" panose="020B0603020202020204"/>
                <a:cs typeface="Trebuchet MS" panose="020B0603020202020204"/>
              </a:rPr>
              <a:t>widely</a:t>
            </a:r>
            <a:r>
              <a:rPr sz="2000" b="1" spc="-30" dirty="0">
                <a:latin typeface="Trebuchet MS" panose="020B0603020202020204"/>
                <a:cs typeface="Trebuchet MS" panose="020B0603020202020204"/>
              </a:rPr>
              <a:t> </a:t>
            </a:r>
            <a:r>
              <a:rPr sz="2000" b="1" dirty="0">
                <a:latin typeface="Trebuchet MS" panose="020B0603020202020204"/>
                <a:cs typeface="Trebuchet MS" panose="020B0603020202020204"/>
              </a:rPr>
              <a:t>popular</a:t>
            </a:r>
            <a:r>
              <a:rPr sz="2000" b="1" spc="-20" dirty="0">
                <a:latin typeface="Trebuchet MS" panose="020B0603020202020204"/>
                <a:cs typeface="Trebuchet MS" panose="020B0603020202020204"/>
              </a:rPr>
              <a:t> </a:t>
            </a:r>
            <a:r>
              <a:rPr sz="2000" b="1" dirty="0">
                <a:latin typeface="Trebuchet MS" panose="020B0603020202020204"/>
                <a:cs typeface="Trebuchet MS" panose="020B0603020202020204"/>
              </a:rPr>
              <a:t>because</a:t>
            </a:r>
            <a:r>
              <a:rPr sz="2000" b="1" spc="-25" dirty="0">
                <a:latin typeface="Trebuchet MS" panose="020B0603020202020204"/>
                <a:cs typeface="Trebuchet MS" panose="020B0603020202020204"/>
              </a:rPr>
              <a:t> </a:t>
            </a:r>
            <a:r>
              <a:rPr sz="2000" b="1" dirty="0">
                <a:latin typeface="Trebuchet MS" panose="020B0603020202020204"/>
                <a:cs typeface="Trebuchet MS" panose="020B0603020202020204"/>
              </a:rPr>
              <a:t>it</a:t>
            </a:r>
            <a:r>
              <a:rPr sz="2000" b="1" spc="-10" dirty="0">
                <a:latin typeface="Trebuchet MS" panose="020B0603020202020204"/>
                <a:cs typeface="Trebuchet MS" panose="020B0603020202020204"/>
              </a:rPr>
              <a:t> </a:t>
            </a:r>
            <a:r>
              <a:rPr sz="2000" b="1" dirty="0">
                <a:latin typeface="Trebuchet MS" panose="020B0603020202020204"/>
                <a:cs typeface="Trebuchet MS" panose="020B0603020202020204"/>
              </a:rPr>
              <a:t>offers</a:t>
            </a:r>
            <a:r>
              <a:rPr sz="2000" b="1" spc="-35" dirty="0">
                <a:latin typeface="Trebuchet MS" panose="020B0603020202020204"/>
                <a:cs typeface="Trebuchet MS" panose="020B0603020202020204"/>
              </a:rPr>
              <a:t> </a:t>
            </a:r>
            <a:r>
              <a:rPr sz="2000" b="1" dirty="0">
                <a:latin typeface="Trebuchet MS" panose="020B0603020202020204"/>
                <a:cs typeface="Trebuchet MS" panose="020B0603020202020204"/>
              </a:rPr>
              <a:t>the</a:t>
            </a:r>
            <a:r>
              <a:rPr sz="2000" b="1" spc="-25" dirty="0">
                <a:latin typeface="Trebuchet MS" panose="020B0603020202020204"/>
                <a:cs typeface="Trebuchet MS" panose="020B0603020202020204"/>
              </a:rPr>
              <a:t> </a:t>
            </a:r>
            <a:r>
              <a:rPr sz="2000" b="1" dirty="0">
                <a:latin typeface="Trebuchet MS" panose="020B0603020202020204"/>
                <a:cs typeface="Trebuchet MS" panose="020B0603020202020204"/>
              </a:rPr>
              <a:t>following</a:t>
            </a:r>
            <a:r>
              <a:rPr sz="2000" b="1" spc="-35" dirty="0">
                <a:latin typeface="Trebuchet MS" panose="020B0603020202020204"/>
                <a:cs typeface="Trebuchet MS" panose="020B0603020202020204"/>
              </a:rPr>
              <a:t> </a:t>
            </a:r>
            <a:r>
              <a:rPr sz="2000" b="1" spc="-50" dirty="0">
                <a:latin typeface="Trebuchet MS" panose="020B0603020202020204"/>
                <a:cs typeface="Trebuchet MS" panose="020B0603020202020204"/>
              </a:rPr>
              <a:t>−</a:t>
            </a:r>
            <a:endParaRPr sz="2000">
              <a:latin typeface="Trebuchet MS" panose="020B0603020202020204"/>
              <a:cs typeface="Trebuchet MS" panose="020B0603020202020204"/>
            </a:endParaRPr>
          </a:p>
          <a:p>
            <a:pPr marL="756285" lvl="1" indent="-286385">
              <a:lnSpc>
                <a:spcPct val="100000"/>
              </a:lnSpc>
              <a:spcBef>
                <a:spcPts val="960"/>
              </a:spcBef>
              <a:buFont typeface="Wingdings" panose="05000000000000000000"/>
              <a:buChar char=""/>
              <a:tabLst>
                <a:tab pos="756285" algn="l"/>
              </a:tabLst>
            </a:pPr>
            <a:r>
              <a:rPr sz="1800" dirty="0">
                <a:latin typeface="Trebuchet MS" panose="020B0603020202020204"/>
                <a:cs typeface="Trebuchet MS" panose="020B0603020202020204"/>
              </a:rPr>
              <a:t>Allows</a:t>
            </a:r>
            <a:r>
              <a:rPr sz="1800" spc="-60" dirty="0">
                <a:latin typeface="Trebuchet MS" panose="020B0603020202020204"/>
                <a:cs typeface="Trebuchet MS" panose="020B0603020202020204"/>
              </a:rPr>
              <a:t> </a:t>
            </a:r>
            <a:r>
              <a:rPr sz="1800" dirty="0">
                <a:latin typeface="Trebuchet MS" panose="020B0603020202020204"/>
                <a:cs typeface="Trebuchet MS" panose="020B0603020202020204"/>
              </a:rPr>
              <a:t>users</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access</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data</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in</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the</a:t>
            </a:r>
            <a:r>
              <a:rPr sz="1800" spc="-25" dirty="0">
                <a:highlight>
                  <a:srgbClr val="FFFF00"/>
                </a:highlight>
                <a:latin typeface="Trebuchet MS" panose="020B0603020202020204"/>
                <a:cs typeface="Trebuchet MS" panose="020B0603020202020204"/>
              </a:rPr>
              <a:t> </a:t>
            </a:r>
            <a:r>
              <a:rPr lang="en-US" altLang="en-US" sz="1800" spc="-25" dirty="0">
                <a:highlight>
                  <a:srgbClr val="FFFF00"/>
                </a:highlight>
                <a:latin typeface="Trebuchet MS" panose="020B0603020202020204"/>
                <a:cs typeface="Trebuchet MS" panose="020B0603020202020204"/>
              </a:rPr>
              <a:t>RDMS</a:t>
            </a:r>
            <a:r>
              <a:rPr sz="1800" spc="-10" dirty="0">
                <a:highlight>
                  <a:srgbClr val="FFFF00"/>
                </a:highlight>
                <a:latin typeface="Trebuchet MS" panose="020B0603020202020204"/>
                <a:cs typeface="Trebuchet MS" panose="020B0603020202020204"/>
              </a:rPr>
              <a:t>.</a:t>
            </a:r>
            <a:endParaRPr sz="1800">
              <a:highlight>
                <a:srgbClr val="FFFF00"/>
              </a:highlight>
              <a:latin typeface="Trebuchet MS" panose="020B0603020202020204"/>
              <a:cs typeface="Trebuchet MS" panose="020B0603020202020204"/>
            </a:endParaRPr>
          </a:p>
          <a:p>
            <a:pPr marL="755650" lvl="1" indent="-285750">
              <a:lnSpc>
                <a:spcPct val="100000"/>
              </a:lnSpc>
              <a:spcBef>
                <a:spcPts val="1295"/>
              </a:spcBef>
              <a:buFont typeface="Wingdings" panose="05000000000000000000"/>
              <a:buChar char=""/>
              <a:tabLst>
                <a:tab pos="755650" algn="l"/>
              </a:tabLst>
            </a:pPr>
            <a:r>
              <a:rPr sz="1800" dirty="0">
                <a:highlight>
                  <a:srgbClr val="FFFF00"/>
                </a:highlight>
                <a:latin typeface="Trebuchet MS" panose="020B0603020202020204"/>
                <a:cs typeface="Trebuchet MS" panose="020B0603020202020204"/>
              </a:rPr>
              <a:t>Allows</a:t>
            </a:r>
            <a:r>
              <a:rPr sz="1800" spc="-4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users</a:t>
            </a:r>
            <a:r>
              <a:rPr sz="1800" spc="-45"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to</a:t>
            </a:r>
            <a:r>
              <a:rPr sz="1800" spc="-3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describe</a:t>
            </a:r>
            <a:r>
              <a:rPr sz="1800" spc="-5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the</a:t>
            </a:r>
            <a:r>
              <a:rPr sz="1800" spc="-25" dirty="0">
                <a:highlight>
                  <a:srgbClr val="FFFF00"/>
                </a:highlight>
                <a:latin typeface="Trebuchet MS" panose="020B0603020202020204"/>
                <a:cs typeface="Trebuchet MS" panose="020B0603020202020204"/>
              </a:rPr>
              <a:t> </a:t>
            </a:r>
            <a:r>
              <a:rPr sz="1800" spc="-10" dirty="0">
                <a:highlight>
                  <a:srgbClr val="FFFF00"/>
                </a:highlight>
                <a:latin typeface="Trebuchet MS" panose="020B0603020202020204"/>
                <a:cs typeface="Trebuchet MS" panose="020B0603020202020204"/>
              </a:rPr>
              <a:t>data.</a:t>
            </a:r>
            <a:endParaRPr sz="1800">
              <a:highlight>
                <a:srgbClr val="FFFF00"/>
              </a:highlight>
              <a:latin typeface="Trebuchet MS" panose="020B0603020202020204"/>
              <a:cs typeface="Trebuchet MS" panose="020B0603020202020204"/>
            </a:endParaRPr>
          </a:p>
          <a:p>
            <a:pPr marL="755650" lvl="1" indent="-285750">
              <a:lnSpc>
                <a:spcPct val="100000"/>
              </a:lnSpc>
              <a:spcBef>
                <a:spcPts val="1300"/>
              </a:spcBef>
              <a:buFont typeface="Wingdings" panose="05000000000000000000"/>
              <a:buChar char=""/>
              <a:tabLst>
                <a:tab pos="755650" algn="l"/>
              </a:tabLst>
            </a:pPr>
            <a:r>
              <a:rPr sz="1800" dirty="0">
                <a:latin typeface="Trebuchet MS" panose="020B0603020202020204"/>
                <a:cs typeface="Trebuchet MS" panose="020B0603020202020204"/>
              </a:rPr>
              <a:t>Allows</a:t>
            </a:r>
            <a:r>
              <a:rPr sz="1800" spc="-55" dirty="0">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users</a:t>
            </a:r>
            <a:r>
              <a:rPr sz="1800" spc="-55"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to</a:t>
            </a:r>
            <a:r>
              <a:rPr sz="1800" spc="-4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define</a:t>
            </a:r>
            <a:r>
              <a:rPr sz="1800" spc="-4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the</a:t>
            </a:r>
            <a:r>
              <a:rPr sz="1800" spc="-35"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data</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in</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a</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database</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and</a:t>
            </a:r>
            <a:r>
              <a:rPr sz="1800" spc="-35"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manipulate</a:t>
            </a:r>
            <a:r>
              <a:rPr sz="1800" spc="-40" dirty="0">
                <a:highlight>
                  <a:srgbClr val="FFFF00"/>
                </a:highlight>
                <a:latin typeface="Trebuchet MS" panose="020B0603020202020204"/>
                <a:cs typeface="Trebuchet MS" panose="020B0603020202020204"/>
              </a:rPr>
              <a:t> </a:t>
            </a:r>
            <a:r>
              <a:rPr sz="1800" dirty="0">
                <a:latin typeface="Trebuchet MS" panose="020B0603020202020204"/>
                <a:cs typeface="Trebuchet MS" panose="020B0603020202020204"/>
              </a:rPr>
              <a:t>that</a:t>
            </a:r>
            <a:r>
              <a:rPr sz="1800" spc="-40" dirty="0">
                <a:latin typeface="Trebuchet MS" panose="020B0603020202020204"/>
                <a:cs typeface="Trebuchet MS" panose="020B0603020202020204"/>
              </a:rPr>
              <a:t> </a:t>
            </a:r>
            <a:r>
              <a:rPr sz="1800" spc="-10" dirty="0">
                <a:latin typeface="Trebuchet MS" panose="020B0603020202020204"/>
                <a:cs typeface="Trebuchet MS" panose="020B0603020202020204"/>
              </a:rPr>
              <a:t>data.</a:t>
            </a:r>
            <a:endParaRPr sz="1800">
              <a:latin typeface="Trebuchet MS" panose="020B0603020202020204"/>
              <a:cs typeface="Trebuchet MS" panose="020B0603020202020204"/>
            </a:endParaRPr>
          </a:p>
          <a:p>
            <a:pPr marL="755015" marR="5080" lvl="1" indent="-285750">
              <a:lnSpc>
                <a:spcPct val="140000"/>
              </a:lnSpc>
              <a:spcBef>
                <a:spcPts val="430"/>
              </a:spcBef>
              <a:buFont typeface="Wingdings" panose="05000000000000000000"/>
              <a:buChar char=""/>
              <a:tabLst>
                <a:tab pos="756285" algn="l"/>
              </a:tabLst>
            </a:pPr>
            <a:r>
              <a:rPr sz="1800" dirty="0">
                <a:latin typeface="Trebuchet MS" panose="020B0603020202020204"/>
                <a:cs typeface="Trebuchet MS" panose="020B0603020202020204"/>
              </a:rPr>
              <a:t>Allows</a:t>
            </a:r>
            <a:r>
              <a:rPr sz="1800" spc="65" dirty="0">
                <a:latin typeface="Trebuchet MS" panose="020B0603020202020204"/>
                <a:cs typeface="Trebuchet MS" panose="020B0603020202020204"/>
              </a:rPr>
              <a:t> </a:t>
            </a:r>
            <a:r>
              <a:rPr sz="1800" dirty="0">
                <a:latin typeface="Trebuchet MS" panose="020B0603020202020204"/>
                <a:cs typeface="Trebuchet MS" panose="020B0603020202020204"/>
              </a:rPr>
              <a:t>to </a:t>
            </a:r>
            <a:r>
              <a:rPr sz="1800" dirty="0">
                <a:highlight>
                  <a:srgbClr val="FFFF00"/>
                </a:highlight>
                <a:latin typeface="Trebuchet MS" panose="020B0603020202020204"/>
                <a:cs typeface="Trebuchet MS" panose="020B0603020202020204"/>
              </a:rPr>
              <a:t>embed</a:t>
            </a:r>
            <a:r>
              <a:rPr lang="en-US" altLang="en-US" sz="1800" dirty="0">
                <a:highlight>
                  <a:srgbClr val="FFFF00"/>
                </a:highlight>
                <a:latin typeface="Trebuchet MS" panose="020B0603020202020204"/>
                <a:cs typeface="Trebuchet MS" panose="020B0603020202020204"/>
              </a:rPr>
              <a:t>/integrate</a:t>
            </a:r>
            <a:r>
              <a:rPr sz="1800" spc="70" dirty="0">
                <a:latin typeface="Trebuchet MS" panose="020B0603020202020204"/>
                <a:cs typeface="Trebuchet MS" panose="020B0603020202020204"/>
              </a:rPr>
              <a:t> </a:t>
            </a:r>
            <a:r>
              <a:rPr sz="1800" dirty="0">
                <a:latin typeface="Trebuchet MS" panose="020B0603020202020204"/>
                <a:cs typeface="Trebuchet MS" panose="020B0603020202020204"/>
              </a:rPr>
              <a:t>within</a:t>
            </a:r>
            <a:r>
              <a:rPr sz="1800" spc="65" dirty="0">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other</a:t>
            </a:r>
            <a:r>
              <a:rPr sz="1800" spc="6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languages</a:t>
            </a:r>
            <a:r>
              <a:rPr sz="1800" spc="60" dirty="0">
                <a:highlight>
                  <a:srgbClr val="FFFF00"/>
                </a:highlight>
                <a:latin typeface="Trebuchet MS" panose="020B0603020202020204"/>
                <a:cs typeface="Trebuchet MS" panose="020B0603020202020204"/>
              </a:rPr>
              <a:t> </a:t>
            </a:r>
            <a:r>
              <a:rPr sz="1800" dirty="0">
                <a:latin typeface="Trebuchet MS" panose="020B0603020202020204"/>
                <a:cs typeface="Trebuchet MS" panose="020B0603020202020204"/>
              </a:rPr>
              <a:t>using SQL</a:t>
            </a:r>
            <a:r>
              <a:rPr sz="1800" spc="-10" dirty="0">
                <a:latin typeface="Trebuchet MS" panose="020B0603020202020204"/>
                <a:cs typeface="Trebuchet MS" panose="020B0603020202020204"/>
              </a:rPr>
              <a:t> </a:t>
            </a:r>
            <a:r>
              <a:rPr sz="1800" dirty="0">
                <a:latin typeface="Trebuchet MS" panose="020B0603020202020204"/>
                <a:cs typeface="Trebuchet MS" panose="020B0603020202020204"/>
              </a:rPr>
              <a:t>modules,</a:t>
            </a:r>
            <a:r>
              <a:rPr sz="1800" spc="70" dirty="0">
                <a:latin typeface="Trebuchet MS" panose="020B0603020202020204"/>
                <a:cs typeface="Trebuchet MS" panose="020B0603020202020204"/>
              </a:rPr>
              <a:t> </a:t>
            </a:r>
            <a:r>
              <a:rPr sz="1800" dirty="0">
                <a:latin typeface="Trebuchet MS" panose="020B0603020202020204"/>
                <a:cs typeface="Trebuchet MS" panose="020B0603020202020204"/>
              </a:rPr>
              <a:t>libraries</a:t>
            </a:r>
            <a:r>
              <a:rPr sz="1800" spc="65" dirty="0">
                <a:latin typeface="Trebuchet MS" panose="020B0603020202020204"/>
                <a:cs typeface="Trebuchet MS" panose="020B0603020202020204"/>
              </a:rPr>
              <a:t> </a:t>
            </a:r>
            <a:r>
              <a:rPr sz="1800" dirty="0">
                <a:latin typeface="Trebuchet MS" panose="020B0603020202020204"/>
                <a:cs typeface="Trebuchet MS" panose="020B0603020202020204"/>
              </a:rPr>
              <a:t>&amp; </a:t>
            </a:r>
            <a:r>
              <a:rPr sz="1800" spc="-20" dirty="0">
                <a:latin typeface="Trebuchet MS" panose="020B0603020202020204"/>
                <a:cs typeface="Trebuchet MS" panose="020B0603020202020204"/>
              </a:rPr>
              <a:t>pre-</a:t>
            </a:r>
            <a:r>
              <a:rPr sz="1800" spc="-20" dirty="0">
                <a:latin typeface="Trebuchet MS" panose="020B0603020202020204"/>
                <a:cs typeface="Trebuchet MS" panose="020B0603020202020204"/>
              </a:rPr>
              <a:t>	</a:t>
            </a:r>
            <a:r>
              <a:rPr sz="1800" spc="-10" dirty="0">
                <a:latin typeface="Trebuchet MS" panose="020B0603020202020204"/>
                <a:cs typeface="Trebuchet MS" panose="020B0603020202020204"/>
              </a:rPr>
              <a:t>compilers.</a:t>
            </a:r>
            <a:endParaRPr sz="1800">
              <a:latin typeface="Trebuchet MS" panose="020B0603020202020204"/>
              <a:cs typeface="Trebuchet MS" panose="020B0603020202020204"/>
            </a:endParaRPr>
          </a:p>
          <a:p>
            <a:pPr marL="755650" lvl="1" indent="-285750">
              <a:lnSpc>
                <a:spcPct val="100000"/>
              </a:lnSpc>
              <a:spcBef>
                <a:spcPts val="1295"/>
              </a:spcBef>
              <a:buFont typeface="Wingdings" panose="05000000000000000000"/>
              <a:buChar char=""/>
              <a:tabLst>
                <a:tab pos="755650" algn="l"/>
              </a:tabLst>
            </a:pPr>
            <a:r>
              <a:rPr sz="1800" dirty="0">
                <a:latin typeface="Trebuchet MS" panose="020B0603020202020204"/>
                <a:cs typeface="Trebuchet MS" panose="020B0603020202020204"/>
              </a:rPr>
              <a:t>Allows</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users</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40" dirty="0">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create</a:t>
            </a:r>
            <a:r>
              <a:rPr sz="1800" spc="-3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and</a:t>
            </a:r>
            <a:r>
              <a:rPr sz="1800" spc="-3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drop</a:t>
            </a:r>
            <a:r>
              <a:rPr sz="1800" spc="-5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databases</a:t>
            </a:r>
            <a:r>
              <a:rPr sz="1800" spc="-55"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and</a:t>
            </a:r>
            <a:r>
              <a:rPr sz="1800" spc="-35" dirty="0">
                <a:highlight>
                  <a:srgbClr val="FFFF00"/>
                </a:highlight>
                <a:latin typeface="Trebuchet MS" panose="020B0603020202020204"/>
                <a:cs typeface="Trebuchet MS" panose="020B0603020202020204"/>
              </a:rPr>
              <a:t> </a:t>
            </a:r>
            <a:r>
              <a:rPr sz="1800" spc="-10" dirty="0">
                <a:highlight>
                  <a:srgbClr val="FFFF00"/>
                </a:highlight>
                <a:latin typeface="Trebuchet MS" panose="020B0603020202020204"/>
                <a:cs typeface="Trebuchet MS" panose="020B0603020202020204"/>
              </a:rPr>
              <a:t>tables.</a:t>
            </a:r>
            <a:endParaRPr sz="1800">
              <a:latin typeface="Trebuchet MS" panose="020B0603020202020204"/>
              <a:cs typeface="Trebuchet MS" panose="020B0603020202020204"/>
            </a:endParaRPr>
          </a:p>
          <a:p>
            <a:pPr marL="755650" lvl="1" indent="-285750">
              <a:lnSpc>
                <a:spcPct val="100000"/>
              </a:lnSpc>
              <a:spcBef>
                <a:spcPts val="1295"/>
              </a:spcBef>
              <a:buFont typeface="Wingdings" panose="05000000000000000000"/>
              <a:buChar char=""/>
              <a:tabLst>
                <a:tab pos="755650" algn="l"/>
              </a:tabLst>
            </a:pPr>
            <a:r>
              <a:rPr sz="1800" dirty="0">
                <a:latin typeface="Trebuchet MS" panose="020B0603020202020204"/>
                <a:cs typeface="Trebuchet MS" panose="020B0603020202020204"/>
              </a:rPr>
              <a:t>Allows</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users</a:t>
            </a:r>
            <a:r>
              <a:rPr sz="1800" spc="-60"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create</a:t>
            </a:r>
            <a:r>
              <a:rPr sz="1800" spc="-35" dirty="0">
                <a:highlight>
                  <a:srgbClr val="FFFF00"/>
                </a:highlight>
                <a:latin typeface="Trebuchet MS" panose="020B0603020202020204"/>
                <a:cs typeface="Trebuchet MS" panose="020B0603020202020204"/>
              </a:rPr>
              <a:t> </a:t>
            </a:r>
            <a:r>
              <a:rPr sz="1800" spc="-25" dirty="0">
                <a:highlight>
                  <a:srgbClr val="FFFF00"/>
                </a:highlight>
                <a:latin typeface="Trebuchet MS" panose="020B0603020202020204"/>
                <a:cs typeface="Trebuchet MS" panose="020B0603020202020204"/>
              </a:rPr>
              <a:t>view,</a:t>
            </a:r>
            <a:r>
              <a:rPr sz="1800" spc="-35"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stored</a:t>
            </a:r>
            <a:r>
              <a:rPr sz="1800" spc="-6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procedure,</a:t>
            </a:r>
            <a:r>
              <a:rPr sz="1800" spc="-35"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functions</a:t>
            </a:r>
            <a:r>
              <a:rPr sz="1800" spc="-5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in</a:t>
            </a:r>
            <a:r>
              <a:rPr sz="1800" spc="-4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a</a:t>
            </a:r>
            <a:r>
              <a:rPr sz="1800" spc="-45" dirty="0">
                <a:highlight>
                  <a:srgbClr val="FFFF00"/>
                </a:highlight>
                <a:latin typeface="Trebuchet MS" panose="020B0603020202020204"/>
                <a:cs typeface="Trebuchet MS" panose="020B0603020202020204"/>
              </a:rPr>
              <a:t> </a:t>
            </a:r>
            <a:r>
              <a:rPr sz="1800" spc="-10" dirty="0">
                <a:highlight>
                  <a:srgbClr val="FFFF00"/>
                </a:highlight>
                <a:latin typeface="Trebuchet MS" panose="020B0603020202020204"/>
                <a:cs typeface="Trebuchet MS" panose="020B0603020202020204"/>
              </a:rPr>
              <a:t>database.</a:t>
            </a:r>
            <a:endParaRPr sz="1800">
              <a:latin typeface="Trebuchet MS" panose="020B0603020202020204"/>
              <a:cs typeface="Trebuchet MS" panose="020B0603020202020204"/>
            </a:endParaRPr>
          </a:p>
          <a:p>
            <a:pPr marL="755650" lvl="1" indent="-285750">
              <a:lnSpc>
                <a:spcPct val="100000"/>
              </a:lnSpc>
              <a:spcBef>
                <a:spcPts val="1295"/>
              </a:spcBef>
              <a:buFont typeface="Wingdings" panose="05000000000000000000"/>
              <a:buChar char=""/>
              <a:tabLst>
                <a:tab pos="755650" algn="l"/>
              </a:tabLst>
            </a:pPr>
            <a:r>
              <a:rPr sz="1800" dirty="0">
                <a:latin typeface="Trebuchet MS" panose="020B0603020202020204"/>
                <a:cs typeface="Trebuchet MS" panose="020B0603020202020204"/>
              </a:rPr>
              <a:t>Allows</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users</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se</a:t>
            </a:r>
            <a:r>
              <a:rPr sz="1800" dirty="0">
                <a:highlight>
                  <a:srgbClr val="FFFF00"/>
                </a:highlight>
                <a:latin typeface="Trebuchet MS" panose="020B0603020202020204"/>
                <a:cs typeface="Trebuchet MS" panose="020B0603020202020204"/>
              </a:rPr>
              <a:t>t</a:t>
            </a:r>
            <a:r>
              <a:rPr sz="1800" spc="-45"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permissions</a:t>
            </a:r>
            <a:r>
              <a:rPr sz="1800" spc="-45"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on</a:t>
            </a:r>
            <a:r>
              <a:rPr sz="1800" spc="-4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tables,</a:t>
            </a:r>
            <a:r>
              <a:rPr sz="1800" spc="-5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procedures</a:t>
            </a:r>
            <a:r>
              <a:rPr sz="1800" spc="-35"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and</a:t>
            </a:r>
            <a:r>
              <a:rPr sz="1800" spc="-40" dirty="0">
                <a:highlight>
                  <a:srgbClr val="FFFF00"/>
                </a:highlight>
                <a:latin typeface="Trebuchet MS" panose="020B0603020202020204"/>
                <a:cs typeface="Trebuchet MS" panose="020B0603020202020204"/>
              </a:rPr>
              <a:t> </a:t>
            </a:r>
            <a:r>
              <a:rPr sz="1800" spc="-10" dirty="0">
                <a:highlight>
                  <a:srgbClr val="FFFF00"/>
                </a:highlight>
                <a:latin typeface="Trebuchet MS" panose="020B0603020202020204"/>
                <a:cs typeface="Trebuchet MS" panose="020B0603020202020204"/>
              </a:rPr>
              <a:t>views.</a:t>
            </a:r>
            <a:endParaRPr sz="1800" spc="-10" dirty="0">
              <a:highlight>
                <a:srgbClr val="FFFF00"/>
              </a:highlight>
              <a:latin typeface="Trebuchet MS" panose="020B0603020202020204"/>
              <a:cs typeface="Trebuchet MS" panose="020B0603020202020204"/>
            </a:endParaRPr>
          </a:p>
        </p:txBody>
      </p:sp>
      <p:pic>
        <p:nvPicPr>
          <p:cNvPr id="4" name="Picture 3"/>
          <p:cNvPicPr>
            <a:picLocks noChangeAspect="1"/>
          </p:cNvPicPr>
          <p:nvPr/>
        </p:nvPicPr>
        <p:blipFill>
          <a:blip r:embed="rId1"/>
          <a:stretch>
            <a:fillRect/>
          </a:stretch>
        </p:blipFill>
        <p:spPr>
          <a:xfrm>
            <a:off x="6019800" y="4800600"/>
            <a:ext cx="3048000" cy="18059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07086" rIns="0" bIns="0" rtlCol="0">
            <a:spAutoFit/>
          </a:bodyPr>
          <a:lstStyle/>
          <a:p>
            <a:pPr marL="2159635">
              <a:lnSpc>
                <a:spcPct val="100000"/>
              </a:lnSpc>
              <a:spcBef>
                <a:spcPts val="100"/>
              </a:spcBef>
            </a:pPr>
            <a:r>
              <a:rPr sz="4400" dirty="0"/>
              <a:t>SQL</a:t>
            </a:r>
            <a:r>
              <a:rPr sz="4400" spc="-245" dirty="0"/>
              <a:t> </a:t>
            </a:r>
            <a:r>
              <a:rPr sz="4400" spc="-10" dirty="0"/>
              <a:t>COMMANDS</a:t>
            </a:r>
            <a:endParaRPr sz="4400"/>
          </a:p>
        </p:txBody>
      </p:sp>
      <p:grpSp>
        <p:nvGrpSpPr>
          <p:cNvPr id="3" name="object 3"/>
          <p:cNvGrpSpPr/>
          <p:nvPr/>
        </p:nvGrpSpPr>
        <p:grpSpPr>
          <a:xfrm>
            <a:off x="4958841" y="4856734"/>
            <a:ext cx="3075940" cy="1801495"/>
            <a:chOff x="4958841" y="4856734"/>
            <a:chExt cx="3075940" cy="1801495"/>
          </a:xfrm>
        </p:grpSpPr>
        <p:sp>
          <p:nvSpPr>
            <p:cNvPr id="4" name="object 4"/>
            <p:cNvSpPr/>
            <p:nvPr/>
          </p:nvSpPr>
          <p:spPr>
            <a:xfrm>
              <a:off x="4965191" y="4863084"/>
              <a:ext cx="3063240" cy="1788795"/>
            </a:xfrm>
            <a:custGeom>
              <a:avLst/>
              <a:gdLst/>
              <a:ahLst/>
              <a:cxnLst/>
              <a:rect l="l" t="t" r="r" b="b"/>
              <a:pathLst>
                <a:path w="3063240" h="1788795">
                  <a:moveTo>
                    <a:pt x="2884169" y="0"/>
                  </a:moveTo>
                  <a:lnTo>
                    <a:pt x="178816" y="0"/>
                  </a:lnTo>
                  <a:lnTo>
                    <a:pt x="131262" y="6392"/>
                  </a:lnTo>
                  <a:lnTo>
                    <a:pt x="88542" y="24431"/>
                  </a:lnTo>
                  <a:lnTo>
                    <a:pt x="52355" y="52403"/>
                  </a:lnTo>
                  <a:lnTo>
                    <a:pt x="24402" y="88598"/>
                  </a:lnTo>
                  <a:lnTo>
                    <a:pt x="6384" y="131306"/>
                  </a:lnTo>
                  <a:lnTo>
                    <a:pt x="0" y="178816"/>
                  </a:lnTo>
                  <a:lnTo>
                    <a:pt x="0" y="1609559"/>
                  </a:lnTo>
                  <a:lnTo>
                    <a:pt x="6384" y="1657101"/>
                  </a:lnTo>
                  <a:lnTo>
                    <a:pt x="24402" y="1699823"/>
                  </a:lnTo>
                  <a:lnTo>
                    <a:pt x="52355" y="1736018"/>
                  </a:lnTo>
                  <a:lnTo>
                    <a:pt x="88542" y="1763983"/>
                  </a:lnTo>
                  <a:lnTo>
                    <a:pt x="131262" y="1782012"/>
                  </a:lnTo>
                  <a:lnTo>
                    <a:pt x="178816" y="1788401"/>
                  </a:lnTo>
                  <a:lnTo>
                    <a:pt x="2884169" y="1788401"/>
                  </a:lnTo>
                  <a:lnTo>
                    <a:pt x="2931723" y="1782012"/>
                  </a:lnTo>
                  <a:lnTo>
                    <a:pt x="2974443" y="1763983"/>
                  </a:lnTo>
                  <a:lnTo>
                    <a:pt x="3010630" y="1736018"/>
                  </a:lnTo>
                  <a:lnTo>
                    <a:pt x="3038583" y="1699823"/>
                  </a:lnTo>
                  <a:lnTo>
                    <a:pt x="3056601" y="1657101"/>
                  </a:lnTo>
                  <a:lnTo>
                    <a:pt x="3062986" y="1609559"/>
                  </a:lnTo>
                  <a:lnTo>
                    <a:pt x="3062986" y="178816"/>
                  </a:lnTo>
                  <a:lnTo>
                    <a:pt x="3056601" y="131306"/>
                  </a:lnTo>
                  <a:lnTo>
                    <a:pt x="3038583" y="88598"/>
                  </a:lnTo>
                  <a:lnTo>
                    <a:pt x="3010630" y="52403"/>
                  </a:lnTo>
                  <a:lnTo>
                    <a:pt x="2974443" y="24431"/>
                  </a:lnTo>
                  <a:lnTo>
                    <a:pt x="2931723" y="6392"/>
                  </a:lnTo>
                  <a:lnTo>
                    <a:pt x="2884169" y="0"/>
                  </a:lnTo>
                  <a:close/>
                </a:path>
              </a:pathLst>
            </a:custGeom>
            <a:solidFill>
              <a:srgbClr val="FFFFFF">
                <a:alpha val="90194"/>
              </a:srgbClr>
            </a:solidFill>
          </p:spPr>
          <p:txBody>
            <a:bodyPr wrap="square" lIns="0" tIns="0" rIns="0" bIns="0" rtlCol="0"/>
            <a:lstStyle/>
            <a:p/>
          </p:txBody>
        </p:sp>
        <p:sp>
          <p:nvSpPr>
            <p:cNvPr id="5" name="object 5"/>
            <p:cNvSpPr/>
            <p:nvPr/>
          </p:nvSpPr>
          <p:spPr>
            <a:xfrm>
              <a:off x="4965191" y="4863084"/>
              <a:ext cx="3063240" cy="1788795"/>
            </a:xfrm>
            <a:custGeom>
              <a:avLst/>
              <a:gdLst/>
              <a:ahLst/>
              <a:cxnLst/>
              <a:rect l="l" t="t" r="r" b="b"/>
              <a:pathLst>
                <a:path w="3063240" h="1788795">
                  <a:moveTo>
                    <a:pt x="0" y="178816"/>
                  </a:moveTo>
                  <a:lnTo>
                    <a:pt x="6384" y="131306"/>
                  </a:lnTo>
                  <a:lnTo>
                    <a:pt x="24402" y="88598"/>
                  </a:lnTo>
                  <a:lnTo>
                    <a:pt x="52355" y="52403"/>
                  </a:lnTo>
                  <a:lnTo>
                    <a:pt x="88542" y="24431"/>
                  </a:lnTo>
                  <a:lnTo>
                    <a:pt x="131262" y="6392"/>
                  </a:lnTo>
                  <a:lnTo>
                    <a:pt x="178816" y="0"/>
                  </a:lnTo>
                  <a:lnTo>
                    <a:pt x="2884169" y="0"/>
                  </a:lnTo>
                  <a:lnTo>
                    <a:pt x="2931723" y="6392"/>
                  </a:lnTo>
                  <a:lnTo>
                    <a:pt x="2974443" y="24431"/>
                  </a:lnTo>
                  <a:lnTo>
                    <a:pt x="3010630" y="52403"/>
                  </a:lnTo>
                  <a:lnTo>
                    <a:pt x="3038583" y="88598"/>
                  </a:lnTo>
                  <a:lnTo>
                    <a:pt x="3056601" y="131306"/>
                  </a:lnTo>
                  <a:lnTo>
                    <a:pt x="3062986" y="178816"/>
                  </a:lnTo>
                  <a:lnTo>
                    <a:pt x="3062986" y="1609559"/>
                  </a:lnTo>
                  <a:lnTo>
                    <a:pt x="3056601" y="1657101"/>
                  </a:lnTo>
                  <a:lnTo>
                    <a:pt x="3038583" y="1699823"/>
                  </a:lnTo>
                  <a:lnTo>
                    <a:pt x="3010630" y="1736018"/>
                  </a:lnTo>
                  <a:lnTo>
                    <a:pt x="2974443" y="1763983"/>
                  </a:lnTo>
                  <a:lnTo>
                    <a:pt x="2931723" y="1782012"/>
                  </a:lnTo>
                  <a:lnTo>
                    <a:pt x="2884169" y="1788401"/>
                  </a:lnTo>
                  <a:lnTo>
                    <a:pt x="178816" y="1788401"/>
                  </a:lnTo>
                  <a:lnTo>
                    <a:pt x="131262" y="1782012"/>
                  </a:lnTo>
                  <a:lnTo>
                    <a:pt x="88542" y="1763983"/>
                  </a:lnTo>
                  <a:lnTo>
                    <a:pt x="52355" y="1736018"/>
                  </a:lnTo>
                  <a:lnTo>
                    <a:pt x="24402" y="1699823"/>
                  </a:lnTo>
                  <a:lnTo>
                    <a:pt x="6384" y="1657101"/>
                  </a:lnTo>
                  <a:lnTo>
                    <a:pt x="0" y="1609559"/>
                  </a:lnTo>
                  <a:lnTo>
                    <a:pt x="0" y="178816"/>
                  </a:lnTo>
                  <a:close/>
                </a:path>
              </a:pathLst>
            </a:custGeom>
            <a:ln w="12699">
              <a:solidFill>
                <a:srgbClr val="B5C5E9"/>
              </a:solidFill>
            </a:ln>
          </p:spPr>
          <p:txBody>
            <a:bodyPr wrap="square" lIns="0" tIns="0" rIns="0" bIns="0" rtlCol="0"/>
            <a:lstStyle/>
            <a:p/>
          </p:txBody>
        </p:sp>
      </p:grpSp>
      <p:sp>
        <p:nvSpPr>
          <p:cNvPr id="6" name="object 6"/>
          <p:cNvSpPr txBox="1"/>
          <p:nvPr/>
        </p:nvSpPr>
        <p:spPr>
          <a:xfrm>
            <a:off x="5988050" y="5367655"/>
            <a:ext cx="2038350" cy="1131570"/>
          </a:xfrm>
          <a:prstGeom prst="rect">
            <a:avLst/>
          </a:prstGeom>
        </p:spPr>
        <p:txBody>
          <a:bodyPr vert="horz" wrap="square" lIns="0" tIns="13335" rIns="0" bIns="0" rtlCol="0">
            <a:spAutoFit/>
          </a:bodyPr>
          <a:lstStyle/>
          <a:p>
            <a:pPr marL="240665" indent="-227965">
              <a:lnSpc>
                <a:spcPct val="100000"/>
              </a:lnSpc>
              <a:spcBef>
                <a:spcPts val="105"/>
              </a:spcBef>
              <a:buFont typeface="Trebuchet MS" panose="020B0603020202020204"/>
              <a:buChar char="•"/>
              <a:tabLst>
                <a:tab pos="240665" algn="l"/>
              </a:tabLst>
            </a:pPr>
            <a:r>
              <a:rPr sz="2000" b="1" spc="-10" dirty="0">
                <a:latin typeface="Trebuchet MS" panose="020B0603020202020204"/>
                <a:cs typeface="Trebuchet MS" panose="020B0603020202020204"/>
              </a:rPr>
              <a:t>GRANT</a:t>
            </a:r>
            <a:endParaRPr sz="2000">
              <a:latin typeface="Trebuchet MS" panose="020B0603020202020204"/>
              <a:cs typeface="Trebuchet MS" panose="020B0603020202020204"/>
            </a:endParaRPr>
          </a:p>
          <a:p>
            <a:pPr marL="240665" indent="-227965">
              <a:lnSpc>
                <a:spcPct val="100000"/>
              </a:lnSpc>
              <a:spcBef>
                <a:spcPts val="40"/>
              </a:spcBef>
              <a:buFont typeface="Trebuchet MS" panose="020B0603020202020204"/>
              <a:buChar char="•"/>
              <a:tabLst>
                <a:tab pos="240665" algn="l"/>
              </a:tabLst>
            </a:pPr>
            <a:r>
              <a:rPr sz="2000" b="1" spc="-10" dirty="0">
                <a:latin typeface="Trebuchet MS" panose="020B0603020202020204"/>
                <a:cs typeface="Trebuchet MS" panose="020B0603020202020204"/>
              </a:rPr>
              <a:t>REVOKE</a:t>
            </a:r>
            <a:r>
              <a:rPr lang="en-US" altLang="en-US" sz="2000" b="1" spc="-10" dirty="0">
                <a:latin typeface="Trebuchet MS" panose="020B0603020202020204"/>
                <a:cs typeface="Trebuchet MS" panose="020B0603020202020204"/>
              </a:rPr>
              <a:t> </a:t>
            </a:r>
            <a:endParaRPr lang="en-US" altLang="en-US" sz="2000" b="1" spc="-10" dirty="0">
              <a:latin typeface="Trebuchet MS" panose="020B0603020202020204"/>
              <a:cs typeface="Trebuchet MS" panose="020B0603020202020204"/>
            </a:endParaRPr>
          </a:p>
          <a:p>
            <a:pPr marL="240665" indent="-227965">
              <a:lnSpc>
                <a:spcPct val="100000"/>
              </a:lnSpc>
              <a:spcBef>
                <a:spcPts val="40"/>
              </a:spcBef>
              <a:buFont typeface="Trebuchet MS" panose="020B0603020202020204"/>
              <a:buChar char="•"/>
              <a:tabLst>
                <a:tab pos="240665" algn="l"/>
              </a:tabLst>
            </a:pPr>
            <a:r>
              <a:rPr lang="en-US" altLang="en-US" sz="1600" b="0" spc="-10" dirty="0">
                <a:latin typeface="Trebuchet MS" panose="020B0603020202020204"/>
                <a:cs typeface="Trebuchet MS" panose="020B0603020202020204"/>
              </a:rPr>
              <a:t>DATA CONTROL LANGUAGE </a:t>
            </a:r>
            <a:endParaRPr lang="en-US" altLang="en-US" sz="1600" b="0" spc="-10" dirty="0">
              <a:latin typeface="Trebuchet MS" panose="020B0603020202020204"/>
              <a:cs typeface="Trebuchet MS" panose="020B0603020202020204"/>
            </a:endParaRPr>
          </a:p>
        </p:txBody>
      </p:sp>
      <p:grpSp>
        <p:nvGrpSpPr>
          <p:cNvPr id="7" name="object 7"/>
          <p:cNvGrpSpPr/>
          <p:nvPr/>
        </p:nvGrpSpPr>
        <p:grpSpPr>
          <a:xfrm>
            <a:off x="995311" y="4935346"/>
            <a:ext cx="3136900" cy="1644014"/>
            <a:chOff x="995311" y="4935346"/>
            <a:chExt cx="3136900" cy="1644014"/>
          </a:xfrm>
        </p:grpSpPr>
        <p:sp>
          <p:nvSpPr>
            <p:cNvPr id="8" name="object 8"/>
            <p:cNvSpPr/>
            <p:nvPr/>
          </p:nvSpPr>
          <p:spPr>
            <a:xfrm>
              <a:off x="1001661" y="4941696"/>
              <a:ext cx="3124200" cy="1631314"/>
            </a:xfrm>
            <a:custGeom>
              <a:avLst/>
              <a:gdLst/>
              <a:ahLst/>
              <a:cxnLst/>
              <a:rect l="l" t="t" r="r" b="b"/>
              <a:pathLst>
                <a:path w="3124200" h="1631315">
                  <a:moveTo>
                    <a:pt x="2960738" y="0"/>
                  </a:moveTo>
                  <a:lnTo>
                    <a:pt x="163118" y="0"/>
                  </a:lnTo>
                  <a:lnTo>
                    <a:pt x="119757" y="5826"/>
                  </a:lnTo>
                  <a:lnTo>
                    <a:pt x="80792" y="22267"/>
                  </a:lnTo>
                  <a:lnTo>
                    <a:pt x="47778" y="47767"/>
                  </a:lnTo>
                  <a:lnTo>
                    <a:pt x="22272" y="80771"/>
                  </a:lnTo>
                  <a:lnTo>
                    <a:pt x="5827" y="119723"/>
                  </a:lnTo>
                  <a:lnTo>
                    <a:pt x="0" y="163067"/>
                  </a:lnTo>
                  <a:lnTo>
                    <a:pt x="0" y="1468081"/>
                  </a:lnTo>
                  <a:lnTo>
                    <a:pt x="5827" y="1511442"/>
                  </a:lnTo>
                  <a:lnTo>
                    <a:pt x="22272" y="1550408"/>
                  </a:lnTo>
                  <a:lnTo>
                    <a:pt x="47778" y="1583421"/>
                  </a:lnTo>
                  <a:lnTo>
                    <a:pt x="80792" y="1608928"/>
                  </a:lnTo>
                  <a:lnTo>
                    <a:pt x="119757" y="1625373"/>
                  </a:lnTo>
                  <a:lnTo>
                    <a:pt x="163118" y="1631200"/>
                  </a:lnTo>
                  <a:lnTo>
                    <a:pt x="2960738" y="1631200"/>
                  </a:lnTo>
                  <a:lnTo>
                    <a:pt x="3004082" y="1625373"/>
                  </a:lnTo>
                  <a:lnTo>
                    <a:pt x="3043034" y="1608928"/>
                  </a:lnTo>
                  <a:lnTo>
                    <a:pt x="3076038" y="1583421"/>
                  </a:lnTo>
                  <a:lnTo>
                    <a:pt x="3101538" y="1550408"/>
                  </a:lnTo>
                  <a:lnTo>
                    <a:pt x="3117980" y="1511442"/>
                  </a:lnTo>
                  <a:lnTo>
                    <a:pt x="3123806" y="1468081"/>
                  </a:lnTo>
                  <a:lnTo>
                    <a:pt x="3123806" y="163067"/>
                  </a:lnTo>
                  <a:lnTo>
                    <a:pt x="3117980" y="119723"/>
                  </a:lnTo>
                  <a:lnTo>
                    <a:pt x="3101538" y="80771"/>
                  </a:lnTo>
                  <a:lnTo>
                    <a:pt x="3076038" y="47767"/>
                  </a:lnTo>
                  <a:lnTo>
                    <a:pt x="3043034" y="22267"/>
                  </a:lnTo>
                  <a:lnTo>
                    <a:pt x="3004082" y="5826"/>
                  </a:lnTo>
                  <a:lnTo>
                    <a:pt x="2960738" y="0"/>
                  </a:lnTo>
                  <a:close/>
                </a:path>
              </a:pathLst>
            </a:custGeom>
            <a:solidFill>
              <a:srgbClr val="FFFFFF">
                <a:alpha val="90194"/>
              </a:srgbClr>
            </a:solidFill>
          </p:spPr>
          <p:txBody>
            <a:bodyPr wrap="square" lIns="0" tIns="0" rIns="0" bIns="0" rtlCol="0"/>
            <a:lstStyle/>
            <a:p/>
          </p:txBody>
        </p:sp>
        <p:sp>
          <p:nvSpPr>
            <p:cNvPr id="9" name="object 9"/>
            <p:cNvSpPr/>
            <p:nvPr/>
          </p:nvSpPr>
          <p:spPr>
            <a:xfrm>
              <a:off x="1001661" y="4941696"/>
              <a:ext cx="3124200" cy="1631314"/>
            </a:xfrm>
            <a:custGeom>
              <a:avLst/>
              <a:gdLst/>
              <a:ahLst/>
              <a:cxnLst/>
              <a:rect l="l" t="t" r="r" b="b"/>
              <a:pathLst>
                <a:path w="3124200" h="1631315">
                  <a:moveTo>
                    <a:pt x="0" y="163067"/>
                  </a:moveTo>
                  <a:lnTo>
                    <a:pt x="5827" y="119723"/>
                  </a:lnTo>
                  <a:lnTo>
                    <a:pt x="22272" y="80771"/>
                  </a:lnTo>
                  <a:lnTo>
                    <a:pt x="47778" y="47767"/>
                  </a:lnTo>
                  <a:lnTo>
                    <a:pt x="80792" y="22267"/>
                  </a:lnTo>
                  <a:lnTo>
                    <a:pt x="119757" y="5826"/>
                  </a:lnTo>
                  <a:lnTo>
                    <a:pt x="163118" y="0"/>
                  </a:lnTo>
                  <a:lnTo>
                    <a:pt x="2960738" y="0"/>
                  </a:lnTo>
                  <a:lnTo>
                    <a:pt x="3004082" y="5826"/>
                  </a:lnTo>
                  <a:lnTo>
                    <a:pt x="3043034" y="22267"/>
                  </a:lnTo>
                  <a:lnTo>
                    <a:pt x="3076038" y="47767"/>
                  </a:lnTo>
                  <a:lnTo>
                    <a:pt x="3101538" y="80771"/>
                  </a:lnTo>
                  <a:lnTo>
                    <a:pt x="3117980" y="119723"/>
                  </a:lnTo>
                  <a:lnTo>
                    <a:pt x="3123806" y="163067"/>
                  </a:lnTo>
                  <a:lnTo>
                    <a:pt x="3123806" y="1468081"/>
                  </a:lnTo>
                  <a:lnTo>
                    <a:pt x="3117980" y="1511442"/>
                  </a:lnTo>
                  <a:lnTo>
                    <a:pt x="3101538" y="1550408"/>
                  </a:lnTo>
                  <a:lnTo>
                    <a:pt x="3076038" y="1583421"/>
                  </a:lnTo>
                  <a:lnTo>
                    <a:pt x="3043034" y="1608928"/>
                  </a:lnTo>
                  <a:lnTo>
                    <a:pt x="3004082" y="1625373"/>
                  </a:lnTo>
                  <a:lnTo>
                    <a:pt x="2960738" y="1631200"/>
                  </a:lnTo>
                  <a:lnTo>
                    <a:pt x="163118" y="1631200"/>
                  </a:lnTo>
                  <a:lnTo>
                    <a:pt x="119757" y="1625373"/>
                  </a:lnTo>
                  <a:lnTo>
                    <a:pt x="80792" y="1608928"/>
                  </a:lnTo>
                  <a:lnTo>
                    <a:pt x="47778" y="1583421"/>
                  </a:lnTo>
                  <a:lnTo>
                    <a:pt x="22272" y="1550408"/>
                  </a:lnTo>
                  <a:lnTo>
                    <a:pt x="5827" y="1511442"/>
                  </a:lnTo>
                  <a:lnTo>
                    <a:pt x="0" y="1468081"/>
                  </a:lnTo>
                  <a:lnTo>
                    <a:pt x="0" y="163067"/>
                  </a:lnTo>
                  <a:close/>
                </a:path>
              </a:pathLst>
            </a:custGeom>
            <a:ln w="12699">
              <a:solidFill>
                <a:srgbClr val="5289D6"/>
              </a:solidFill>
            </a:ln>
          </p:spPr>
          <p:txBody>
            <a:bodyPr wrap="square" lIns="0" tIns="0" rIns="0" bIns="0" rtlCol="0"/>
            <a:lstStyle/>
            <a:p/>
          </p:txBody>
        </p:sp>
      </p:grpSp>
      <p:sp>
        <p:nvSpPr>
          <p:cNvPr id="10" name="object 10"/>
          <p:cNvSpPr txBox="1"/>
          <p:nvPr/>
        </p:nvSpPr>
        <p:spPr>
          <a:xfrm>
            <a:off x="1066800" y="4979670"/>
            <a:ext cx="2124075" cy="1607820"/>
          </a:xfrm>
          <a:prstGeom prst="rect">
            <a:avLst/>
          </a:prstGeom>
        </p:spPr>
        <p:txBody>
          <a:bodyPr vert="horz" wrap="square" lIns="0" tIns="12700" rIns="0" bIns="0" rtlCol="0">
            <a:noAutofit/>
          </a:bodyPr>
          <a:lstStyle/>
          <a:p>
            <a:pPr marL="184150" indent="-171450">
              <a:lnSpc>
                <a:spcPct val="100000"/>
              </a:lnSpc>
              <a:spcBef>
                <a:spcPts val="100"/>
              </a:spcBef>
              <a:buFont typeface="Trebuchet MS" panose="020B0603020202020204"/>
              <a:buChar char="•"/>
              <a:tabLst>
                <a:tab pos="184150" algn="l"/>
              </a:tabLst>
            </a:pPr>
            <a:r>
              <a:rPr sz="1800" b="1" spc="-10" dirty="0">
                <a:latin typeface="Trebuchet MS" panose="020B0603020202020204"/>
                <a:cs typeface="Trebuchet MS" panose="020B0603020202020204"/>
              </a:rPr>
              <a:t>COMMIT</a:t>
            </a:r>
            <a:endParaRPr sz="1800">
              <a:latin typeface="Trebuchet MS" panose="020B0603020202020204"/>
              <a:cs typeface="Trebuchet MS" panose="020B0603020202020204"/>
            </a:endParaRPr>
          </a:p>
          <a:p>
            <a:pPr marL="184150" indent="-171450">
              <a:lnSpc>
                <a:spcPct val="100000"/>
              </a:lnSpc>
              <a:spcBef>
                <a:spcPts val="35"/>
              </a:spcBef>
              <a:buFont typeface="Trebuchet MS" panose="020B0603020202020204"/>
              <a:buChar char="•"/>
              <a:tabLst>
                <a:tab pos="184150" algn="l"/>
              </a:tabLst>
            </a:pPr>
            <a:r>
              <a:rPr sz="1800" b="1" spc="-10" dirty="0">
                <a:latin typeface="Trebuchet MS" panose="020B0603020202020204"/>
                <a:cs typeface="Trebuchet MS" panose="020B0603020202020204"/>
              </a:rPr>
              <a:t>ROLLBACK</a:t>
            </a:r>
            <a:endParaRPr sz="1800">
              <a:latin typeface="Trebuchet MS" panose="020B0603020202020204"/>
              <a:cs typeface="Trebuchet MS" panose="020B0603020202020204"/>
            </a:endParaRPr>
          </a:p>
          <a:p>
            <a:pPr marL="184150" indent="-171450">
              <a:lnSpc>
                <a:spcPct val="100000"/>
              </a:lnSpc>
              <a:spcBef>
                <a:spcPts val="35"/>
              </a:spcBef>
              <a:buFont typeface="Trebuchet MS" panose="020B0603020202020204"/>
              <a:buChar char="•"/>
              <a:tabLst>
                <a:tab pos="184150" algn="l"/>
              </a:tabLst>
            </a:pPr>
            <a:r>
              <a:rPr sz="1800" b="1" spc="-20" dirty="0">
                <a:latin typeface="Trebuchet MS" panose="020B0603020202020204"/>
                <a:cs typeface="Trebuchet MS" panose="020B0603020202020204"/>
              </a:rPr>
              <a:t>SAVE</a:t>
            </a:r>
            <a:r>
              <a:rPr sz="1800" b="1" spc="-100" dirty="0">
                <a:latin typeface="Trebuchet MS" panose="020B0603020202020204"/>
                <a:cs typeface="Trebuchet MS" panose="020B0603020202020204"/>
              </a:rPr>
              <a:t> </a:t>
            </a:r>
            <a:r>
              <a:rPr sz="1800" b="1" spc="-10" dirty="0">
                <a:latin typeface="Trebuchet MS" panose="020B0603020202020204"/>
                <a:cs typeface="Trebuchet MS" panose="020B0603020202020204"/>
              </a:rPr>
              <a:t>POINT</a:t>
            </a:r>
            <a:endParaRPr sz="1800" b="1" spc="-10" dirty="0">
              <a:latin typeface="Trebuchet MS" panose="020B0603020202020204"/>
              <a:cs typeface="Trebuchet MS" panose="020B0603020202020204"/>
            </a:endParaRPr>
          </a:p>
          <a:p>
            <a:pPr marL="184150" indent="-171450">
              <a:lnSpc>
                <a:spcPct val="100000"/>
              </a:lnSpc>
              <a:spcBef>
                <a:spcPts val="35"/>
              </a:spcBef>
              <a:buFont typeface="Trebuchet MS" panose="020B0603020202020204"/>
              <a:buChar char="•"/>
              <a:tabLst>
                <a:tab pos="184150" algn="l"/>
              </a:tabLst>
            </a:pPr>
            <a:r>
              <a:rPr lang="en-US" altLang="en-US" sz="1800">
                <a:latin typeface="Trebuchet MS" panose="020B0603020202020204"/>
                <a:cs typeface="Trebuchet MS" panose="020B0603020202020204"/>
              </a:rPr>
              <a:t>TRANSACTION</a:t>
            </a:r>
            <a:endParaRPr lang="en-US" altLang="en-US" sz="1800">
              <a:latin typeface="Trebuchet MS" panose="020B0603020202020204"/>
              <a:cs typeface="Trebuchet MS" panose="020B0603020202020204"/>
            </a:endParaRPr>
          </a:p>
          <a:p>
            <a:pPr marL="184150" indent="-171450">
              <a:lnSpc>
                <a:spcPct val="100000"/>
              </a:lnSpc>
              <a:spcBef>
                <a:spcPts val="35"/>
              </a:spcBef>
              <a:buFont typeface="Trebuchet MS" panose="020B0603020202020204"/>
              <a:buChar char="•"/>
              <a:tabLst>
                <a:tab pos="184150" algn="l"/>
              </a:tabLst>
            </a:pPr>
            <a:r>
              <a:rPr lang="en-US" altLang="en-US" sz="1800">
                <a:latin typeface="Trebuchet MS" panose="020B0603020202020204"/>
                <a:cs typeface="Trebuchet MS" panose="020B0603020202020204"/>
              </a:rPr>
              <a:t>CONTROL LANGU.</a:t>
            </a:r>
            <a:endParaRPr lang="en-US" altLang="en-US" sz="1800">
              <a:latin typeface="Trebuchet MS" panose="020B0603020202020204"/>
              <a:cs typeface="Trebuchet MS" panose="020B0603020202020204"/>
            </a:endParaRPr>
          </a:p>
        </p:txBody>
      </p:sp>
      <p:grpSp>
        <p:nvGrpSpPr>
          <p:cNvPr id="11" name="object 11"/>
          <p:cNvGrpSpPr/>
          <p:nvPr/>
        </p:nvGrpSpPr>
        <p:grpSpPr>
          <a:xfrm>
            <a:off x="5018659" y="1615947"/>
            <a:ext cx="2956560" cy="1646555"/>
            <a:chOff x="5018659" y="1615947"/>
            <a:chExt cx="2956560" cy="1646555"/>
          </a:xfrm>
        </p:grpSpPr>
        <p:sp>
          <p:nvSpPr>
            <p:cNvPr id="12" name="object 12"/>
            <p:cNvSpPr/>
            <p:nvPr/>
          </p:nvSpPr>
          <p:spPr>
            <a:xfrm>
              <a:off x="5025009" y="1622297"/>
              <a:ext cx="2943860" cy="1633855"/>
            </a:xfrm>
            <a:custGeom>
              <a:avLst/>
              <a:gdLst/>
              <a:ahLst/>
              <a:cxnLst/>
              <a:rect l="l" t="t" r="r" b="b"/>
              <a:pathLst>
                <a:path w="2943859" h="1633854">
                  <a:moveTo>
                    <a:pt x="2780030" y="0"/>
                  </a:moveTo>
                  <a:lnTo>
                    <a:pt x="163321" y="0"/>
                  </a:lnTo>
                  <a:lnTo>
                    <a:pt x="119915" y="5836"/>
                  </a:lnTo>
                  <a:lnTo>
                    <a:pt x="80903" y="22304"/>
                  </a:lnTo>
                  <a:lnTo>
                    <a:pt x="47847" y="47847"/>
                  </a:lnTo>
                  <a:lnTo>
                    <a:pt x="22304" y="80903"/>
                  </a:lnTo>
                  <a:lnTo>
                    <a:pt x="5836" y="119915"/>
                  </a:lnTo>
                  <a:lnTo>
                    <a:pt x="0" y="163322"/>
                  </a:lnTo>
                  <a:lnTo>
                    <a:pt x="0" y="1470152"/>
                  </a:lnTo>
                  <a:lnTo>
                    <a:pt x="5836" y="1513558"/>
                  </a:lnTo>
                  <a:lnTo>
                    <a:pt x="22304" y="1552570"/>
                  </a:lnTo>
                  <a:lnTo>
                    <a:pt x="47847" y="1585626"/>
                  </a:lnTo>
                  <a:lnTo>
                    <a:pt x="80903" y="1611169"/>
                  </a:lnTo>
                  <a:lnTo>
                    <a:pt x="119915" y="1627637"/>
                  </a:lnTo>
                  <a:lnTo>
                    <a:pt x="163321" y="1633474"/>
                  </a:lnTo>
                  <a:lnTo>
                    <a:pt x="2780030" y="1633474"/>
                  </a:lnTo>
                  <a:lnTo>
                    <a:pt x="2823481" y="1627637"/>
                  </a:lnTo>
                  <a:lnTo>
                    <a:pt x="2862504" y="1611169"/>
                  </a:lnTo>
                  <a:lnTo>
                    <a:pt x="2895552" y="1585626"/>
                  </a:lnTo>
                  <a:lnTo>
                    <a:pt x="2921075" y="1552570"/>
                  </a:lnTo>
                  <a:lnTo>
                    <a:pt x="2937524" y="1513558"/>
                  </a:lnTo>
                  <a:lnTo>
                    <a:pt x="2943351" y="1470152"/>
                  </a:lnTo>
                  <a:lnTo>
                    <a:pt x="2943351" y="163322"/>
                  </a:lnTo>
                  <a:lnTo>
                    <a:pt x="2937524" y="119915"/>
                  </a:lnTo>
                  <a:lnTo>
                    <a:pt x="2921075" y="80903"/>
                  </a:lnTo>
                  <a:lnTo>
                    <a:pt x="2895552" y="47847"/>
                  </a:lnTo>
                  <a:lnTo>
                    <a:pt x="2862504" y="22304"/>
                  </a:lnTo>
                  <a:lnTo>
                    <a:pt x="2823481" y="5836"/>
                  </a:lnTo>
                  <a:lnTo>
                    <a:pt x="2780030" y="0"/>
                  </a:lnTo>
                  <a:close/>
                </a:path>
              </a:pathLst>
            </a:custGeom>
            <a:solidFill>
              <a:srgbClr val="FFFFFF">
                <a:alpha val="90194"/>
              </a:srgbClr>
            </a:solidFill>
          </p:spPr>
          <p:txBody>
            <a:bodyPr wrap="square" lIns="0" tIns="0" rIns="0" bIns="0" rtlCol="0"/>
            <a:lstStyle/>
            <a:p/>
          </p:txBody>
        </p:sp>
        <p:sp>
          <p:nvSpPr>
            <p:cNvPr id="13" name="object 13"/>
            <p:cNvSpPr/>
            <p:nvPr/>
          </p:nvSpPr>
          <p:spPr>
            <a:xfrm>
              <a:off x="5025009" y="1622297"/>
              <a:ext cx="2943860" cy="1633855"/>
            </a:xfrm>
            <a:custGeom>
              <a:avLst/>
              <a:gdLst/>
              <a:ahLst/>
              <a:cxnLst/>
              <a:rect l="l" t="t" r="r" b="b"/>
              <a:pathLst>
                <a:path w="2943859" h="1633854">
                  <a:moveTo>
                    <a:pt x="0" y="163322"/>
                  </a:moveTo>
                  <a:lnTo>
                    <a:pt x="5836" y="119915"/>
                  </a:lnTo>
                  <a:lnTo>
                    <a:pt x="22304" y="80903"/>
                  </a:lnTo>
                  <a:lnTo>
                    <a:pt x="47847" y="47847"/>
                  </a:lnTo>
                  <a:lnTo>
                    <a:pt x="80903" y="22304"/>
                  </a:lnTo>
                  <a:lnTo>
                    <a:pt x="119915" y="5836"/>
                  </a:lnTo>
                  <a:lnTo>
                    <a:pt x="163321" y="0"/>
                  </a:lnTo>
                  <a:lnTo>
                    <a:pt x="2780030" y="0"/>
                  </a:lnTo>
                  <a:lnTo>
                    <a:pt x="2823481" y="5836"/>
                  </a:lnTo>
                  <a:lnTo>
                    <a:pt x="2862504" y="22304"/>
                  </a:lnTo>
                  <a:lnTo>
                    <a:pt x="2895552" y="47847"/>
                  </a:lnTo>
                  <a:lnTo>
                    <a:pt x="2921075" y="80903"/>
                  </a:lnTo>
                  <a:lnTo>
                    <a:pt x="2937524" y="119915"/>
                  </a:lnTo>
                  <a:lnTo>
                    <a:pt x="2943351" y="163322"/>
                  </a:lnTo>
                  <a:lnTo>
                    <a:pt x="2943351" y="1470152"/>
                  </a:lnTo>
                  <a:lnTo>
                    <a:pt x="2937524" y="1513558"/>
                  </a:lnTo>
                  <a:lnTo>
                    <a:pt x="2921075" y="1552570"/>
                  </a:lnTo>
                  <a:lnTo>
                    <a:pt x="2895552" y="1585626"/>
                  </a:lnTo>
                  <a:lnTo>
                    <a:pt x="2862504" y="1611169"/>
                  </a:lnTo>
                  <a:lnTo>
                    <a:pt x="2823481" y="1627637"/>
                  </a:lnTo>
                  <a:lnTo>
                    <a:pt x="2780030" y="1633474"/>
                  </a:lnTo>
                  <a:lnTo>
                    <a:pt x="163321" y="1633474"/>
                  </a:lnTo>
                  <a:lnTo>
                    <a:pt x="119915" y="1627637"/>
                  </a:lnTo>
                  <a:lnTo>
                    <a:pt x="80903" y="1611169"/>
                  </a:lnTo>
                  <a:lnTo>
                    <a:pt x="47847" y="1585626"/>
                  </a:lnTo>
                  <a:lnTo>
                    <a:pt x="22304" y="1552570"/>
                  </a:lnTo>
                  <a:lnTo>
                    <a:pt x="5836" y="1513558"/>
                  </a:lnTo>
                  <a:lnTo>
                    <a:pt x="0" y="1470152"/>
                  </a:lnTo>
                  <a:lnTo>
                    <a:pt x="0" y="163322"/>
                  </a:lnTo>
                  <a:close/>
                </a:path>
              </a:pathLst>
            </a:custGeom>
            <a:ln w="12700">
              <a:solidFill>
                <a:srgbClr val="5289D6"/>
              </a:solidFill>
            </a:ln>
          </p:spPr>
          <p:txBody>
            <a:bodyPr wrap="square" lIns="0" tIns="0" rIns="0" bIns="0" rtlCol="0"/>
            <a:lstStyle/>
            <a:p/>
          </p:txBody>
        </p:sp>
      </p:grpSp>
      <p:sp>
        <p:nvSpPr>
          <p:cNvPr id="14" name="object 14"/>
          <p:cNvSpPr txBox="1"/>
          <p:nvPr/>
        </p:nvSpPr>
        <p:spPr>
          <a:xfrm>
            <a:off x="6477000" y="1675765"/>
            <a:ext cx="1950085" cy="2583180"/>
          </a:xfrm>
          <a:prstGeom prst="rect">
            <a:avLst/>
          </a:prstGeom>
        </p:spPr>
        <p:txBody>
          <a:bodyPr vert="horz" wrap="square" lIns="0" tIns="13335" rIns="0" bIns="0" rtlCol="0">
            <a:noAutofit/>
          </a:bodyPr>
          <a:lstStyle/>
          <a:p>
            <a:pPr marL="240665" indent="-227965">
              <a:lnSpc>
                <a:spcPct val="100000"/>
              </a:lnSpc>
              <a:spcBef>
                <a:spcPts val="105"/>
              </a:spcBef>
              <a:buFont typeface="Trebuchet MS" panose="020B0603020202020204"/>
              <a:buChar char="•"/>
              <a:tabLst>
                <a:tab pos="240665" algn="l"/>
              </a:tabLst>
            </a:pPr>
            <a:r>
              <a:rPr sz="2000" b="1" spc="-10" dirty="0">
                <a:latin typeface="Trebuchet MS" panose="020B0603020202020204"/>
                <a:cs typeface="Trebuchet MS" panose="020B0603020202020204"/>
              </a:rPr>
              <a:t>INSERT</a:t>
            </a:r>
            <a:endParaRPr sz="2000">
              <a:latin typeface="Trebuchet MS" panose="020B0603020202020204"/>
              <a:cs typeface="Trebuchet MS" panose="020B0603020202020204"/>
            </a:endParaRPr>
          </a:p>
          <a:p>
            <a:pPr marL="240665" indent="-227965">
              <a:lnSpc>
                <a:spcPct val="100000"/>
              </a:lnSpc>
              <a:spcBef>
                <a:spcPts val="40"/>
              </a:spcBef>
              <a:buFont typeface="Trebuchet MS" panose="020B0603020202020204"/>
              <a:buChar char="•"/>
              <a:tabLst>
                <a:tab pos="240665" algn="l"/>
              </a:tabLst>
            </a:pPr>
            <a:r>
              <a:rPr sz="2000" b="1" spc="-25" dirty="0">
                <a:latin typeface="Trebuchet MS" panose="020B0603020202020204"/>
                <a:cs typeface="Trebuchet MS" panose="020B0603020202020204"/>
              </a:rPr>
              <a:t>UPDATE</a:t>
            </a:r>
            <a:endParaRPr sz="2000">
              <a:latin typeface="Trebuchet MS" panose="020B0603020202020204"/>
              <a:cs typeface="Trebuchet MS" panose="020B0603020202020204"/>
            </a:endParaRPr>
          </a:p>
          <a:p>
            <a:pPr marL="240665" indent="-227965">
              <a:lnSpc>
                <a:spcPct val="100000"/>
              </a:lnSpc>
              <a:spcBef>
                <a:spcPts val="45"/>
              </a:spcBef>
              <a:buFont typeface="Trebuchet MS" panose="020B0603020202020204"/>
              <a:buChar char="•"/>
              <a:tabLst>
                <a:tab pos="240665" algn="l"/>
              </a:tabLst>
            </a:pPr>
            <a:r>
              <a:rPr sz="2000" b="1" spc="-10" dirty="0">
                <a:latin typeface="Trebuchet MS" panose="020B0603020202020204"/>
                <a:cs typeface="Trebuchet MS" panose="020B0603020202020204"/>
              </a:rPr>
              <a:t>DELETE</a:t>
            </a:r>
            <a:endParaRPr sz="2000">
              <a:latin typeface="Trebuchet MS" panose="020B0603020202020204"/>
              <a:cs typeface="Trebuchet MS" panose="020B0603020202020204"/>
            </a:endParaRPr>
          </a:p>
          <a:p>
            <a:pPr marL="240665" indent="-227965">
              <a:lnSpc>
                <a:spcPct val="100000"/>
              </a:lnSpc>
              <a:spcBef>
                <a:spcPts val="40"/>
              </a:spcBef>
              <a:buFont typeface="Trebuchet MS" panose="020B0603020202020204"/>
              <a:buChar char="•"/>
              <a:tabLst>
                <a:tab pos="240665" algn="l"/>
              </a:tabLst>
            </a:pPr>
            <a:r>
              <a:rPr sz="2000" b="1" spc="-10" dirty="0">
                <a:latin typeface="Trebuchet MS" panose="020B0603020202020204"/>
                <a:cs typeface="Trebuchet MS" panose="020B0603020202020204"/>
              </a:rPr>
              <a:t>SELECT</a:t>
            </a:r>
            <a:endParaRPr sz="2000" b="1" spc="-10" dirty="0">
              <a:latin typeface="Trebuchet MS" panose="020B0603020202020204"/>
              <a:cs typeface="Trebuchet MS" panose="020B0603020202020204"/>
            </a:endParaRPr>
          </a:p>
          <a:p>
            <a:pPr marL="240665" indent="-227965">
              <a:lnSpc>
                <a:spcPct val="100000"/>
              </a:lnSpc>
              <a:spcBef>
                <a:spcPts val="40"/>
              </a:spcBef>
              <a:buFont typeface="Trebuchet MS" panose="020B0603020202020204"/>
              <a:buChar char="•"/>
              <a:tabLst>
                <a:tab pos="240665" algn="l"/>
              </a:tabLst>
            </a:pPr>
            <a:endParaRPr sz="2000">
              <a:latin typeface="Trebuchet MS" panose="020B0603020202020204"/>
              <a:cs typeface="Trebuchet MS" panose="020B0603020202020204"/>
            </a:endParaRPr>
          </a:p>
          <a:p>
            <a:pPr marL="240665" indent="-227965">
              <a:lnSpc>
                <a:spcPct val="100000"/>
              </a:lnSpc>
              <a:spcBef>
                <a:spcPts val="40"/>
              </a:spcBef>
              <a:buFont typeface="Trebuchet MS" panose="020B0603020202020204"/>
              <a:buChar char="•"/>
              <a:tabLst>
                <a:tab pos="240665" algn="l"/>
              </a:tabLst>
            </a:pPr>
            <a:r>
              <a:rPr lang="en-US" altLang="en-US" sz="1600">
                <a:latin typeface="Trebuchet MS" panose="020B0603020202020204"/>
                <a:cs typeface="Trebuchet MS" panose="020B0603020202020204"/>
              </a:rPr>
              <a:t>   DATA MANIPULATION</a:t>
            </a:r>
            <a:endParaRPr lang="en-US" altLang="en-US" sz="1600">
              <a:latin typeface="Trebuchet MS" panose="020B0603020202020204"/>
              <a:cs typeface="Trebuchet MS" panose="020B0603020202020204"/>
            </a:endParaRPr>
          </a:p>
          <a:p>
            <a:pPr marL="240665" indent="-227965">
              <a:lnSpc>
                <a:spcPct val="100000"/>
              </a:lnSpc>
              <a:spcBef>
                <a:spcPts val="40"/>
              </a:spcBef>
              <a:buFont typeface="Trebuchet MS" panose="020B0603020202020204"/>
              <a:buChar char="•"/>
              <a:tabLst>
                <a:tab pos="240665" algn="l"/>
              </a:tabLst>
            </a:pPr>
            <a:r>
              <a:rPr lang="en-US" altLang="en-US" sz="1600">
                <a:latin typeface="Trebuchet MS" panose="020B0603020202020204"/>
                <a:cs typeface="Trebuchet MS" panose="020B0603020202020204"/>
              </a:rPr>
              <a:t>     LANGUAGE</a:t>
            </a:r>
            <a:r>
              <a:rPr lang="en-US" altLang="en-US" sz="2000">
                <a:latin typeface="Trebuchet MS" panose="020B0603020202020204"/>
                <a:cs typeface="Trebuchet MS" panose="020B0603020202020204"/>
              </a:rPr>
              <a:t>  </a:t>
            </a:r>
            <a:endParaRPr lang="en-US" altLang="en-US" sz="2000">
              <a:latin typeface="Trebuchet MS" panose="020B0603020202020204"/>
              <a:cs typeface="Trebuchet MS" panose="020B0603020202020204"/>
            </a:endParaRPr>
          </a:p>
        </p:txBody>
      </p:sp>
      <p:grpSp>
        <p:nvGrpSpPr>
          <p:cNvPr id="15" name="object 15"/>
          <p:cNvGrpSpPr/>
          <p:nvPr/>
        </p:nvGrpSpPr>
        <p:grpSpPr>
          <a:xfrm>
            <a:off x="853706" y="1651889"/>
            <a:ext cx="3420110" cy="1574800"/>
            <a:chOff x="853706" y="1651889"/>
            <a:chExt cx="3420110" cy="1574800"/>
          </a:xfrm>
        </p:grpSpPr>
        <p:sp>
          <p:nvSpPr>
            <p:cNvPr id="16" name="object 16"/>
            <p:cNvSpPr/>
            <p:nvPr/>
          </p:nvSpPr>
          <p:spPr>
            <a:xfrm>
              <a:off x="860056" y="1658239"/>
              <a:ext cx="3407410" cy="1562100"/>
            </a:xfrm>
            <a:custGeom>
              <a:avLst/>
              <a:gdLst/>
              <a:ahLst/>
              <a:cxnLst/>
              <a:rect l="l" t="t" r="r" b="b"/>
              <a:pathLst>
                <a:path w="3407410" h="1562100">
                  <a:moveTo>
                    <a:pt x="3250933" y="0"/>
                  </a:moveTo>
                  <a:lnTo>
                    <a:pt x="156159" y="0"/>
                  </a:lnTo>
                  <a:lnTo>
                    <a:pt x="106800" y="7967"/>
                  </a:lnTo>
                  <a:lnTo>
                    <a:pt x="63933" y="30150"/>
                  </a:lnTo>
                  <a:lnTo>
                    <a:pt x="30129" y="63971"/>
                  </a:lnTo>
                  <a:lnTo>
                    <a:pt x="7960" y="106850"/>
                  </a:lnTo>
                  <a:lnTo>
                    <a:pt x="0" y="156210"/>
                  </a:lnTo>
                  <a:lnTo>
                    <a:pt x="0" y="1405382"/>
                  </a:lnTo>
                  <a:lnTo>
                    <a:pt x="7960" y="1454741"/>
                  </a:lnTo>
                  <a:lnTo>
                    <a:pt x="30129" y="1497620"/>
                  </a:lnTo>
                  <a:lnTo>
                    <a:pt x="63933" y="1531441"/>
                  </a:lnTo>
                  <a:lnTo>
                    <a:pt x="106800" y="1553624"/>
                  </a:lnTo>
                  <a:lnTo>
                    <a:pt x="156159" y="1561591"/>
                  </a:lnTo>
                  <a:lnTo>
                    <a:pt x="3250933" y="1561591"/>
                  </a:lnTo>
                  <a:lnTo>
                    <a:pt x="3300279" y="1553624"/>
                  </a:lnTo>
                  <a:lnTo>
                    <a:pt x="3343127" y="1531441"/>
                  </a:lnTo>
                  <a:lnTo>
                    <a:pt x="3376910" y="1497620"/>
                  </a:lnTo>
                  <a:lnTo>
                    <a:pt x="3399062" y="1454741"/>
                  </a:lnTo>
                  <a:lnTo>
                    <a:pt x="3407016" y="1405382"/>
                  </a:lnTo>
                  <a:lnTo>
                    <a:pt x="3407016" y="156210"/>
                  </a:lnTo>
                  <a:lnTo>
                    <a:pt x="3399062" y="106850"/>
                  </a:lnTo>
                  <a:lnTo>
                    <a:pt x="3376910" y="63971"/>
                  </a:lnTo>
                  <a:lnTo>
                    <a:pt x="3343127" y="30150"/>
                  </a:lnTo>
                  <a:lnTo>
                    <a:pt x="3300279" y="7967"/>
                  </a:lnTo>
                  <a:lnTo>
                    <a:pt x="3250933" y="0"/>
                  </a:lnTo>
                  <a:close/>
                </a:path>
              </a:pathLst>
            </a:custGeom>
            <a:solidFill>
              <a:srgbClr val="FFFFFF">
                <a:alpha val="90194"/>
              </a:srgbClr>
            </a:solidFill>
          </p:spPr>
          <p:txBody>
            <a:bodyPr wrap="square" lIns="0" tIns="0" rIns="0" bIns="0" rtlCol="0"/>
            <a:lstStyle/>
            <a:p/>
          </p:txBody>
        </p:sp>
        <p:sp>
          <p:nvSpPr>
            <p:cNvPr id="17" name="object 17"/>
            <p:cNvSpPr/>
            <p:nvPr/>
          </p:nvSpPr>
          <p:spPr>
            <a:xfrm>
              <a:off x="860056" y="1658239"/>
              <a:ext cx="3407410" cy="1562100"/>
            </a:xfrm>
            <a:custGeom>
              <a:avLst/>
              <a:gdLst/>
              <a:ahLst/>
              <a:cxnLst/>
              <a:rect l="l" t="t" r="r" b="b"/>
              <a:pathLst>
                <a:path w="3407410" h="1562100">
                  <a:moveTo>
                    <a:pt x="0" y="156210"/>
                  </a:moveTo>
                  <a:lnTo>
                    <a:pt x="7960" y="106850"/>
                  </a:lnTo>
                  <a:lnTo>
                    <a:pt x="30129" y="63971"/>
                  </a:lnTo>
                  <a:lnTo>
                    <a:pt x="63933" y="30150"/>
                  </a:lnTo>
                  <a:lnTo>
                    <a:pt x="106800" y="7967"/>
                  </a:lnTo>
                  <a:lnTo>
                    <a:pt x="156159" y="0"/>
                  </a:lnTo>
                  <a:lnTo>
                    <a:pt x="3250933" y="0"/>
                  </a:lnTo>
                  <a:lnTo>
                    <a:pt x="3300279" y="7967"/>
                  </a:lnTo>
                  <a:lnTo>
                    <a:pt x="3343127" y="30150"/>
                  </a:lnTo>
                  <a:lnTo>
                    <a:pt x="3376910" y="63971"/>
                  </a:lnTo>
                  <a:lnTo>
                    <a:pt x="3399062" y="106850"/>
                  </a:lnTo>
                  <a:lnTo>
                    <a:pt x="3407016" y="156210"/>
                  </a:lnTo>
                  <a:lnTo>
                    <a:pt x="3407016" y="1405382"/>
                  </a:lnTo>
                  <a:lnTo>
                    <a:pt x="3399062" y="1454741"/>
                  </a:lnTo>
                  <a:lnTo>
                    <a:pt x="3376910" y="1497620"/>
                  </a:lnTo>
                  <a:lnTo>
                    <a:pt x="3343127" y="1531441"/>
                  </a:lnTo>
                  <a:lnTo>
                    <a:pt x="3300279" y="1553624"/>
                  </a:lnTo>
                  <a:lnTo>
                    <a:pt x="3250933" y="1561591"/>
                  </a:lnTo>
                  <a:lnTo>
                    <a:pt x="156159" y="1561591"/>
                  </a:lnTo>
                  <a:lnTo>
                    <a:pt x="106800" y="1553624"/>
                  </a:lnTo>
                  <a:lnTo>
                    <a:pt x="63933" y="1531441"/>
                  </a:lnTo>
                  <a:lnTo>
                    <a:pt x="30129" y="1497620"/>
                  </a:lnTo>
                  <a:lnTo>
                    <a:pt x="7960" y="1454741"/>
                  </a:lnTo>
                  <a:lnTo>
                    <a:pt x="0" y="1405382"/>
                  </a:lnTo>
                  <a:lnTo>
                    <a:pt x="0" y="156210"/>
                  </a:lnTo>
                  <a:close/>
                </a:path>
              </a:pathLst>
            </a:custGeom>
            <a:ln w="12700">
              <a:solidFill>
                <a:srgbClr val="1B5C9C"/>
              </a:solidFill>
            </a:ln>
          </p:spPr>
          <p:txBody>
            <a:bodyPr wrap="square" lIns="0" tIns="0" rIns="0" bIns="0" rtlCol="0"/>
            <a:lstStyle/>
            <a:p/>
          </p:txBody>
        </p:sp>
      </p:grpSp>
      <p:sp>
        <p:nvSpPr>
          <p:cNvPr id="18" name="object 18"/>
          <p:cNvSpPr txBox="1"/>
          <p:nvPr/>
        </p:nvSpPr>
        <p:spPr>
          <a:xfrm>
            <a:off x="950467" y="1707641"/>
            <a:ext cx="2037714" cy="2823210"/>
          </a:xfrm>
          <a:prstGeom prst="rect">
            <a:avLst/>
          </a:prstGeom>
        </p:spPr>
        <p:txBody>
          <a:bodyPr vert="horz" wrap="square" lIns="0" tIns="12700" rIns="0" bIns="0" rtlCol="0">
            <a:spAutoFit/>
          </a:bodyPr>
          <a:lstStyle/>
          <a:p>
            <a:pPr marL="183515" indent="-170815">
              <a:lnSpc>
                <a:spcPct val="100000"/>
              </a:lnSpc>
              <a:spcBef>
                <a:spcPts val="100"/>
              </a:spcBef>
              <a:buFont typeface="Trebuchet MS" panose="020B0603020202020204"/>
              <a:buChar char="•"/>
              <a:tabLst>
                <a:tab pos="183515" algn="l"/>
              </a:tabLst>
            </a:pPr>
            <a:r>
              <a:rPr sz="1800" b="1" spc="-25" dirty="0">
                <a:latin typeface="Trebuchet MS" panose="020B0603020202020204"/>
                <a:cs typeface="Trebuchet MS" panose="020B0603020202020204"/>
              </a:rPr>
              <a:t>CREATE</a:t>
            </a:r>
            <a:r>
              <a:rPr sz="1800" b="1" spc="-90" dirty="0">
                <a:latin typeface="Trebuchet MS" panose="020B0603020202020204"/>
                <a:cs typeface="Trebuchet MS" panose="020B0603020202020204"/>
              </a:rPr>
              <a:t> </a:t>
            </a:r>
            <a:r>
              <a:rPr sz="1800" b="1" spc="-20" dirty="0">
                <a:latin typeface="Trebuchet MS" panose="020B0603020202020204"/>
                <a:cs typeface="Trebuchet MS" panose="020B0603020202020204"/>
              </a:rPr>
              <a:t>TABLE</a:t>
            </a:r>
            <a:endParaRPr sz="1800">
              <a:latin typeface="Trebuchet MS" panose="020B0603020202020204"/>
              <a:cs typeface="Trebuchet MS" panose="020B0603020202020204"/>
            </a:endParaRPr>
          </a:p>
          <a:p>
            <a:pPr marL="183515" indent="-170815">
              <a:lnSpc>
                <a:spcPct val="100000"/>
              </a:lnSpc>
              <a:spcBef>
                <a:spcPts val="35"/>
              </a:spcBef>
              <a:buFont typeface="Trebuchet MS" panose="020B0603020202020204"/>
              <a:buChar char="•"/>
              <a:tabLst>
                <a:tab pos="183515" algn="l"/>
              </a:tabLst>
            </a:pPr>
            <a:r>
              <a:rPr sz="1800" b="1" spc="-20" dirty="0">
                <a:latin typeface="Trebuchet MS" panose="020B0603020202020204"/>
                <a:cs typeface="Trebuchet MS" panose="020B0603020202020204"/>
              </a:rPr>
              <a:t>ALTER</a:t>
            </a:r>
            <a:r>
              <a:rPr sz="1800" b="1" spc="-110" dirty="0">
                <a:latin typeface="Trebuchet MS" panose="020B0603020202020204"/>
                <a:cs typeface="Trebuchet MS" panose="020B0603020202020204"/>
              </a:rPr>
              <a:t> </a:t>
            </a:r>
            <a:r>
              <a:rPr sz="1800" b="1" spc="-20" dirty="0">
                <a:latin typeface="Trebuchet MS" panose="020B0603020202020204"/>
                <a:cs typeface="Trebuchet MS" panose="020B0603020202020204"/>
              </a:rPr>
              <a:t>TABLE</a:t>
            </a:r>
            <a:endParaRPr sz="1800">
              <a:latin typeface="Trebuchet MS" panose="020B0603020202020204"/>
              <a:cs typeface="Trebuchet MS" panose="020B0603020202020204"/>
            </a:endParaRPr>
          </a:p>
          <a:p>
            <a:pPr marL="183515" indent="-170815">
              <a:lnSpc>
                <a:spcPct val="100000"/>
              </a:lnSpc>
              <a:spcBef>
                <a:spcPts val="40"/>
              </a:spcBef>
              <a:buFont typeface="Trebuchet MS" panose="020B0603020202020204"/>
              <a:buChar char="•"/>
              <a:tabLst>
                <a:tab pos="183515" algn="l"/>
              </a:tabLst>
            </a:pPr>
            <a:r>
              <a:rPr sz="1800" b="1" dirty="0">
                <a:latin typeface="Trebuchet MS" panose="020B0603020202020204"/>
                <a:cs typeface="Trebuchet MS" panose="020B0603020202020204"/>
              </a:rPr>
              <a:t>DROP</a:t>
            </a:r>
            <a:r>
              <a:rPr sz="1800" b="1" spc="-120" dirty="0">
                <a:latin typeface="Trebuchet MS" panose="020B0603020202020204"/>
                <a:cs typeface="Trebuchet MS" panose="020B0603020202020204"/>
              </a:rPr>
              <a:t> </a:t>
            </a:r>
            <a:r>
              <a:rPr sz="1800" b="1" spc="-10" dirty="0">
                <a:latin typeface="Trebuchet MS" panose="020B0603020202020204"/>
                <a:cs typeface="Trebuchet MS" panose="020B0603020202020204"/>
              </a:rPr>
              <a:t>TABLE</a:t>
            </a:r>
            <a:endParaRPr sz="1800">
              <a:latin typeface="Trebuchet MS" panose="020B0603020202020204"/>
              <a:cs typeface="Trebuchet MS" panose="020B0603020202020204"/>
            </a:endParaRPr>
          </a:p>
          <a:p>
            <a:pPr marL="183515" indent="-170815">
              <a:lnSpc>
                <a:spcPct val="100000"/>
              </a:lnSpc>
              <a:spcBef>
                <a:spcPts val="35"/>
              </a:spcBef>
              <a:buFont typeface="Trebuchet MS" panose="020B0603020202020204"/>
              <a:buChar char="•"/>
              <a:tabLst>
                <a:tab pos="183515" algn="l"/>
              </a:tabLst>
            </a:pPr>
            <a:r>
              <a:rPr sz="1800" b="1" spc="-25" dirty="0">
                <a:latin typeface="Trebuchet MS" panose="020B0603020202020204"/>
                <a:cs typeface="Trebuchet MS" panose="020B0603020202020204"/>
              </a:rPr>
              <a:t>TRUNCATE</a:t>
            </a:r>
            <a:r>
              <a:rPr sz="1800" b="1" spc="-70" dirty="0">
                <a:latin typeface="Trebuchet MS" panose="020B0603020202020204"/>
                <a:cs typeface="Trebuchet MS" panose="020B0603020202020204"/>
              </a:rPr>
              <a:t> </a:t>
            </a:r>
            <a:r>
              <a:rPr sz="1800" b="1" spc="-10" dirty="0">
                <a:latin typeface="Trebuchet MS" panose="020B0603020202020204"/>
                <a:cs typeface="Trebuchet MS" panose="020B0603020202020204"/>
              </a:rPr>
              <a:t>TABLE</a:t>
            </a:r>
            <a:endParaRPr sz="1800">
              <a:latin typeface="Trebuchet MS" panose="020B0603020202020204"/>
              <a:cs typeface="Trebuchet MS" panose="020B0603020202020204"/>
            </a:endParaRPr>
          </a:p>
          <a:p>
            <a:pPr marL="183515" indent="-170815">
              <a:lnSpc>
                <a:spcPct val="100000"/>
              </a:lnSpc>
              <a:spcBef>
                <a:spcPts val="35"/>
              </a:spcBef>
              <a:buFont typeface="Trebuchet MS" panose="020B0603020202020204"/>
              <a:buChar char="•"/>
              <a:tabLst>
                <a:tab pos="183515" algn="l"/>
              </a:tabLst>
            </a:pPr>
            <a:r>
              <a:rPr sz="1800" b="1" spc="-10" dirty="0">
                <a:latin typeface="Trebuchet MS" panose="020B0603020202020204"/>
                <a:cs typeface="Trebuchet MS" panose="020B0603020202020204"/>
              </a:rPr>
              <a:t>RENAME</a:t>
            </a:r>
            <a:endParaRPr sz="1800" b="1" spc="-10" dirty="0">
              <a:latin typeface="Trebuchet MS" panose="020B0603020202020204"/>
              <a:cs typeface="Trebuchet MS" panose="020B0603020202020204"/>
            </a:endParaRPr>
          </a:p>
          <a:p>
            <a:pPr marL="183515" indent="-170815">
              <a:lnSpc>
                <a:spcPct val="100000"/>
              </a:lnSpc>
              <a:spcBef>
                <a:spcPts val="35"/>
              </a:spcBef>
              <a:buFont typeface="Trebuchet MS" panose="020B0603020202020204"/>
              <a:buChar char="•"/>
              <a:tabLst>
                <a:tab pos="183515" algn="l"/>
              </a:tabLst>
            </a:pPr>
            <a:endParaRPr sz="1800">
              <a:latin typeface="Trebuchet MS" panose="020B0603020202020204"/>
              <a:cs typeface="Trebuchet MS" panose="020B0603020202020204"/>
            </a:endParaRPr>
          </a:p>
          <a:p>
            <a:pPr marL="183515" indent="-170815">
              <a:lnSpc>
                <a:spcPct val="100000"/>
              </a:lnSpc>
              <a:spcBef>
                <a:spcPts val="35"/>
              </a:spcBef>
              <a:buFont typeface="Trebuchet MS" panose="020B0603020202020204"/>
              <a:buChar char="•"/>
              <a:tabLst>
                <a:tab pos="183515" algn="l"/>
              </a:tabLst>
            </a:pPr>
            <a:r>
              <a:rPr lang="en-US" altLang="en-US" sz="1800">
                <a:latin typeface="Trebuchet MS" panose="020B0603020202020204"/>
                <a:cs typeface="Trebuchet MS" panose="020B0603020202020204"/>
              </a:rPr>
              <a:t>DATA</a:t>
            </a:r>
            <a:endParaRPr lang="en-US" altLang="en-US" sz="1800">
              <a:latin typeface="Trebuchet MS" panose="020B0603020202020204"/>
              <a:cs typeface="Trebuchet MS" panose="020B0603020202020204"/>
            </a:endParaRPr>
          </a:p>
          <a:p>
            <a:pPr marL="183515" indent="-170815">
              <a:lnSpc>
                <a:spcPct val="100000"/>
              </a:lnSpc>
              <a:spcBef>
                <a:spcPts val="35"/>
              </a:spcBef>
              <a:buFont typeface="Trebuchet MS" panose="020B0603020202020204"/>
              <a:buChar char="•"/>
              <a:tabLst>
                <a:tab pos="183515" algn="l"/>
              </a:tabLst>
            </a:pPr>
            <a:r>
              <a:rPr lang="en-US" altLang="en-US" sz="1800">
                <a:latin typeface="Trebuchet MS" panose="020B0603020202020204"/>
                <a:cs typeface="Trebuchet MS" panose="020B0603020202020204"/>
              </a:rPr>
              <a:t>DIFINATION</a:t>
            </a:r>
            <a:endParaRPr lang="en-US" altLang="en-US" sz="1800">
              <a:latin typeface="Trebuchet MS" panose="020B0603020202020204"/>
              <a:cs typeface="Trebuchet MS" panose="020B0603020202020204"/>
            </a:endParaRPr>
          </a:p>
          <a:p>
            <a:pPr marL="183515" indent="-170815">
              <a:lnSpc>
                <a:spcPct val="100000"/>
              </a:lnSpc>
              <a:spcBef>
                <a:spcPts val="35"/>
              </a:spcBef>
              <a:buFont typeface="Trebuchet MS" panose="020B0603020202020204"/>
              <a:buChar char="•"/>
              <a:tabLst>
                <a:tab pos="183515" algn="l"/>
              </a:tabLst>
            </a:pPr>
            <a:r>
              <a:rPr lang="en-US" altLang="en-US" sz="1800">
                <a:latin typeface="Trebuchet MS" panose="020B0603020202020204"/>
                <a:cs typeface="Trebuchet MS" panose="020B0603020202020204"/>
              </a:rPr>
              <a:t>LANGUAGE</a:t>
            </a:r>
            <a:endParaRPr sz="1800">
              <a:latin typeface="Trebuchet MS" panose="020B0603020202020204"/>
              <a:cs typeface="Trebuchet MS" panose="020B0603020202020204"/>
            </a:endParaRPr>
          </a:p>
          <a:p>
            <a:pPr marL="183515" indent="-170815">
              <a:lnSpc>
                <a:spcPct val="100000"/>
              </a:lnSpc>
              <a:spcBef>
                <a:spcPts val="35"/>
              </a:spcBef>
              <a:buFont typeface="Trebuchet MS" panose="020B0603020202020204"/>
              <a:buChar char="•"/>
              <a:tabLst>
                <a:tab pos="183515" algn="l"/>
              </a:tabLst>
            </a:pPr>
            <a:endParaRPr sz="1800">
              <a:latin typeface="Trebuchet MS" panose="020B0603020202020204"/>
              <a:cs typeface="Trebuchet MS" panose="020B0603020202020204"/>
            </a:endParaRPr>
          </a:p>
        </p:txBody>
      </p:sp>
      <p:grpSp>
        <p:nvGrpSpPr>
          <p:cNvPr id="19" name="object 19"/>
          <p:cNvGrpSpPr/>
          <p:nvPr/>
        </p:nvGrpSpPr>
        <p:grpSpPr>
          <a:xfrm>
            <a:off x="2276094" y="1968754"/>
            <a:ext cx="4336415" cy="2125980"/>
            <a:chOff x="2276094" y="1968754"/>
            <a:chExt cx="4336415" cy="2125980"/>
          </a:xfrm>
        </p:grpSpPr>
        <p:sp>
          <p:nvSpPr>
            <p:cNvPr id="20" name="object 20"/>
            <p:cNvSpPr/>
            <p:nvPr/>
          </p:nvSpPr>
          <p:spPr>
            <a:xfrm>
              <a:off x="2282444" y="1975104"/>
              <a:ext cx="2113280" cy="2113280"/>
            </a:xfrm>
            <a:custGeom>
              <a:avLst/>
              <a:gdLst/>
              <a:ahLst/>
              <a:cxnLst/>
              <a:rect l="l" t="t" r="r" b="b"/>
              <a:pathLst>
                <a:path w="2113279" h="2113279">
                  <a:moveTo>
                    <a:pt x="2112898" y="0"/>
                  </a:moveTo>
                  <a:lnTo>
                    <a:pt x="2064403" y="545"/>
                  </a:lnTo>
                  <a:lnTo>
                    <a:pt x="2016176" y="2174"/>
                  </a:lnTo>
                  <a:lnTo>
                    <a:pt x="1968227" y="4874"/>
                  </a:lnTo>
                  <a:lnTo>
                    <a:pt x="1920570" y="8635"/>
                  </a:lnTo>
                  <a:lnTo>
                    <a:pt x="1873214" y="13443"/>
                  </a:lnTo>
                  <a:lnTo>
                    <a:pt x="1826174" y="19289"/>
                  </a:lnTo>
                  <a:lnTo>
                    <a:pt x="1779458" y="26159"/>
                  </a:lnTo>
                  <a:lnTo>
                    <a:pt x="1733081" y="34043"/>
                  </a:lnTo>
                  <a:lnTo>
                    <a:pt x="1687052" y="42928"/>
                  </a:lnTo>
                  <a:lnTo>
                    <a:pt x="1641385" y="52804"/>
                  </a:lnTo>
                  <a:lnTo>
                    <a:pt x="1596089" y="63658"/>
                  </a:lnTo>
                  <a:lnTo>
                    <a:pt x="1551178" y="75478"/>
                  </a:lnTo>
                  <a:lnTo>
                    <a:pt x="1506663" y="88254"/>
                  </a:lnTo>
                  <a:lnTo>
                    <a:pt x="1462554" y="101973"/>
                  </a:lnTo>
                  <a:lnTo>
                    <a:pt x="1418865" y="116624"/>
                  </a:lnTo>
                  <a:lnTo>
                    <a:pt x="1375607" y="132194"/>
                  </a:lnTo>
                  <a:lnTo>
                    <a:pt x="1332791" y="148674"/>
                  </a:lnTo>
                  <a:lnTo>
                    <a:pt x="1290429" y="166050"/>
                  </a:lnTo>
                  <a:lnTo>
                    <a:pt x="1248532" y="184311"/>
                  </a:lnTo>
                  <a:lnTo>
                    <a:pt x="1207113" y="203446"/>
                  </a:lnTo>
                  <a:lnTo>
                    <a:pt x="1166183" y="223443"/>
                  </a:lnTo>
                  <a:lnTo>
                    <a:pt x="1125753" y="244290"/>
                  </a:lnTo>
                  <a:lnTo>
                    <a:pt x="1085835" y="265975"/>
                  </a:lnTo>
                  <a:lnTo>
                    <a:pt x="1046442" y="288487"/>
                  </a:lnTo>
                  <a:lnTo>
                    <a:pt x="1007584" y="311814"/>
                  </a:lnTo>
                  <a:lnTo>
                    <a:pt x="969273" y="335945"/>
                  </a:lnTo>
                  <a:lnTo>
                    <a:pt x="931521" y="360868"/>
                  </a:lnTo>
                  <a:lnTo>
                    <a:pt x="894339" y="386571"/>
                  </a:lnTo>
                  <a:lnTo>
                    <a:pt x="857740" y="413043"/>
                  </a:lnTo>
                  <a:lnTo>
                    <a:pt x="821734" y="440272"/>
                  </a:lnTo>
                  <a:lnTo>
                    <a:pt x="786334" y="468246"/>
                  </a:lnTo>
                  <a:lnTo>
                    <a:pt x="751551" y="496953"/>
                  </a:lnTo>
                  <a:lnTo>
                    <a:pt x="717397" y="526383"/>
                  </a:lnTo>
                  <a:lnTo>
                    <a:pt x="683883" y="556522"/>
                  </a:lnTo>
                  <a:lnTo>
                    <a:pt x="651021" y="587361"/>
                  </a:lnTo>
                  <a:lnTo>
                    <a:pt x="618823" y="618886"/>
                  </a:lnTo>
                  <a:lnTo>
                    <a:pt x="587300" y="651087"/>
                  </a:lnTo>
                  <a:lnTo>
                    <a:pt x="556464" y="683952"/>
                  </a:lnTo>
                  <a:lnTo>
                    <a:pt x="526327" y="717468"/>
                  </a:lnTo>
                  <a:lnTo>
                    <a:pt x="496900" y="751625"/>
                  </a:lnTo>
                  <a:lnTo>
                    <a:pt x="468195" y="786411"/>
                  </a:lnTo>
                  <a:lnTo>
                    <a:pt x="440224" y="821814"/>
                  </a:lnTo>
                  <a:lnTo>
                    <a:pt x="412998" y="857822"/>
                  </a:lnTo>
                  <a:lnTo>
                    <a:pt x="386529" y="894424"/>
                  </a:lnTo>
                  <a:lnTo>
                    <a:pt x="360828" y="931608"/>
                  </a:lnTo>
                  <a:lnTo>
                    <a:pt x="335908" y="969362"/>
                  </a:lnTo>
                  <a:lnTo>
                    <a:pt x="311779" y="1007676"/>
                  </a:lnTo>
                  <a:lnTo>
                    <a:pt x="288454" y="1046536"/>
                  </a:lnTo>
                  <a:lnTo>
                    <a:pt x="265944" y="1085932"/>
                  </a:lnTo>
                  <a:lnTo>
                    <a:pt x="244261" y="1125852"/>
                  </a:lnTo>
                  <a:lnTo>
                    <a:pt x="223417" y="1166284"/>
                  </a:lnTo>
                  <a:lnTo>
                    <a:pt x="203422" y="1207216"/>
                  </a:lnTo>
                  <a:lnTo>
                    <a:pt x="184289" y="1248637"/>
                  </a:lnTo>
                  <a:lnTo>
                    <a:pt x="166030" y="1290536"/>
                  </a:lnTo>
                  <a:lnTo>
                    <a:pt x="148656" y="1332900"/>
                  </a:lnTo>
                  <a:lnTo>
                    <a:pt x="132178" y="1375718"/>
                  </a:lnTo>
                  <a:lnTo>
                    <a:pt x="116609" y="1418978"/>
                  </a:lnTo>
                  <a:lnTo>
                    <a:pt x="101960" y="1462669"/>
                  </a:lnTo>
                  <a:lnTo>
                    <a:pt x="88243" y="1506779"/>
                  </a:lnTo>
                  <a:lnTo>
                    <a:pt x="75469" y="1551296"/>
                  </a:lnTo>
                  <a:lnTo>
                    <a:pt x="63650" y="1596208"/>
                  </a:lnTo>
                  <a:lnTo>
                    <a:pt x="52797" y="1641505"/>
                  </a:lnTo>
                  <a:lnTo>
                    <a:pt x="42923" y="1687174"/>
                  </a:lnTo>
                  <a:lnTo>
                    <a:pt x="34038" y="1733204"/>
                  </a:lnTo>
                  <a:lnTo>
                    <a:pt x="26156" y="1779582"/>
                  </a:lnTo>
                  <a:lnTo>
                    <a:pt x="19286" y="1826298"/>
                  </a:lnTo>
                  <a:lnTo>
                    <a:pt x="13442" y="1873340"/>
                  </a:lnTo>
                  <a:lnTo>
                    <a:pt x="8634" y="1920695"/>
                  </a:lnTo>
                  <a:lnTo>
                    <a:pt x="4874" y="1968354"/>
                  </a:lnTo>
                  <a:lnTo>
                    <a:pt x="2174" y="2016302"/>
                  </a:lnTo>
                  <a:lnTo>
                    <a:pt x="545" y="2064530"/>
                  </a:lnTo>
                  <a:lnTo>
                    <a:pt x="0" y="2113026"/>
                  </a:lnTo>
                  <a:lnTo>
                    <a:pt x="2112898" y="2113026"/>
                  </a:lnTo>
                  <a:lnTo>
                    <a:pt x="2112898" y="0"/>
                  </a:lnTo>
                  <a:close/>
                </a:path>
              </a:pathLst>
            </a:custGeom>
            <a:solidFill>
              <a:srgbClr val="1B5C9C"/>
            </a:solidFill>
          </p:spPr>
          <p:txBody>
            <a:bodyPr wrap="square" lIns="0" tIns="0" rIns="0" bIns="0" rtlCol="0"/>
            <a:lstStyle/>
            <a:p/>
          </p:txBody>
        </p:sp>
        <p:sp>
          <p:nvSpPr>
            <p:cNvPr id="21" name="object 21"/>
            <p:cNvSpPr/>
            <p:nvPr/>
          </p:nvSpPr>
          <p:spPr>
            <a:xfrm>
              <a:off x="2282444" y="1975104"/>
              <a:ext cx="2113280" cy="2113280"/>
            </a:xfrm>
            <a:custGeom>
              <a:avLst/>
              <a:gdLst/>
              <a:ahLst/>
              <a:cxnLst/>
              <a:rect l="l" t="t" r="r" b="b"/>
              <a:pathLst>
                <a:path w="2113279" h="2113279">
                  <a:moveTo>
                    <a:pt x="0" y="2113026"/>
                  </a:moveTo>
                  <a:lnTo>
                    <a:pt x="545" y="2064530"/>
                  </a:lnTo>
                  <a:lnTo>
                    <a:pt x="2174" y="2016302"/>
                  </a:lnTo>
                  <a:lnTo>
                    <a:pt x="4874" y="1968354"/>
                  </a:lnTo>
                  <a:lnTo>
                    <a:pt x="8634" y="1920695"/>
                  </a:lnTo>
                  <a:lnTo>
                    <a:pt x="13442" y="1873340"/>
                  </a:lnTo>
                  <a:lnTo>
                    <a:pt x="19286" y="1826298"/>
                  </a:lnTo>
                  <a:lnTo>
                    <a:pt x="26156" y="1779582"/>
                  </a:lnTo>
                  <a:lnTo>
                    <a:pt x="34038" y="1733204"/>
                  </a:lnTo>
                  <a:lnTo>
                    <a:pt x="42923" y="1687174"/>
                  </a:lnTo>
                  <a:lnTo>
                    <a:pt x="52797" y="1641505"/>
                  </a:lnTo>
                  <a:lnTo>
                    <a:pt x="63650" y="1596208"/>
                  </a:lnTo>
                  <a:lnTo>
                    <a:pt x="75469" y="1551296"/>
                  </a:lnTo>
                  <a:lnTo>
                    <a:pt x="88243" y="1506779"/>
                  </a:lnTo>
                  <a:lnTo>
                    <a:pt x="101960" y="1462669"/>
                  </a:lnTo>
                  <a:lnTo>
                    <a:pt x="116609" y="1418978"/>
                  </a:lnTo>
                  <a:lnTo>
                    <a:pt x="132178" y="1375718"/>
                  </a:lnTo>
                  <a:lnTo>
                    <a:pt x="148656" y="1332900"/>
                  </a:lnTo>
                  <a:lnTo>
                    <a:pt x="166030" y="1290536"/>
                  </a:lnTo>
                  <a:lnTo>
                    <a:pt x="184289" y="1248637"/>
                  </a:lnTo>
                  <a:lnTo>
                    <a:pt x="203422" y="1207216"/>
                  </a:lnTo>
                  <a:lnTo>
                    <a:pt x="223417" y="1166284"/>
                  </a:lnTo>
                  <a:lnTo>
                    <a:pt x="244261" y="1125852"/>
                  </a:lnTo>
                  <a:lnTo>
                    <a:pt x="265944" y="1085932"/>
                  </a:lnTo>
                  <a:lnTo>
                    <a:pt x="288454" y="1046536"/>
                  </a:lnTo>
                  <a:lnTo>
                    <a:pt x="311779" y="1007676"/>
                  </a:lnTo>
                  <a:lnTo>
                    <a:pt x="335908" y="969362"/>
                  </a:lnTo>
                  <a:lnTo>
                    <a:pt x="360828" y="931608"/>
                  </a:lnTo>
                  <a:lnTo>
                    <a:pt x="386529" y="894424"/>
                  </a:lnTo>
                  <a:lnTo>
                    <a:pt x="412998" y="857822"/>
                  </a:lnTo>
                  <a:lnTo>
                    <a:pt x="440224" y="821814"/>
                  </a:lnTo>
                  <a:lnTo>
                    <a:pt x="468195" y="786411"/>
                  </a:lnTo>
                  <a:lnTo>
                    <a:pt x="496900" y="751625"/>
                  </a:lnTo>
                  <a:lnTo>
                    <a:pt x="526327" y="717468"/>
                  </a:lnTo>
                  <a:lnTo>
                    <a:pt x="556464" y="683952"/>
                  </a:lnTo>
                  <a:lnTo>
                    <a:pt x="587300" y="651087"/>
                  </a:lnTo>
                  <a:lnTo>
                    <a:pt x="618823" y="618886"/>
                  </a:lnTo>
                  <a:lnTo>
                    <a:pt x="651021" y="587361"/>
                  </a:lnTo>
                  <a:lnTo>
                    <a:pt x="683883" y="556522"/>
                  </a:lnTo>
                  <a:lnTo>
                    <a:pt x="717397" y="526383"/>
                  </a:lnTo>
                  <a:lnTo>
                    <a:pt x="751551" y="496953"/>
                  </a:lnTo>
                  <a:lnTo>
                    <a:pt x="786334" y="468246"/>
                  </a:lnTo>
                  <a:lnTo>
                    <a:pt x="821734" y="440272"/>
                  </a:lnTo>
                  <a:lnTo>
                    <a:pt x="857740" y="413043"/>
                  </a:lnTo>
                  <a:lnTo>
                    <a:pt x="894339" y="386571"/>
                  </a:lnTo>
                  <a:lnTo>
                    <a:pt x="931521" y="360868"/>
                  </a:lnTo>
                  <a:lnTo>
                    <a:pt x="969273" y="335945"/>
                  </a:lnTo>
                  <a:lnTo>
                    <a:pt x="1007584" y="311814"/>
                  </a:lnTo>
                  <a:lnTo>
                    <a:pt x="1046442" y="288487"/>
                  </a:lnTo>
                  <a:lnTo>
                    <a:pt x="1085835" y="265975"/>
                  </a:lnTo>
                  <a:lnTo>
                    <a:pt x="1125753" y="244290"/>
                  </a:lnTo>
                  <a:lnTo>
                    <a:pt x="1166183" y="223443"/>
                  </a:lnTo>
                  <a:lnTo>
                    <a:pt x="1207113" y="203446"/>
                  </a:lnTo>
                  <a:lnTo>
                    <a:pt x="1248532" y="184311"/>
                  </a:lnTo>
                  <a:lnTo>
                    <a:pt x="1290429" y="166050"/>
                  </a:lnTo>
                  <a:lnTo>
                    <a:pt x="1332791" y="148674"/>
                  </a:lnTo>
                  <a:lnTo>
                    <a:pt x="1375607" y="132194"/>
                  </a:lnTo>
                  <a:lnTo>
                    <a:pt x="1418865" y="116624"/>
                  </a:lnTo>
                  <a:lnTo>
                    <a:pt x="1462554" y="101973"/>
                  </a:lnTo>
                  <a:lnTo>
                    <a:pt x="1506663" y="88254"/>
                  </a:lnTo>
                  <a:lnTo>
                    <a:pt x="1551178" y="75478"/>
                  </a:lnTo>
                  <a:lnTo>
                    <a:pt x="1596089" y="63658"/>
                  </a:lnTo>
                  <a:lnTo>
                    <a:pt x="1641385" y="52804"/>
                  </a:lnTo>
                  <a:lnTo>
                    <a:pt x="1687052" y="42928"/>
                  </a:lnTo>
                  <a:lnTo>
                    <a:pt x="1733081" y="34043"/>
                  </a:lnTo>
                  <a:lnTo>
                    <a:pt x="1779458" y="26159"/>
                  </a:lnTo>
                  <a:lnTo>
                    <a:pt x="1826174" y="19289"/>
                  </a:lnTo>
                  <a:lnTo>
                    <a:pt x="1873214" y="13443"/>
                  </a:lnTo>
                  <a:lnTo>
                    <a:pt x="1920570" y="8635"/>
                  </a:lnTo>
                  <a:lnTo>
                    <a:pt x="1968227" y="4874"/>
                  </a:lnTo>
                  <a:lnTo>
                    <a:pt x="2016176" y="2174"/>
                  </a:lnTo>
                  <a:lnTo>
                    <a:pt x="2064403" y="545"/>
                  </a:lnTo>
                  <a:lnTo>
                    <a:pt x="2112898" y="0"/>
                  </a:lnTo>
                  <a:lnTo>
                    <a:pt x="2112898" y="2113026"/>
                  </a:lnTo>
                  <a:lnTo>
                    <a:pt x="0" y="2113026"/>
                  </a:lnTo>
                  <a:close/>
                </a:path>
              </a:pathLst>
            </a:custGeom>
            <a:ln w="12700">
              <a:solidFill>
                <a:srgbClr val="FFFFFF"/>
              </a:solidFill>
            </a:ln>
          </p:spPr>
          <p:txBody>
            <a:bodyPr wrap="square" lIns="0" tIns="0" rIns="0" bIns="0" rtlCol="0"/>
            <a:lstStyle/>
            <a:p/>
          </p:txBody>
        </p:sp>
        <p:sp>
          <p:nvSpPr>
            <p:cNvPr id="22" name="object 22"/>
            <p:cNvSpPr/>
            <p:nvPr/>
          </p:nvSpPr>
          <p:spPr>
            <a:xfrm>
              <a:off x="4492879" y="1975104"/>
              <a:ext cx="2113280" cy="2113280"/>
            </a:xfrm>
            <a:custGeom>
              <a:avLst/>
              <a:gdLst/>
              <a:ahLst/>
              <a:cxnLst/>
              <a:rect l="l" t="t" r="r" b="b"/>
              <a:pathLst>
                <a:path w="2113279" h="2113279">
                  <a:moveTo>
                    <a:pt x="0" y="0"/>
                  </a:moveTo>
                  <a:lnTo>
                    <a:pt x="0" y="2113026"/>
                  </a:lnTo>
                  <a:lnTo>
                    <a:pt x="2113026" y="2113026"/>
                  </a:lnTo>
                  <a:lnTo>
                    <a:pt x="2112480" y="2064530"/>
                  </a:lnTo>
                  <a:lnTo>
                    <a:pt x="2110851" y="2016302"/>
                  </a:lnTo>
                  <a:lnTo>
                    <a:pt x="2108151" y="1968354"/>
                  </a:lnTo>
                  <a:lnTo>
                    <a:pt x="2104390" y="1920695"/>
                  </a:lnTo>
                  <a:lnTo>
                    <a:pt x="2099582" y="1873340"/>
                  </a:lnTo>
                  <a:lnTo>
                    <a:pt x="2093736" y="1826298"/>
                  </a:lnTo>
                  <a:lnTo>
                    <a:pt x="2086866" y="1779582"/>
                  </a:lnTo>
                  <a:lnTo>
                    <a:pt x="2078982" y="1733204"/>
                  </a:lnTo>
                  <a:lnTo>
                    <a:pt x="2070097" y="1687174"/>
                  </a:lnTo>
                  <a:lnTo>
                    <a:pt x="2060221" y="1641505"/>
                  </a:lnTo>
                  <a:lnTo>
                    <a:pt x="2049367" y="1596208"/>
                  </a:lnTo>
                  <a:lnTo>
                    <a:pt x="2037547" y="1551296"/>
                  </a:lnTo>
                  <a:lnTo>
                    <a:pt x="2024771" y="1506779"/>
                  </a:lnTo>
                  <a:lnTo>
                    <a:pt x="2011052" y="1462669"/>
                  </a:lnTo>
                  <a:lnTo>
                    <a:pt x="1996401" y="1418978"/>
                  </a:lnTo>
                  <a:lnTo>
                    <a:pt x="1980831" y="1375718"/>
                  </a:lnTo>
                  <a:lnTo>
                    <a:pt x="1964351" y="1332900"/>
                  </a:lnTo>
                  <a:lnTo>
                    <a:pt x="1946975" y="1290536"/>
                  </a:lnTo>
                  <a:lnTo>
                    <a:pt x="1928714" y="1248637"/>
                  </a:lnTo>
                  <a:lnTo>
                    <a:pt x="1909579" y="1207216"/>
                  </a:lnTo>
                  <a:lnTo>
                    <a:pt x="1889582" y="1166284"/>
                  </a:lnTo>
                  <a:lnTo>
                    <a:pt x="1868735" y="1125852"/>
                  </a:lnTo>
                  <a:lnTo>
                    <a:pt x="1847050" y="1085932"/>
                  </a:lnTo>
                  <a:lnTo>
                    <a:pt x="1824538" y="1046536"/>
                  </a:lnTo>
                  <a:lnTo>
                    <a:pt x="1801211" y="1007676"/>
                  </a:lnTo>
                  <a:lnTo>
                    <a:pt x="1777080" y="969362"/>
                  </a:lnTo>
                  <a:lnTo>
                    <a:pt x="1752157" y="931608"/>
                  </a:lnTo>
                  <a:lnTo>
                    <a:pt x="1726454" y="894424"/>
                  </a:lnTo>
                  <a:lnTo>
                    <a:pt x="1699982" y="857822"/>
                  </a:lnTo>
                  <a:lnTo>
                    <a:pt x="1672753" y="821814"/>
                  </a:lnTo>
                  <a:lnTo>
                    <a:pt x="1644779" y="786411"/>
                  </a:lnTo>
                  <a:lnTo>
                    <a:pt x="1616072" y="751625"/>
                  </a:lnTo>
                  <a:lnTo>
                    <a:pt x="1586642" y="717468"/>
                  </a:lnTo>
                  <a:lnTo>
                    <a:pt x="1556503" y="683952"/>
                  </a:lnTo>
                  <a:lnTo>
                    <a:pt x="1525664" y="651087"/>
                  </a:lnTo>
                  <a:lnTo>
                    <a:pt x="1494139" y="618886"/>
                  </a:lnTo>
                  <a:lnTo>
                    <a:pt x="1461938" y="587361"/>
                  </a:lnTo>
                  <a:lnTo>
                    <a:pt x="1429073" y="556522"/>
                  </a:lnTo>
                  <a:lnTo>
                    <a:pt x="1395557" y="526383"/>
                  </a:lnTo>
                  <a:lnTo>
                    <a:pt x="1361400" y="496953"/>
                  </a:lnTo>
                  <a:lnTo>
                    <a:pt x="1326614" y="468246"/>
                  </a:lnTo>
                  <a:lnTo>
                    <a:pt x="1291211" y="440272"/>
                  </a:lnTo>
                  <a:lnTo>
                    <a:pt x="1255203" y="413043"/>
                  </a:lnTo>
                  <a:lnTo>
                    <a:pt x="1218601" y="386571"/>
                  </a:lnTo>
                  <a:lnTo>
                    <a:pt x="1181417" y="360868"/>
                  </a:lnTo>
                  <a:lnTo>
                    <a:pt x="1143663" y="335945"/>
                  </a:lnTo>
                  <a:lnTo>
                    <a:pt x="1105349" y="311814"/>
                  </a:lnTo>
                  <a:lnTo>
                    <a:pt x="1066489" y="288487"/>
                  </a:lnTo>
                  <a:lnTo>
                    <a:pt x="1027093" y="265975"/>
                  </a:lnTo>
                  <a:lnTo>
                    <a:pt x="987173" y="244290"/>
                  </a:lnTo>
                  <a:lnTo>
                    <a:pt x="946741" y="223443"/>
                  </a:lnTo>
                  <a:lnTo>
                    <a:pt x="905809" y="203446"/>
                  </a:lnTo>
                  <a:lnTo>
                    <a:pt x="864388" y="184311"/>
                  </a:lnTo>
                  <a:lnTo>
                    <a:pt x="822489" y="166050"/>
                  </a:lnTo>
                  <a:lnTo>
                    <a:pt x="780125" y="148674"/>
                  </a:lnTo>
                  <a:lnTo>
                    <a:pt x="737307" y="132194"/>
                  </a:lnTo>
                  <a:lnTo>
                    <a:pt x="694047" y="116624"/>
                  </a:lnTo>
                  <a:lnTo>
                    <a:pt x="650356" y="101973"/>
                  </a:lnTo>
                  <a:lnTo>
                    <a:pt x="606246" y="88254"/>
                  </a:lnTo>
                  <a:lnTo>
                    <a:pt x="561729" y="75478"/>
                  </a:lnTo>
                  <a:lnTo>
                    <a:pt x="516817" y="63658"/>
                  </a:lnTo>
                  <a:lnTo>
                    <a:pt x="471520" y="52804"/>
                  </a:lnTo>
                  <a:lnTo>
                    <a:pt x="425851" y="42928"/>
                  </a:lnTo>
                  <a:lnTo>
                    <a:pt x="379821" y="34043"/>
                  </a:lnTo>
                  <a:lnTo>
                    <a:pt x="333443" y="26159"/>
                  </a:lnTo>
                  <a:lnTo>
                    <a:pt x="286727" y="19289"/>
                  </a:lnTo>
                  <a:lnTo>
                    <a:pt x="239685" y="13443"/>
                  </a:lnTo>
                  <a:lnTo>
                    <a:pt x="192330" y="8635"/>
                  </a:lnTo>
                  <a:lnTo>
                    <a:pt x="144671" y="4874"/>
                  </a:lnTo>
                  <a:lnTo>
                    <a:pt x="96723" y="2174"/>
                  </a:lnTo>
                  <a:lnTo>
                    <a:pt x="48495" y="545"/>
                  </a:lnTo>
                  <a:lnTo>
                    <a:pt x="0" y="0"/>
                  </a:lnTo>
                  <a:close/>
                </a:path>
              </a:pathLst>
            </a:custGeom>
            <a:solidFill>
              <a:srgbClr val="5289D6"/>
            </a:solidFill>
          </p:spPr>
          <p:txBody>
            <a:bodyPr wrap="square" lIns="0" tIns="0" rIns="0" bIns="0" rtlCol="0"/>
            <a:lstStyle/>
            <a:p/>
          </p:txBody>
        </p:sp>
        <p:sp>
          <p:nvSpPr>
            <p:cNvPr id="23" name="object 23"/>
            <p:cNvSpPr/>
            <p:nvPr/>
          </p:nvSpPr>
          <p:spPr>
            <a:xfrm>
              <a:off x="4492879" y="1975104"/>
              <a:ext cx="2113280" cy="2113280"/>
            </a:xfrm>
            <a:custGeom>
              <a:avLst/>
              <a:gdLst/>
              <a:ahLst/>
              <a:cxnLst/>
              <a:rect l="l" t="t" r="r" b="b"/>
              <a:pathLst>
                <a:path w="2113279" h="2113279">
                  <a:moveTo>
                    <a:pt x="0" y="0"/>
                  </a:moveTo>
                  <a:lnTo>
                    <a:pt x="48495" y="545"/>
                  </a:lnTo>
                  <a:lnTo>
                    <a:pt x="96723" y="2174"/>
                  </a:lnTo>
                  <a:lnTo>
                    <a:pt x="144671" y="4874"/>
                  </a:lnTo>
                  <a:lnTo>
                    <a:pt x="192330" y="8635"/>
                  </a:lnTo>
                  <a:lnTo>
                    <a:pt x="239685" y="13443"/>
                  </a:lnTo>
                  <a:lnTo>
                    <a:pt x="286727" y="19289"/>
                  </a:lnTo>
                  <a:lnTo>
                    <a:pt x="333443" y="26159"/>
                  </a:lnTo>
                  <a:lnTo>
                    <a:pt x="379821" y="34043"/>
                  </a:lnTo>
                  <a:lnTo>
                    <a:pt x="425851" y="42928"/>
                  </a:lnTo>
                  <a:lnTo>
                    <a:pt x="471520" y="52804"/>
                  </a:lnTo>
                  <a:lnTo>
                    <a:pt x="516817" y="63658"/>
                  </a:lnTo>
                  <a:lnTo>
                    <a:pt x="561729" y="75478"/>
                  </a:lnTo>
                  <a:lnTo>
                    <a:pt x="606246" y="88254"/>
                  </a:lnTo>
                  <a:lnTo>
                    <a:pt x="650356" y="101973"/>
                  </a:lnTo>
                  <a:lnTo>
                    <a:pt x="694047" y="116624"/>
                  </a:lnTo>
                  <a:lnTo>
                    <a:pt x="737307" y="132194"/>
                  </a:lnTo>
                  <a:lnTo>
                    <a:pt x="780125" y="148674"/>
                  </a:lnTo>
                  <a:lnTo>
                    <a:pt x="822489" y="166050"/>
                  </a:lnTo>
                  <a:lnTo>
                    <a:pt x="864388" y="184311"/>
                  </a:lnTo>
                  <a:lnTo>
                    <a:pt x="905809" y="203446"/>
                  </a:lnTo>
                  <a:lnTo>
                    <a:pt x="946741" y="223443"/>
                  </a:lnTo>
                  <a:lnTo>
                    <a:pt x="987173" y="244290"/>
                  </a:lnTo>
                  <a:lnTo>
                    <a:pt x="1027093" y="265975"/>
                  </a:lnTo>
                  <a:lnTo>
                    <a:pt x="1066489" y="288487"/>
                  </a:lnTo>
                  <a:lnTo>
                    <a:pt x="1105349" y="311814"/>
                  </a:lnTo>
                  <a:lnTo>
                    <a:pt x="1143663" y="335945"/>
                  </a:lnTo>
                  <a:lnTo>
                    <a:pt x="1181417" y="360868"/>
                  </a:lnTo>
                  <a:lnTo>
                    <a:pt x="1218601" y="386571"/>
                  </a:lnTo>
                  <a:lnTo>
                    <a:pt x="1255203" y="413043"/>
                  </a:lnTo>
                  <a:lnTo>
                    <a:pt x="1291211" y="440272"/>
                  </a:lnTo>
                  <a:lnTo>
                    <a:pt x="1326614" y="468246"/>
                  </a:lnTo>
                  <a:lnTo>
                    <a:pt x="1361400" y="496953"/>
                  </a:lnTo>
                  <a:lnTo>
                    <a:pt x="1395557" y="526383"/>
                  </a:lnTo>
                  <a:lnTo>
                    <a:pt x="1429073" y="556522"/>
                  </a:lnTo>
                  <a:lnTo>
                    <a:pt x="1461938" y="587361"/>
                  </a:lnTo>
                  <a:lnTo>
                    <a:pt x="1494139" y="618886"/>
                  </a:lnTo>
                  <a:lnTo>
                    <a:pt x="1525664" y="651087"/>
                  </a:lnTo>
                  <a:lnTo>
                    <a:pt x="1556503" y="683952"/>
                  </a:lnTo>
                  <a:lnTo>
                    <a:pt x="1586642" y="717468"/>
                  </a:lnTo>
                  <a:lnTo>
                    <a:pt x="1616072" y="751625"/>
                  </a:lnTo>
                  <a:lnTo>
                    <a:pt x="1644779" y="786411"/>
                  </a:lnTo>
                  <a:lnTo>
                    <a:pt x="1672753" y="821814"/>
                  </a:lnTo>
                  <a:lnTo>
                    <a:pt x="1699982" y="857822"/>
                  </a:lnTo>
                  <a:lnTo>
                    <a:pt x="1726454" y="894424"/>
                  </a:lnTo>
                  <a:lnTo>
                    <a:pt x="1752157" y="931608"/>
                  </a:lnTo>
                  <a:lnTo>
                    <a:pt x="1777080" y="969362"/>
                  </a:lnTo>
                  <a:lnTo>
                    <a:pt x="1801211" y="1007676"/>
                  </a:lnTo>
                  <a:lnTo>
                    <a:pt x="1824538" y="1046536"/>
                  </a:lnTo>
                  <a:lnTo>
                    <a:pt x="1847050" y="1085932"/>
                  </a:lnTo>
                  <a:lnTo>
                    <a:pt x="1868735" y="1125852"/>
                  </a:lnTo>
                  <a:lnTo>
                    <a:pt x="1889582" y="1166284"/>
                  </a:lnTo>
                  <a:lnTo>
                    <a:pt x="1909579" y="1207216"/>
                  </a:lnTo>
                  <a:lnTo>
                    <a:pt x="1928714" y="1248637"/>
                  </a:lnTo>
                  <a:lnTo>
                    <a:pt x="1946975" y="1290536"/>
                  </a:lnTo>
                  <a:lnTo>
                    <a:pt x="1964351" y="1332900"/>
                  </a:lnTo>
                  <a:lnTo>
                    <a:pt x="1980831" y="1375718"/>
                  </a:lnTo>
                  <a:lnTo>
                    <a:pt x="1996401" y="1418978"/>
                  </a:lnTo>
                  <a:lnTo>
                    <a:pt x="2011052" y="1462669"/>
                  </a:lnTo>
                  <a:lnTo>
                    <a:pt x="2024771" y="1506779"/>
                  </a:lnTo>
                  <a:lnTo>
                    <a:pt x="2037547" y="1551296"/>
                  </a:lnTo>
                  <a:lnTo>
                    <a:pt x="2049367" y="1596208"/>
                  </a:lnTo>
                  <a:lnTo>
                    <a:pt x="2060221" y="1641505"/>
                  </a:lnTo>
                  <a:lnTo>
                    <a:pt x="2070097" y="1687174"/>
                  </a:lnTo>
                  <a:lnTo>
                    <a:pt x="2078982" y="1733204"/>
                  </a:lnTo>
                  <a:lnTo>
                    <a:pt x="2086866" y="1779582"/>
                  </a:lnTo>
                  <a:lnTo>
                    <a:pt x="2093736" y="1826298"/>
                  </a:lnTo>
                  <a:lnTo>
                    <a:pt x="2099582" y="1873340"/>
                  </a:lnTo>
                  <a:lnTo>
                    <a:pt x="2104390" y="1920695"/>
                  </a:lnTo>
                  <a:lnTo>
                    <a:pt x="2108151" y="1968354"/>
                  </a:lnTo>
                  <a:lnTo>
                    <a:pt x="2110851" y="2016302"/>
                  </a:lnTo>
                  <a:lnTo>
                    <a:pt x="2112480" y="2064530"/>
                  </a:lnTo>
                  <a:lnTo>
                    <a:pt x="2113026" y="2113026"/>
                  </a:lnTo>
                  <a:lnTo>
                    <a:pt x="0" y="2113026"/>
                  </a:lnTo>
                  <a:lnTo>
                    <a:pt x="0" y="0"/>
                  </a:lnTo>
                  <a:close/>
                </a:path>
              </a:pathLst>
            </a:custGeom>
            <a:ln w="12700">
              <a:solidFill>
                <a:srgbClr val="FFFFFF"/>
              </a:solidFill>
            </a:ln>
          </p:spPr>
          <p:txBody>
            <a:bodyPr wrap="square" lIns="0" tIns="0" rIns="0" bIns="0" rtlCol="0"/>
            <a:lstStyle/>
            <a:p/>
          </p:txBody>
        </p:sp>
      </p:grpSp>
      <p:grpSp>
        <p:nvGrpSpPr>
          <p:cNvPr id="24" name="object 24"/>
          <p:cNvGrpSpPr/>
          <p:nvPr/>
        </p:nvGrpSpPr>
        <p:grpSpPr>
          <a:xfrm>
            <a:off x="2276094" y="4179315"/>
            <a:ext cx="4336415" cy="2125980"/>
            <a:chOff x="2276094" y="4179315"/>
            <a:chExt cx="4336415" cy="2125980"/>
          </a:xfrm>
        </p:grpSpPr>
        <p:sp>
          <p:nvSpPr>
            <p:cNvPr id="25" name="object 25"/>
            <p:cNvSpPr/>
            <p:nvPr/>
          </p:nvSpPr>
          <p:spPr>
            <a:xfrm>
              <a:off x="4492879" y="4185665"/>
              <a:ext cx="2113280" cy="2113280"/>
            </a:xfrm>
            <a:custGeom>
              <a:avLst/>
              <a:gdLst/>
              <a:ahLst/>
              <a:cxnLst/>
              <a:rect l="l" t="t" r="r" b="b"/>
              <a:pathLst>
                <a:path w="2113279" h="2113279">
                  <a:moveTo>
                    <a:pt x="2113026" y="0"/>
                  </a:moveTo>
                  <a:lnTo>
                    <a:pt x="0" y="0"/>
                  </a:lnTo>
                  <a:lnTo>
                    <a:pt x="0" y="2112962"/>
                  </a:lnTo>
                  <a:lnTo>
                    <a:pt x="48495" y="2112417"/>
                  </a:lnTo>
                  <a:lnTo>
                    <a:pt x="96723" y="2110788"/>
                  </a:lnTo>
                  <a:lnTo>
                    <a:pt x="144671" y="2108088"/>
                  </a:lnTo>
                  <a:lnTo>
                    <a:pt x="192330" y="2104327"/>
                  </a:lnTo>
                  <a:lnTo>
                    <a:pt x="239685" y="2099519"/>
                  </a:lnTo>
                  <a:lnTo>
                    <a:pt x="286727" y="2093674"/>
                  </a:lnTo>
                  <a:lnTo>
                    <a:pt x="333443" y="2086804"/>
                  </a:lnTo>
                  <a:lnTo>
                    <a:pt x="379821" y="2078921"/>
                  </a:lnTo>
                  <a:lnTo>
                    <a:pt x="425851" y="2070036"/>
                  </a:lnTo>
                  <a:lnTo>
                    <a:pt x="471520" y="2060161"/>
                  </a:lnTo>
                  <a:lnTo>
                    <a:pt x="516817" y="2049308"/>
                  </a:lnTo>
                  <a:lnTo>
                    <a:pt x="561729" y="2037488"/>
                  </a:lnTo>
                  <a:lnTo>
                    <a:pt x="606246" y="2024713"/>
                  </a:lnTo>
                  <a:lnTo>
                    <a:pt x="650356" y="2010995"/>
                  </a:lnTo>
                  <a:lnTo>
                    <a:pt x="694047" y="1996345"/>
                  </a:lnTo>
                  <a:lnTo>
                    <a:pt x="737307" y="1980775"/>
                  </a:lnTo>
                  <a:lnTo>
                    <a:pt x="780125" y="1964297"/>
                  </a:lnTo>
                  <a:lnTo>
                    <a:pt x="822489" y="1946921"/>
                  </a:lnTo>
                  <a:lnTo>
                    <a:pt x="864388" y="1928661"/>
                  </a:lnTo>
                  <a:lnTo>
                    <a:pt x="905809" y="1909527"/>
                  </a:lnTo>
                  <a:lnTo>
                    <a:pt x="946741" y="1889532"/>
                  </a:lnTo>
                  <a:lnTo>
                    <a:pt x="987173" y="1868686"/>
                  </a:lnTo>
                  <a:lnTo>
                    <a:pt x="1027093" y="1847002"/>
                  </a:lnTo>
                  <a:lnTo>
                    <a:pt x="1066489" y="1824491"/>
                  </a:lnTo>
                  <a:lnTo>
                    <a:pt x="1105349" y="1801165"/>
                  </a:lnTo>
                  <a:lnTo>
                    <a:pt x="1143663" y="1777035"/>
                  </a:lnTo>
                  <a:lnTo>
                    <a:pt x="1181417" y="1752113"/>
                  </a:lnTo>
                  <a:lnTo>
                    <a:pt x="1218601" y="1726411"/>
                  </a:lnTo>
                  <a:lnTo>
                    <a:pt x="1255203" y="1699941"/>
                  </a:lnTo>
                  <a:lnTo>
                    <a:pt x="1291211" y="1672714"/>
                  </a:lnTo>
                  <a:lnTo>
                    <a:pt x="1326614" y="1644741"/>
                  </a:lnTo>
                  <a:lnTo>
                    <a:pt x="1361400" y="1616035"/>
                  </a:lnTo>
                  <a:lnTo>
                    <a:pt x="1395557" y="1586607"/>
                  </a:lnTo>
                  <a:lnTo>
                    <a:pt x="1429073" y="1556468"/>
                  </a:lnTo>
                  <a:lnTo>
                    <a:pt x="1461938" y="1525631"/>
                  </a:lnTo>
                  <a:lnTo>
                    <a:pt x="1494139" y="1494107"/>
                  </a:lnTo>
                  <a:lnTo>
                    <a:pt x="1525664" y="1461907"/>
                  </a:lnTo>
                  <a:lnTo>
                    <a:pt x="1556503" y="1429044"/>
                  </a:lnTo>
                  <a:lnTo>
                    <a:pt x="1586642" y="1395529"/>
                  </a:lnTo>
                  <a:lnTo>
                    <a:pt x="1616072" y="1361373"/>
                  </a:lnTo>
                  <a:lnTo>
                    <a:pt x="1644779" y="1326589"/>
                  </a:lnTo>
                  <a:lnTo>
                    <a:pt x="1672753" y="1291187"/>
                  </a:lnTo>
                  <a:lnTo>
                    <a:pt x="1699982" y="1255181"/>
                  </a:lnTo>
                  <a:lnTo>
                    <a:pt x="1726454" y="1218580"/>
                  </a:lnTo>
                  <a:lnTo>
                    <a:pt x="1752157" y="1181397"/>
                  </a:lnTo>
                  <a:lnTo>
                    <a:pt x="1777080" y="1143644"/>
                  </a:lnTo>
                  <a:lnTo>
                    <a:pt x="1801211" y="1105332"/>
                  </a:lnTo>
                  <a:lnTo>
                    <a:pt x="1824538" y="1066473"/>
                  </a:lnTo>
                  <a:lnTo>
                    <a:pt x="1847050" y="1027078"/>
                  </a:lnTo>
                  <a:lnTo>
                    <a:pt x="1868735" y="987159"/>
                  </a:lnTo>
                  <a:lnTo>
                    <a:pt x="1889582" y="946728"/>
                  </a:lnTo>
                  <a:lnTo>
                    <a:pt x="1909579" y="905797"/>
                  </a:lnTo>
                  <a:lnTo>
                    <a:pt x="1928714" y="864377"/>
                  </a:lnTo>
                  <a:lnTo>
                    <a:pt x="1946975" y="822479"/>
                  </a:lnTo>
                  <a:lnTo>
                    <a:pt x="1964351" y="780116"/>
                  </a:lnTo>
                  <a:lnTo>
                    <a:pt x="1980831" y="737299"/>
                  </a:lnTo>
                  <a:lnTo>
                    <a:pt x="1996401" y="694040"/>
                  </a:lnTo>
                  <a:lnTo>
                    <a:pt x="2011052" y="650350"/>
                  </a:lnTo>
                  <a:lnTo>
                    <a:pt x="2024771" y="606241"/>
                  </a:lnTo>
                  <a:lnTo>
                    <a:pt x="2037547" y="561725"/>
                  </a:lnTo>
                  <a:lnTo>
                    <a:pt x="2049367" y="516813"/>
                  </a:lnTo>
                  <a:lnTo>
                    <a:pt x="2060221" y="471517"/>
                  </a:lnTo>
                  <a:lnTo>
                    <a:pt x="2070097" y="425848"/>
                  </a:lnTo>
                  <a:lnTo>
                    <a:pt x="2078982" y="379819"/>
                  </a:lnTo>
                  <a:lnTo>
                    <a:pt x="2086866" y="333441"/>
                  </a:lnTo>
                  <a:lnTo>
                    <a:pt x="2093736" y="286726"/>
                  </a:lnTo>
                  <a:lnTo>
                    <a:pt x="2099582" y="239684"/>
                  </a:lnTo>
                  <a:lnTo>
                    <a:pt x="2104390" y="192329"/>
                  </a:lnTo>
                  <a:lnTo>
                    <a:pt x="2108151" y="144671"/>
                  </a:lnTo>
                  <a:lnTo>
                    <a:pt x="2110851" y="96723"/>
                  </a:lnTo>
                  <a:lnTo>
                    <a:pt x="2112480" y="48495"/>
                  </a:lnTo>
                  <a:lnTo>
                    <a:pt x="2113026" y="0"/>
                  </a:lnTo>
                  <a:close/>
                </a:path>
              </a:pathLst>
            </a:custGeom>
            <a:solidFill>
              <a:srgbClr val="B5C5E9"/>
            </a:solidFill>
          </p:spPr>
          <p:txBody>
            <a:bodyPr wrap="square" lIns="0" tIns="0" rIns="0" bIns="0" rtlCol="0"/>
            <a:lstStyle/>
            <a:p/>
          </p:txBody>
        </p:sp>
        <p:sp>
          <p:nvSpPr>
            <p:cNvPr id="26" name="object 26"/>
            <p:cNvSpPr/>
            <p:nvPr/>
          </p:nvSpPr>
          <p:spPr>
            <a:xfrm>
              <a:off x="4492879" y="4185665"/>
              <a:ext cx="2113280" cy="2113280"/>
            </a:xfrm>
            <a:custGeom>
              <a:avLst/>
              <a:gdLst/>
              <a:ahLst/>
              <a:cxnLst/>
              <a:rect l="l" t="t" r="r" b="b"/>
              <a:pathLst>
                <a:path w="2113279" h="2113279">
                  <a:moveTo>
                    <a:pt x="2113026" y="0"/>
                  </a:moveTo>
                  <a:lnTo>
                    <a:pt x="2112480" y="48495"/>
                  </a:lnTo>
                  <a:lnTo>
                    <a:pt x="2110851" y="96723"/>
                  </a:lnTo>
                  <a:lnTo>
                    <a:pt x="2108151" y="144671"/>
                  </a:lnTo>
                  <a:lnTo>
                    <a:pt x="2104390" y="192329"/>
                  </a:lnTo>
                  <a:lnTo>
                    <a:pt x="2099582" y="239684"/>
                  </a:lnTo>
                  <a:lnTo>
                    <a:pt x="2093736" y="286726"/>
                  </a:lnTo>
                  <a:lnTo>
                    <a:pt x="2086866" y="333441"/>
                  </a:lnTo>
                  <a:lnTo>
                    <a:pt x="2078982" y="379819"/>
                  </a:lnTo>
                  <a:lnTo>
                    <a:pt x="2070097" y="425848"/>
                  </a:lnTo>
                  <a:lnTo>
                    <a:pt x="2060221" y="471517"/>
                  </a:lnTo>
                  <a:lnTo>
                    <a:pt x="2049367" y="516813"/>
                  </a:lnTo>
                  <a:lnTo>
                    <a:pt x="2037547" y="561725"/>
                  </a:lnTo>
                  <a:lnTo>
                    <a:pt x="2024771" y="606241"/>
                  </a:lnTo>
                  <a:lnTo>
                    <a:pt x="2011052" y="650350"/>
                  </a:lnTo>
                  <a:lnTo>
                    <a:pt x="1996401" y="694040"/>
                  </a:lnTo>
                  <a:lnTo>
                    <a:pt x="1980831" y="737299"/>
                  </a:lnTo>
                  <a:lnTo>
                    <a:pt x="1964351" y="780116"/>
                  </a:lnTo>
                  <a:lnTo>
                    <a:pt x="1946975" y="822479"/>
                  </a:lnTo>
                  <a:lnTo>
                    <a:pt x="1928714" y="864377"/>
                  </a:lnTo>
                  <a:lnTo>
                    <a:pt x="1909579" y="905797"/>
                  </a:lnTo>
                  <a:lnTo>
                    <a:pt x="1889582" y="946728"/>
                  </a:lnTo>
                  <a:lnTo>
                    <a:pt x="1868735" y="987159"/>
                  </a:lnTo>
                  <a:lnTo>
                    <a:pt x="1847050" y="1027078"/>
                  </a:lnTo>
                  <a:lnTo>
                    <a:pt x="1824538" y="1066473"/>
                  </a:lnTo>
                  <a:lnTo>
                    <a:pt x="1801211" y="1105332"/>
                  </a:lnTo>
                  <a:lnTo>
                    <a:pt x="1777080" y="1143644"/>
                  </a:lnTo>
                  <a:lnTo>
                    <a:pt x="1752157" y="1181397"/>
                  </a:lnTo>
                  <a:lnTo>
                    <a:pt x="1726454" y="1218580"/>
                  </a:lnTo>
                  <a:lnTo>
                    <a:pt x="1699982" y="1255181"/>
                  </a:lnTo>
                  <a:lnTo>
                    <a:pt x="1672753" y="1291187"/>
                  </a:lnTo>
                  <a:lnTo>
                    <a:pt x="1644779" y="1326589"/>
                  </a:lnTo>
                  <a:lnTo>
                    <a:pt x="1616072" y="1361373"/>
                  </a:lnTo>
                  <a:lnTo>
                    <a:pt x="1586642" y="1395529"/>
                  </a:lnTo>
                  <a:lnTo>
                    <a:pt x="1556503" y="1429044"/>
                  </a:lnTo>
                  <a:lnTo>
                    <a:pt x="1525664" y="1461907"/>
                  </a:lnTo>
                  <a:lnTo>
                    <a:pt x="1494139" y="1494107"/>
                  </a:lnTo>
                  <a:lnTo>
                    <a:pt x="1461938" y="1525631"/>
                  </a:lnTo>
                  <a:lnTo>
                    <a:pt x="1429073" y="1556468"/>
                  </a:lnTo>
                  <a:lnTo>
                    <a:pt x="1395557" y="1586607"/>
                  </a:lnTo>
                  <a:lnTo>
                    <a:pt x="1361400" y="1616035"/>
                  </a:lnTo>
                  <a:lnTo>
                    <a:pt x="1326614" y="1644741"/>
                  </a:lnTo>
                  <a:lnTo>
                    <a:pt x="1291211" y="1672714"/>
                  </a:lnTo>
                  <a:lnTo>
                    <a:pt x="1255203" y="1699941"/>
                  </a:lnTo>
                  <a:lnTo>
                    <a:pt x="1218601" y="1726411"/>
                  </a:lnTo>
                  <a:lnTo>
                    <a:pt x="1181417" y="1752113"/>
                  </a:lnTo>
                  <a:lnTo>
                    <a:pt x="1143663" y="1777035"/>
                  </a:lnTo>
                  <a:lnTo>
                    <a:pt x="1105349" y="1801165"/>
                  </a:lnTo>
                  <a:lnTo>
                    <a:pt x="1066489" y="1824491"/>
                  </a:lnTo>
                  <a:lnTo>
                    <a:pt x="1027093" y="1847002"/>
                  </a:lnTo>
                  <a:lnTo>
                    <a:pt x="987173" y="1868686"/>
                  </a:lnTo>
                  <a:lnTo>
                    <a:pt x="946741" y="1889532"/>
                  </a:lnTo>
                  <a:lnTo>
                    <a:pt x="905809" y="1909527"/>
                  </a:lnTo>
                  <a:lnTo>
                    <a:pt x="864388" y="1928661"/>
                  </a:lnTo>
                  <a:lnTo>
                    <a:pt x="822489" y="1946921"/>
                  </a:lnTo>
                  <a:lnTo>
                    <a:pt x="780125" y="1964297"/>
                  </a:lnTo>
                  <a:lnTo>
                    <a:pt x="737307" y="1980775"/>
                  </a:lnTo>
                  <a:lnTo>
                    <a:pt x="694047" y="1996345"/>
                  </a:lnTo>
                  <a:lnTo>
                    <a:pt x="650356" y="2010995"/>
                  </a:lnTo>
                  <a:lnTo>
                    <a:pt x="606246" y="2024713"/>
                  </a:lnTo>
                  <a:lnTo>
                    <a:pt x="561729" y="2037488"/>
                  </a:lnTo>
                  <a:lnTo>
                    <a:pt x="516817" y="2049308"/>
                  </a:lnTo>
                  <a:lnTo>
                    <a:pt x="471520" y="2060161"/>
                  </a:lnTo>
                  <a:lnTo>
                    <a:pt x="425851" y="2070036"/>
                  </a:lnTo>
                  <a:lnTo>
                    <a:pt x="379821" y="2078921"/>
                  </a:lnTo>
                  <a:lnTo>
                    <a:pt x="333443" y="2086804"/>
                  </a:lnTo>
                  <a:lnTo>
                    <a:pt x="286727" y="2093674"/>
                  </a:lnTo>
                  <a:lnTo>
                    <a:pt x="239685" y="2099519"/>
                  </a:lnTo>
                  <a:lnTo>
                    <a:pt x="192330" y="2104327"/>
                  </a:lnTo>
                  <a:lnTo>
                    <a:pt x="144671" y="2108088"/>
                  </a:lnTo>
                  <a:lnTo>
                    <a:pt x="96723" y="2110788"/>
                  </a:lnTo>
                  <a:lnTo>
                    <a:pt x="48495" y="2112417"/>
                  </a:lnTo>
                  <a:lnTo>
                    <a:pt x="0" y="2112962"/>
                  </a:lnTo>
                  <a:lnTo>
                    <a:pt x="0" y="0"/>
                  </a:lnTo>
                  <a:lnTo>
                    <a:pt x="2113026" y="0"/>
                  </a:lnTo>
                  <a:close/>
                </a:path>
              </a:pathLst>
            </a:custGeom>
            <a:ln w="12700">
              <a:solidFill>
                <a:srgbClr val="FFFFFF"/>
              </a:solidFill>
            </a:ln>
          </p:spPr>
          <p:txBody>
            <a:bodyPr wrap="square" lIns="0" tIns="0" rIns="0" bIns="0" rtlCol="0"/>
            <a:lstStyle/>
            <a:p/>
          </p:txBody>
        </p:sp>
        <p:sp>
          <p:nvSpPr>
            <p:cNvPr id="27" name="object 27"/>
            <p:cNvSpPr/>
            <p:nvPr/>
          </p:nvSpPr>
          <p:spPr>
            <a:xfrm>
              <a:off x="2282444" y="4185665"/>
              <a:ext cx="2113280" cy="2113280"/>
            </a:xfrm>
            <a:custGeom>
              <a:avLst/>
              <a:gdLst/>
              <a:ahLst/>
              <a:cxnLst/>
              <a:rect l="l" t="t" r="r" b="b"/>
              <a:pathLst>
                <a:path w="2113279" h="2113279">
                  <a:moveTo>
                    <a:pt x="2112898" y="0"/>
                  </a:moveTo>
                  <a:lnTo>
                    <a:pt x="0" y="0"/>
                  </a:lnTo>
                  <a:lnTo>
                    <a:pt x="545" y="48495"/>
                  </a:lnTo>
                  <a:lnTo>
                    <a:pt x="2174" y="96723"/>
                  </a:lnTo>
                  <a:lnTo>
                    <a:pt x="4874" y="144671"/>
                  </a:lnTo>
                  <a:lnTo>
                    <a:pt x="8634" y="192329"/>
                  </a:lnTo>
                  <a:lnTo>
                    <a:pt x="13442" y="239684"/>
                  </a:lnTo>
                  <a:lnTo>
                    <a:pt x="19286" y="286726"/>
                  </a:lnTo>
                  <a:lnTo>
                    <a:pt x="26156" y="333441"/>
                  </a:lnTo>
                  <a:lnTo>
                    <a:pt x="34038" y="379819"/>
                  </a:lnTo>
                  <a:lnTo>
                    <a:pt x="42923" y="425848"/>
                  </a:lnTo>
                  <a:lnTo>
                    <a:pt x="52797" y="471517"/>
                  </a:lnTo>
                  <a:lnTo>
                    <a:pt x="63650" y="516813"/>
                  </a:lnTo>
                  <a:lnTo>
                    <a:pt x="75469" y="561725"/>
                  </a:lnTo>
                  <a:lnTo>
                    <a:pt x="88243" y="606241"/>
                  </a:lnTo>
                  <a:lnTo>
                    <a:pt x="101960" y="650350"/>
                  </a:lnTo>
                  <a:lnTo>
                    <a:pt x="116609" y="694040"/>
                  </a:lnTo>
                  <a:lnTo>
                    <a:pt x="132178" y="737299"/>
                  </a:lnTo>
                  <a:lnTo>
                    <a:pt x="148656" y="780116"/>
                  </a:lnTo>
                  <a:lnTo>
                    <a:pt x="166030" y="822479"/>
                  </a:lnTo>
                  <a:lnTo>
                    <a:pt x="184289" y="864377"/>
                  </a:lnTo>
                  <a:lnTo>
                    <a:pt x="203422" y="905797"/>
                  </a:lnTo>
                  <a:lnTo>
                    <a:pt x="223417" y="946728"/>
                  </a:lnTo>
                  <a:lnTo>
                    <a:pt x="244261" y="987159"/>
                  </a:lnTo>
                  <a:lnTo>
                    <a:pt x="265944" y="1027078"/>
                  </a:lnTo>
                  <a:lnTo>
                    <a:pt x="288454" y="1066473"/>
                  </a:lnTo>
                  <a:lnTo>
                    <a:pt x="311779" y="1105332"/>
                  </a:lnTo>
                  <a:lnTo>
                    <a:pt x="335908" y="1143644"/>
                  </a:lnTo>
                  <a:lnTo>
                    <a:pt x="360828" y="1181397"/>
                  </a:lnTo>
                  <a:lnTo>
                    <a:pt x="386529" y="1218580"/>
                  </a:lnTo>
                  <a:lnTo>
                    <a:pt x="412998" y="1255181"/>
                  </a:lnTo>
                  <a:lnTo>
                    <a:pt x="440224" y="1291187"/>
                  </a:lnTo>
                  <a:lnTo>
                    <a:pt x="468195" y="1326589"/>
                  </a:lnTo>
                  <a:lnTo>
                    <a:pt x="496900" y="1361373"/>
                  </a:lnTo>
                  <a:lnTo>
                    <a:pt x="526327" y="1395529"/>
                  </a:lnTo>
                  <a:lnTo>
                    <a:pt x="556464" y="1429044"/>
                  </a:lnTo>
                  <a:lnTo>
                    <a:pt x="587300" y="1461907"/>
                  </a:lnTo>
                  <a:lnTo>
                    <a:pt x="618823" y="1494107"/>
                  </a:lnTo>
                  <a:lnTo>
                    <a:pt x="651021" y="1525631"/>
                  </a:lnTo>
                  <a:lnTo>
                    <a:pt x="683883" y="1556468"/>
                  </a:lnTo>
                  <a:lnTo>
                    <a:pt x="717397" y="1586607"/>
                  </a:lnTo>
                  <a:lnTo>
                    <a:pt x="751551" y="1616035"/>
                  </a:lnTo>
                  <a:lnTo>
                    <a:pt x="786334" y="1644741"/>
                  </a:lnTo>
                  <a:lnTo>
                    <a:pt x="821734" y="1672714"/>
                  </a:lnTo>
                  <a:lnTo>
                    <a:pt x="857740" y="1699941"/>
                  </a:lnTo>
                  <a:lnTo>
                    <a:pt x="894339" y="1726411"/>
                  </a:lnTo>
                  <a:lnTo>
                    <a:pt x="931521" y="1752113"/>
                  </a:lnTo>
                  <a:lnTo>
                    <a:pt x="969273" y="1777035"/>
                  </a:lnTo>
                  <a:lnTo>
                    <a:pt x="1007584" y="1801165"/>
                  </a:lnTo>
                  <a:lnTo>
                    <a:pt x="1046442" y="1824491"/>
                  </a:lnTo>
                  <a:lnTo>
                    <a:pt x="1085835" y="1847002"/>
                  </a:lnTo>
                  <a:lnTo>
                    <a:pt x="1125753" y="1868686"/>
                  </a:lnTo>
                  <a:lnTo>
                    <a:pt x="1166183" y="1889532"/>
                  </a:lnTo>
                  <a:lnTo>
                    <a:pt x="1207113" y="1909527"/>
                  </a:lnTo>
                  <a:lnTo>
                    <a:pt x="1248532" y="1928661"/>
                  </a:lnTo>
                  <a:lnTo>
                    <a:pt x="1290429" y="1946921"/>
                  </a:lnTo>
                  <a:lnTo>
                    <a:pt x="1332791" y="1964297"/>
                  </a:lnTo>
                  <a:lnTo>
                    <a:pt x="1375607" y="1980775"/>
                  </a:lnTo>
                  <a:lnTo>
                    <a:pt x="1418865" y="1996345"/>
                  </a:lnTo>
                  <a:lnTo>
                    <a:pt x="1462554" y="2010995"/>
                  </a:lnTo>
                  <a:lnTo>
                    <a:pt x="1506663" y="2024713"/>
                  </a:lnTo>
                  <a:lnTo>
                    <a:pt x="1551178" y="2037488"/>
                  </a:lnTo>
                  <a:lnTo>
                    <a:pt x="1596089" y="2049308"/>
                  </a:lnTo>
                  <a:lnTo>
                    <a:pt x="1641385" y="2060161"/>
                  </a:lnTo>
                  <a:lnTo>
                    <a:pt x="1687052" y="2070036"/>
                  </a:lnTo>
                  <a:lnTo>
                    <a:pt x="1733081" y="2078921"/>
                  </a:lnTo>
                  <a:lnTo>
                    <a:pt x="1779458" y="2086804"/>
                  </a:lnTo>
                  <a:lnTo>
                    <a:pt x="1826174" y="2093674"/>
                  </a:lnTo>
                  <a:lnTo>
                    <a:pt x="1873214" y="2099519"/>
                  </a:lnTo>
                  <a:lnTo>
                    <a:pt x="1920570" y="2104327"/>
                  </a:lnTo>
                  <a:lnTo>
                    <a:pt x="1968227" y="2108088"/>
                  </a:lnTo>
                  <a:lnTo>
                    <a:pt x="2016176" y="2110788"/>
                  </a:lnTo>
                  <a:lnTo>
                    <a:pt x="2064403" y="2112417"/>
                  </a:lnTo>
                  <a:lnTo>
                    <a:pt x="2112898" y="2112962"/>
                  </a:lnTo>
                  <a:lnTo>
                    <a:pt x="2112898" y="0"/>
                  </a:lnTo>
                  <a:close/>
                </a:path>
              </a:pathLst>
            </a:custGeom>
            <a:solidFill>
              <a:srgbClr val="5289D6"/>
            </a:solidFill>
          </p:spPr>
          <p:txBody>
            <a:bodyPr wrap="square" lIns="0" tIns="0" rIns="0" bIns="0" rtlCol="0"/>
            <a:lstStyle/>
            <a:p/>
          </p:txBody>
        </p:sp>
        <p:sp>
          <p:nvSpPr>
            <p:cNvPr id="28" name="object 28"/>
            <p:cNvSpPr/>
            <p:nvPr/>
          </p:nvSpPr>
          <p:spPr>
            <a:xfrm>
              <a:off x="2282444" y="4185665"/>
              <a:ext cx="2113280" cy="2113280"/>
            </a:xfrm>
            <a:custGeom>
              <a:avLst/>
              <a:gdLst/>
              <a:ahLst/>
              <a:cxnLst/>
              <a:rect l="l" t="t" r="r" b="b"/>
              <a:pathLst>
                <a:path w="2113279" h="2113279">
                  <a:moveTo>
                    <a:pt x="2112898" y="2112962"/>
                  </a:moveTo>
                  <a:lnTo>
                    <a:pt x="2064403" y="2112417"/>
                  </a:lnTo>
                  <a:lnTo>
                    <a:pt x="2016176" y="2110788"/>
                  </a:lnTo>
                  <a:lnTo>
                    <a:pt x="1968227" y="2108088"/>
                  </a:lnTo>
                  <a:lnTo>
                    <a:pt x="1920570" y="2104327"/>
                  </a:lnTo>
                  <a:lnTo>
                    <a:pt x="1873214" y="2099519"/>
                  </a:lnTo>
                  <a:lnTo>
                    <a:pt x="1826174" y="2093674"/>
                  </a:lnTo>
                  <a:lnTo>
                    <a:pt x="1779458" y="2086804"/>
                  </a:lnTo>
                  <a:lnTo>
                    <a:pt x="1733081" y="2078921"/>
                  </a:lnTo>
                  <a:lnTo>
                    <a:pt x="1687052" y="2070036"/>
                  </a:lnTo>
                  <a:lnTo>
                    <a:pt x="1641385" y="2060161"/>
                  </a:lnTo>
                  <a:lnTo>
                    <a:pt x="1596089" y="2049308"/>
                  </a:lnTo>
                  <a:lnTo>
                    <a:pt x="1551178" y="2037488"/>
                  </a:lnTo>
                  <a:lnTo>
                    <a:pt x="1506663" y="2024713"/>
                  </a:lnTo>
                  <a:lnTo>
                    <a:pt x="1462554" y="2010995"/>
                  </a:lnTo>
                  <a:lnTo>
                    <a:pt x="1418865" y="1996345"/>
                  </a:lnTo>
                  <a:lnTo>
                    <a:pt x="1375607" y="1980775"/>
                  </a:lnTo>
                  <a:lnTo>
                    <a:pt x="1332791" y="1964297"/>
                  </a:lnTo>
                  <a:lnTo>
                    <a:pt x="1290429" y="1946921"/>
                  </a:lnTo>
                  <a:lnTo>
                    <a:pt x="1248532" y="1928661"/>
                  </a:lnTo>
                  <a:lnTo>
                    <a:pt x="1207113" y="1909527"/>
                  </a:lnTo>
                  <a:lnTo>
                    <a:pt x="1166183" y="1889532"/>
                  </a:lnTo>
                  <a:lnTo>
                    <a:pt x="1125753" y="1868686"/>
                  </a:lnTo>
                  <a:lnTo>
                    <a:pt x="1085835" y="1847002"/>
                  </a:lnTo>
                  <a:lnTo>
                    <a:pt x="1046442" y="1824491"/>
                  </a:lnTo>
                  <a:lnTo>
                    <a:pt x="1007584" y="1801165"/>
                  </a:lnTo>
                  <a:lnTo>
                    <a:pt x="969273" y="1777035"/>
                  </a:lnTo>
                  <a:lnTo>
                    <a:pt x="931521" y="1752113"/>
                  </a:lnTo>
                  <a:lnTo>
                    <a:pt x="894339" y="1726411"/>
                  </a:lnTo>
                  <a:lnTo>
                    <a:pt x="857740" y="1699941"/>
                  </a:lnTo>
                  <a:lnTo>
                    <a:pt x="821734" y="1672714"/>
                  </a:lnTo>
                  <a:lnTo>
                    <a:pt x="786334" y="1644741"/>
                  </a:lnTo>
                  <a:lnTo>
                    <a:pt x="751551" y="1616035"/>
                  </a:lnTo>
                  <a:lnTo>
                    <a:pt x="717397" y="1586607"/>
                  </a:lnTo>
                  <a:lnTo>
                    <a:pt x="683883" y="1556468"/>
                  </a:lnTo>
                  <a:lnTo>
                    <a:pt x="651021" y="1525631"/>
                  </a:lnTo>
                  <a:lnTo>
                    <a:pt x="618823" y="1494107"/>
                  </a:lnTo>
                  <a:lnTo>
                    <a:pt x="587300" y="1461907"/>
                  </a:lnTo>
                  <a:lnTo>
                    <a:pt x="556464" y="1429044"/>
                  </a:lnTo>
                  <a:lnTo>
                    <a:pt x="526327" y="1395529"/>
                  </a:lnTo>
                  <a:lnTo>
                    <a:pt x="496900" y="1361373"/>
                  </a:lnTo>
                  <a:lnTo>
                    <a:pt x="468195" y="1326589"/>
                  </a:lnTo>
                  <a:lnTo>
                    <a:pt x="440224" y="1291187"/>
                  </a:lnTo>
                  <a:lnTo>
                    <a:pt x="412998" y="1255181"/>
                  </a:lnTo>
                  <a:lnTo>
                    <a:pt x="386529" y="1218580"/>
                  </a:lnTo>
                  <a:lnTo>
                    <a:pt x="360828" y="1181397"/>
                  </a:lnTo>
                  <a:lnTo>
                    <a:pt x="335908" y="1143644"/>
                  </a:lnTo>
                  <a:lnTo>
                    <a:pt x="311779" y="1105332"/>
                  </a:lnTo>
                  <a:lnTo>
                    <a:pt x="288454" y="1066473"/>
                  </a:lnTo>
                  <a:lnTo>
                    <a:pt x="265944" y="1027078"/>
                  </a:lnTo>
                  <a:lnTo>
                    <a:pt x="244261" y="987159"/>
                  </a:lnTo>
                  <a:lnTo>
                    <a:pt x="223417" y="946728"/>
                  </a:lnTo>
                  <a:lnTo>
                    <a:pt x="203422" y="905797"/>
                  </a:lnTo>
                  <a:lnTo>
                    <a:pt x="184289" y="864377"/>
                  </a:lnTo>
                  <a:lnTo>
                    <a:pt x="166030" y="822479"/>
                  </a:lnTo>
                  <a:lnTo>
                    <a:pt x="148656" y="780116"/>
                  </a:lnTo>
                  <a:lnTo>
                    <a:pt x="132178" y="737299"/>
                  </a:lnTo>
                  <a:lnTo>
                    <a:pt x="116609" y="694040"/>
                  </a:lnTo>
                  <a:lnTo>
                    <a:pt x="101960" y="650350"/>
                  </a:lnTo>
                  <a:lnTo>
                    <a:pt x="88243" y="606241"/>
                  </a:lnTo>
                  <a:lnTo>
                    <a:pt x="75469" y="561725"/>
                  </a:lnTo>
                  <a:lnTo>
                    <a:pt x="63650" y="516813"/>
                  </a:lnTo>
                  <a:lnTo>
                    <a:pt x="52797" y="471517"/>
                  </a:lnTo>
                  <a:lnTo>
                    <a:pt x="42923" y="425848"/>
                  </a:lnTo>
                  <a:lnTo>
                    <a:pt x="34038" y="379819"/>
                  </a:lnTo>
                  <a:lnTo>
                    <a:pt x="26156" y="333441"/>
                  </a:lnTo>
                  <a:lnTo>
                    <a:pt x="19286" y="286726"/>
                  </a:lnTo>
                  <a:lnTo>
                    <a:pt x="13442" y="239684"/>
                  </a:lnTo>
                  <a:lnTo>
                    <a:pt x="8634" y="192329"/>
                  </a:lnTo>
                  <a:lnTo>
                    <a:pt x="4874" y="144671"/>
                  </a:lnTo>
                  <a:lnTo>
                    <a:pt x="2174" y="96723"/>
                  </a:lnTo>
                  <a:lnTo>
                    <a:pt x="545" y="48495"/>
                  </a:lnTo>
                  <a:lnTo>
                    <a:pt x="0" y="0"/>
                  </a:lnTo>
                  <a:lnTo>
                    <a:pt x="2112898" y="0"/>
                  </a:lnTo>
                  <a:lnTo>
                    <a:pt x="2112898" y="2112962"/>
                  </a:lnTo>
                  <a:close/>
                </a:path>
              </a:pathLst>
            </a:custGeom>
            <a:ln w="12700">
              <a:solidFill>
                <a:srgbClr val="FFFFFF"/>
              </a:solidFill>
            </a:ln>
          </p:spPr>
          <p:txBody>
            <a:bodyPr wrap="square" lIns="0" tIns="0" rIns="0" bIns="0" rtlCol="0"/>
            <a:lstStyle/>
            <a:p/>
          </p:txBody>
        </p:sp>
      </p:grpSp>
      <p:sp>
        <p:nvSpPr>
          <p:cNvPr id="29" name="object 29"/>
          <p:cNvSpPr txBox="1"/>
          <p:nvPr/>
        </p:nvSpPr>
        <p:spPr>
          <a:xfrm>
            <a:off x="3191382" y="2991053"/>
            <a:ext cx="2531745" cy="2822575"/>
          </a:xfrm>
          <a:prstGeom prst="rect">
            <a:avLst/>
          </a:prstGeom>
        </p:spPr>
        <p:txBody>
          <a:bodyPr vert="horz" wrap="square" lIns="0" tIns="13335" rIns="0" bIns="0" rtlCol="0">
            <a:spAutoFit/>
          </a:bodyPr>
          <a:lstStyle/>
          <a:p>
            <a:pPr marL="12700">
              <a:lnSpc>
                <a:spcPct val="100000"/>
              </a:lnSpc>
              <a:spcBef>
                <a:spcPts val="105"/>
              </a:spcBef>
              <a:tabLst>
                <a:tab pos="1579880" algn="l"/>
              </a:tabLst>
            </a:pPr>
            <a:r>
              <a:rPr sz="3800" b="1" spc="-25" dirty="0">
                <a:solidFill>
                  <a:srgbClr val="FFFFFF"/>
                </a:solidFill>
                <a:latin typeface="Trebuchet MS" panose="020B0603020202020204"/>
                <a:cs typeface="Trebuchet MS" panose="020B0603020202020204"/>
              </a:rPr>
              <a:t>DDL</a:t>
            </a:r>
            <a:r>
              <a:rPr sz="3800" b="1" dirty="0">
                <a:solidFill>
                  <a:srgbClr val="FFFFFF"/>
                </a:solidFill>
                <a:latin typeface="Trebuchet MS" panose="020B0603020202020204"/>
                <a:cs typeface="Trebuchet MS" panose="020B0603020202020204"/>
              </a:rPr>
              <a:t>	</a:t>
            </a:r>
            <a:r>
              <a:rPr sz="3800" b="1" spc="-25" dirty="0">
                <a:solidFill>
                  <a:srgbClr val="FFFFFF"/>
                </a:solidFill>
                <a:latin typeface="Trebuchet MS" panose="020B0603020202020204"/>
                <a:cs typeface="Trebuchet MS" panose="020B0603020202020204"/>
              </a:rPr>
              <a:t>DML</a:t>
            </a:r>
            <a:endParaRPr sz="3800" b="1" spc="-25" dirty="0">
              <a:solidFill>
                <a:srgbClr val="FFFFFF"/>
              </a:solidFill>
              <a:latin typeface="Trebuchet MS" panose="020B0603020202020204"/>
              <a:cs typeface="Trebuchet MS" panose="020B0603020202020204"/>
            </a:endParaRPr>
          </a:p>
          <a:p>
            <a:pPr marL="12700">
              <a:lnSpc>
                <a:spcPct val="100000"/>
              </a:lnSpc>
              <a:spcBef>
                <a:spcPts val="105"/>
              </a:spcBef>
              <a:tabLst>
                <a:tab pos="1579880" algn="l"/>
              </a:tabLst>
            </a:pPr>
            <a:endParaRPr sz="3800">
              <a:latin typeface="Trebuchet MS" panose="020B0603020202020204"/>
              <a:cs typeface="Trebuchet MS" panose="020B0603020202020204"/>
            </a:endParaRPr>
          </a:p>
          <a:p>
            <a:pPr>
              <a:lnSpc>
                <a:spcPct val="100000"/>
              </a:lnSpc>
              <a:spcBef>
                <a:spcPts val="3565"/>
              </a:spcBef>
            </a:pPr>
            <a:endParaRPr sz="3800">
              <a:latin typeface="Trebuchet MS" panose="020B0603020202020204"/>
              <a:cs typeface="Trebuchet MS" panose="020B0603020202020204"/>
            </a:endParaRPr>
          </a:p>
          <a:p>
            <a:pPr marL="27940">
              <a:lnSpc>
                <a:spcPct val="100000"/>
              </a:lnSpc>
              <a:tabLst>
                <a:tab pos="1611630" algn="l"/>
              </a:tabLst>
            </a:pPr>
            <a:r>
              <a:rPr sz="3800" b="1" spc="-25" dirty="0">
                <a:solidFill>
                  <a:srgbClr val="FFFFFF"/>
                </a:solidFill>
                <a:latin typeface="Trebuchet MS" panose="020B0603020202020204"/>
                <a:cs typeface="Trebuchet MS" panose="020B0603020202020204"/>
              </a:rPr>
              <a:t>TCL</a:t>
            </a:r>
            <a:r>
              <a:rPr sz="3800" b="1" dirty="0">
                <a:solidFill>
                  <a:srgbClr val="FFFFFF"/>
                </a:solidFill>
                <a:latin typeface="Trebuchet MS" panose="020B0603020202020204"/>
                <a:cs typeface="Trebuchet MS" panose="020B0603020202020204"/>
              </a:rPr>
              <a:t>	</a:t>
            </a:r>
            <a:r>
              <a:rPr sz="3800" b="1" spc="-25" dirty="0">
                <a:solidFill>
                  <a:srgbClr val="FFFFFF"/>
                </a:solidFill>
                <a:latin typeface="Trebuchet MS" panose="020B0603020202020204"/>
                <a:cs typeface="Trebuchet MS" panose="020B0603020202020204"/>
              </a:rPr>
              <a:t>DCL</a:t>
            </a:r>
            <a:endParaRPr sz="3800">
              <a:latin typeface="Trebuchet MS" panose="020B0603020202020204"/>
              <a:cs typeface="Trebuchet MS" panose="020B0603020202020204"/>
            </a:endParaRPr>
          </a:p>
        </p:txBody>
      </p:sp>
      <p:grpSp>
        <p:nvGrpSpPr>
          <p:cNvPr id="30" name="object 30"/>
          <p:cNvGrpSpPr/>
          <p:nvPr/>
        </p:nvGrpSpPr>
        <p:grpSpPr>
          <a:xfrm>
            <a:off x="4112640" y="3731005"/>
            <a:ext cx="681355" cy="290195"/>
            <a:chOff x="4112640" y="3731005"/>
            <a:chExt cx="681355" cy="290195"/>
          </a:xfrm>
        </p:grpSpPr>
        <p:sp>
          <p:nvSpPr>
            <p:cNvPr id="31" name="object 31"/>
            <p:cNvSpPr/>
            <p:nvPr/>
          </p:nvSpPr>
          <p:spPr>
            <a:xfrm>
              <a:off x="4118990" y="3737355"/>
              <a:ext cx="668655" cy="277495"/>
            </a:xfrm>
            <a:custGeom>
              <a:avLst/>
              <a:gdLst/>
              <a:ahLst/>
              <a:cxnLst/>
              <a:rect l="l" t="t" r="r" b="b"/>
              <a:pathLst>
                <a:path w="668654" h="277495">
                  <a:moveTo>
                    <a:pt x="325120" y="0"/>
                  </a:moveTo>
                  <a:lnTo>
                    <a:pt x="272379" y="3631"/>
                  </a:lnTo>
                  <a:lnTo>
                    <a:pt x="222349" y="14143"/>
                  </a:lnTo>
                  <a:lnTo>
                    <a:pt x="175700" y="30967"/>
                  </a:lnTo>
                  <a:lnTo>
                    <a:pt x="133100" y="53531"/>
                  </a:lnTo>
                  <a:lnTo>
                    <a:pt x="95218" y="81264"/>
                  </a:lnTo>
                  <a:lnTo>
                    <a:pt x="62723" y="113595"/>
                  </a:lnTo>
                  <a:lnTo>
                    <a:pt x="36285" y="149955"/>
                  </a:lnTo>
                  <a:lnTo>
                    <a:pt x="16572" y="189772"/>
                  </a:lnTo>
                  <a:lnTo>
                    <a:pt x="4254" y="232475"/>
                  </a:lnTo>
                  <a:lnTo>
                    <a:pt x="0" y="277495"/>
                  </a:lnTo>
                  <a:lnTo>
                    <a:pt x="79375" y="277495"/>
                  </a:lnTo>
                  <a:lnTo>
                    <a:pt x="85364" y="233975"/>
                  </a:lnTo>
                  <a:lnTo>
                    <a:pt x="102661" y="193297"/>
                  </a:lnTo>
                  <a:lnTo>
                    <a:pt x="130261" y="156775"/>
                  </a:lnTo>
                  <a:lnTo>
                    <a:pt x="167157" y="125728"/>
                  </a:lnTo>
                  <a:lnTo>
                    <a:pt x="212344" y="101473"/>
                  </a:lnTo>
                  <a:lnTo>
                    <a:pt x="258621" y="86699"/>
                  </a:lnTo>
                  <a:lnTo>
                    <a:pt x="306173" y="79871"/>
                  </a:lnTo>
                  <a:lnTo>
                    <a:pt x="353665" y="80644"/>
                  </a:lnTo>
                  <a:lnTo>
                    <a:pt x="399764" y="88677"/>
                  </a:lnTo>
                  <a:lnTo>
                    <a:pt x="443136" y="103628"/>
                  </a:lnTo>
                  <a:lnTo>
                    <a:pt x="482449" y="125154"/>
                  </a:lnTo>
                  <a:lnTo>
                    <a:pt x="516368" y="152913"/>
                  </a:lnTo>
                  <a:lnTo>
                    <a:pt x="543560" y="186563"/>
                  </a:lnTo>
                  <a:lnTo>
                    <a:pt x="509650" y="186563"/>
                  </a:lnTo>
                  <a:lnTo>
                    <a:pt x="610616" y="277495"/>
                  </a:lnTo>
                  <a:lnTo>
                    <a:pt x="668147" y="186563"/>
                  </a:lnTo>
                  <a:lnTo>
                    <a:pt x="632333" y="186563"/>
                  </a:lnTo>
                  <a:lnTo>
                    <a:pt x="611756" y="146459"/>
                  </a:lnTo>
                  <a:lnTo>
                    <a:pt x="584616" y="110263"/>
                  </a:lnTo>
                  <a:lnTo>
                    <a:pt x="551648" y="78420"/>
                  </a:lnTo>
                  <a:lnTo>
                    <a:pt x="513588" y="51371"/>
                  </a:lnTo>
                  <a:lnTo>
                    <a:pt x="471169" y="29561"/>
                  </a:lnTo>
                  <a:lnTo>
                    <a:pt x="425128" y="13434"/>
                  </a:lnTo>
                  <a:lnTo>
                    <a:pt x="376200" y="3432"/>
                  </a:lnTo>
                  <a:lnTo>
                    <a:pt x="325120" y="0"/>
                  </a:lnTo>
                  <a:close/>
                </a:path>
              </a:pathLst>
            </a:custGeom>
            <a:solidFill>
              <a:srgbClr val="B5C5E9"/>
            </a:solidFill>
          </p:spPr>
          <p:txBody>
            <a:bodyPr wrap="square" lIns="0" tIns="0" rIns="0" bIns="0" rtlCol="0"/>
            <a:lstStyle/>
            <a:p/>
          </p:txBody>
        </p:sp>
        <p:sp>
          <p:nvSpPr>
            <p:cNvPr id="32" name="object 32"/>
            <p:cNvSpPr/>
            <p:nvPr/>
          </p:nvSpPr>
          <p:spPr>
            <a:xfrm>
              <a:off x="4118990" y="3737355"/>
              <a:ext cx="668655" cy="277495"/>
            </a:xfrm>
            <a:custGeom>
              <a:avLst/>
              <a:gdLst/>
              <a:ahLst/>
              <a:cxnLst/>
              <a:rect l="l" t="t" r="r" b="b"/>
              <a:pathLst>
                <a:path w="668654" h="277495">
                  <a:moveTo>
                    <a:pt x="0" y="277495"/>
                  </a:moveTo>
                  <a:lnTo>
                    <a:pt x="4254" y="232475"/>
                  </a:lnTo>
                  <a:lnTo>
                    <a:pt x="16572" y="189772"/>
                  </a:lnTo>
                  <a:lnTo>
                    <a:pt x="36285" y="149955"/>
                  </a:lnTo>
                  <a:lnTo>
                    <a:pt x="62723" y="113595"/>
                  </a:lnTo>
                  <a:lnTo>
                    <a:pt x="95218" y="81264"/>
                  </a:lnTo>
                  <a:lnTo>
                    <a:pt x="133100" y="53531"/>
                  </a:lnTo>
                  <a:lnTo>
                    <a:pt x="175700" y="30967"/>
                  </a:lnTo>
                  <a:lnTo>
                    <a:pt x="222349" y="14143"/>
                  </a:lnTo>
                  <a:lnTo>
                    <a:pt x="272379" y="3631"/>
                  </a:lnTo>
                  <a:lnTo>
                    <a:pt x="325120" y="0"/>
                  </a:lnTo>
                  <a:lnTo>
                    <a:pt x="376200" y="3432"/>
                  </a:lnTo>
                  <a:lnTo>
                    <a:pt x="425128" y="13434"/>
                  </a:lnTo>
                  <a:lnTo>
                    <a:pt x="471169" y="29561"/>
                  </a:lnTo>
                  <a:lnTo>
                    <a:pt x="513588" y="51371"/>
                  </a:lnTo>
                  <a:lnTo>
                    <a:pt x="551648" y="78420"/>
                  </a:lnTo>
                  <a:lnTo>
                    <a:pt x="584616" y="110263"/>
                  </a:lnTo>
                  <a:lnTo>
                    <a:pt x="611756" y="146459"/>
                  </a:lnTo>
                  <a:lnTo>
                    <a:pt x="632333" y="186563"/>
                  </a:lnTo>
                  <a:lnTo>
                    <a:pt x="668147" y="186563"/>
                  </a:lnTo>
                  <a:lnTo>
                    <a:pt x="610616" y="277495"/>
                  </a:lnTo>
                  <a:lnTo>
                    <a:pt x="509650" y="186563"/>
                  </a:lnTo>
                  <a:lnTo>
                    <a:pt x="543560" y="186563"/>
                  </a:lnTo>
                  <a:lnTo>
                    <a:pt x="516368" y="152913"/>
                  </a:lnTo>
                  <a:lnTo>
                    <a:pt x="482449" y="125154"/>
                  </a:lnTo>
                  <a:lnTo>
                    <a:pt x="443136" y="103628"/>
                  </a:lnTo>
                  <a:lnTo>
                    <a:pt x="399764" y="88677"/>
                  </a:lnTo>
                  <a:lnTo>
                    <a:pt x="353665" y="80644"/>
                  </a:lnTo>
                  <a:lnTo>
                    <a:pt x="306173" y="79871"/>
                  </a:lnTo>
                  <a:lnTo>
                    <a:pt x="258621" y="86699"/>
                  </a:lnTo>
                  <a:lnTo>
                    <a:pt x="212344" y="101473"/>
                  </a:lnTo>
                  <a:lnTo>
                    <a:pt x="167157" y="125728"/>
                  </a:lnTo>
                  <a:lnTo>
                    <a:pt x="130261" y="156775"/>
                  </a:lnTo>
                  <a:lnTo>
                    <a:pt x="102661" y="193297"/>
                  </a:lnTo>
                  <a:lnTo>
                    <a:pt x="85364" y="233975"/>
                  </a:lnTo>
                  <a:lnTo>
                    <a:pt x="79375" y="277495"/>
                  </a:lnTo>
                  <a:lnTo>
                    <a:pt x="0" y="277495"/>
                  </a:lnTo>
                  <a:close/>
                </a:path>
              </a:pathLst>
            </a:custGeom>
            <a:ln w="12700">
              <a:solidFill>
                <a:srgbClr val="FFFFFF"/>
              </a:solidFill>
            </a:ln>
          </p:spPr>
          <p:txBody>
            <a:bodyPr wrap="square" lIns="0" tIns="0" rIns="0" bIns="0" rtlCol="0"/>
            <a:lstStyle/>
            <a:p/>
          </p:txBody>
        </p:sp>
      </p:grpSp>
      <p:grpSp>
        <p:nvGrpSpPr>
          <p:cNvPr id="33" name="object 33"/>
          <p:cNvGrpSpPr/>
          <p:nvPr/>
        </p:nvGrpSpPr>
        <p:grpSpPr>
          <a:xfrm>
            <a:off x="4094734" y="4252467"/>
            <a:ext cx="681355" cy="290830"/>
            <a:chOff x="4094734" y="4252467"/>
            <a:chExt cx="681355" cy="290830"/>
          </a:xfrm>
        </p:grpSpPr>
        <p:sp>
          <p:nvSpPr>
            <p:cNvPr id="34" name="object 34"/>
            <p:cNvSpPr/>
            <p:nvPr/>
          </p:nvSpPr>
          <p:spPr>
            <a:xfrm>
              <a:off x="4101084" y="4258817"/>
              <a:ext cx="668655" cy="278130"/>
            </a:xfrm>
            <a:custGeom>
              <a:avLst/>
              <a:gdLst/>
              <a:ahLst/>
              <a:cxnLst/>
              <a:rect l="l" t="t" r="r" b="b"/>
              <a:pathLst>
                <a:path w="668654" h="278129">
                  <a:moveTo>
                    <a:pt x="668146" y="0"/>
                  </a:moveTo>
                  <a:lnTo>
                    <a:pt x="588899" y="0"/>
                  </a:lnTo>
                  <a:lnTo>
                    <a:pt x="582909" y="43532"/>
                  </a:lnTo>
                  <a:lnTo>
                    <a:pt x="565612" y="84242"/>
                  </a:lnTo>
                  <a:lnTo>
                    <a:pt x="538012" y="120801"/>
                  </a:lnTo>
                  <a:lnTo>
                    <a:pt x="501116" y="151879"/>
                  </a:lnTo>
                  <a:lnTo>
                    <a:pt x="455929" y="176148"/>
                  </a:lnTo>
                  <a:lnTo>
                    <a:pt x="409615" y="190922"/>
                  </a:lnTo>
                  <a:lnTo>
                    <a:pt x="362047" y="197750"/>
                  </a:lnTo>
                  <a:lnTo>
                    <a:pt x="314552" y="196977"/>
                  </a:lnTo>
                  <a:lnTo>
                    <a:pt x="268462" y="188944"/>
                  </a:lnTo>
                  <a:lnTo>
                    <a:pt x="225103" y="173993"/>
                  </a:lnTo>
                  <a:lnTo>
                    <a:pt x="185806" y="152467"/>
                  </a:lnTo>
                  <a:lnTo>
                    <a:pt x="151900" y="124708"/>
                  </a:lnTo>
                  <a:lnTo>
                    <a:pt x="124713" y="91058"/>
                  </a:lnTo>
                  <a:lnTo>
                    <a:pt x="158623" y="91058"/>
                  </a:lnTo>
                  <a:lnTo>
                    <a:pt x="57530" y="0"/>
                  </a:lnTo>
                  <a:lnTo>
                    <a:pt x="0" y="91058"/>
                  </a:lnTo>
                  <a:lnTo>
                    <a:pt x="35940" y="91058"/>
                  </a:lnTo>
                  <a:lnTo>
                    <a:pt x="56475" y="131126"/>
                  </a:lnTo>
                  <a:lnTo>
                    <a:pt x="83583" y="167304"/>
                  </a:lnTo>
                  <a:lnTo>
                    <a:pt x="116529" y="199146"/>
                  </a:lnTo>
                  <a:lnTo>
                    <a:pt x="154574" y="226202"/>
                  </a:lnTo>
                  <a:lnTo>
                    <a:pt x="196984" y="248026"/>
                  </a:lnTo>
                  <a:lnTo>
                    <a:pt x="243020" y="264169"/>
                  </a:lnTo>
                  <a:lnTo>
                    <a:pt x="291946" y="274184"/>
                  </a:lnTo>
                  <a:lnTo>
                    <a:pt x="343026" y="277621"/>
                  </a:lnTo>
                  <a:lnTo>
                    <a:pt x="395767" y="273987"/>
                  </a:lnTo>
                  <a:lnTo>
                    <a:pt x="445797" y="263465"/>
                  </a:lnTo>
                  <a:lnTo>
                    <a:pt x="492446" y="246627"/>
                  </a:lnTo>
                  <a:lnTo>
                    <a:pt x="535046" y="224046"/>
                  </a:lnTo>
                  <a:lnTo>
                    <a:pt x="572928" y="196294"/>
                  </a:lnTo>
                  <a:lnTo>
                    <a:pt x="605423" y="163943"/>
                  </a:lnTo>
                  <a:lnTo>
                    <a:pt x="631861" y="127566"/>
                  </a:lnTo>
                  <a:lnTo>
                    <a:pt x="651574" y="87735"/>
                  </a:lnTo>
                  <a:lnTo>
                    <a:pt x="663892" y="45022"/>
                  </a:lnTo>
                  <a:lnTo>
                    <a:pt x="668146" y="0"/>
                  </a:lnTo>
                  <a:close/>
                </a:path>
              </a:pathLst>
            </a:custGeom>
            <a:solidFill>
              <a:srgbClr val="B5C5E9"/>
            </a:solidFill>
          </p:spPr>
          <p:txBody>
            <a:bodyPr wrap="square" lIns="0" tIns="0" rIns="0" bIns="0" rtlCol="0"/>
            <a:lstStyle/>
            <a:p/>
          </p:txBody>
        </p:sp>
        <p:sp>
          <p:nvSpPr>
            <p:cNvPr id="35" name="object 35"/>
            <p:cNvSpPr/>
            <p:nvPr/>
          </p:nvSpPr>
          <p:spPr>
            <a:xfrm>
              <a:off x="4101084" y="4258817"/>
              <a:ext cx="668655" cy="278130"/>
            </a:xfrm>
            <a:custGeom>
              <a:avLst/>
              <a:gdLst/>
              <a:ahLst/>
              <a:cxnLst/>
              <a:rect l="l" t="t" r="r" b="b"/>
              <a:pathLst>
                <a:path w="668654" h="278129">
                  <a:moveTo>
                    <a:pt x="668146" y="0"/>
                  </a:moveTo>
                  <a:lnTo>
                    <a:pt x="663892" y="45022"/>
                  </a:lnTo>
                  <a:lnTo>
                    <a:pt x="651574" y="87735"/>
                  </a:lnTo>
                  <a:lnTo>
                    <a:pt x="631861" y="127566"/>
                  </a:lnTo>
                  <a:lnTo>
                    <a:pt x="605423" y="163943"/>
                  </a:lnTo>
                  <a:lnTo>
                    <a:pt x="572928" y="196294"/>
                  </a:lnTo>
                  <a:lnTo>
                    <a:pt x="535046" y="224046"/>
                  </a:lnTo>
                  <a:lnTo>
                    <a:pt x="492446" y="246627"/>
                  </a:lnTo>
                  <a:lnTo>
                    <a:pt x="445797" y="263465"/>
                  </a:lnTo>
                  <a:lnTo>
                    <a:pt x="395767" y="273987"/>
                  </a:lnTo>
                  <a:lnTo>
                    <a:pt x="343026" y="277621"/>
                  </a:lnTo>
                  <a:lnTo>
                    <a:pt x="291946" y="274184"/>
                  </a:lnTo>
                  <a:lnTo>
                    <a:pt x="243020" y="264169"/>
                  </a:lnTo>
                  <a:lnTo>
                    <a:pt x="196984" y="248026"/>
                  </a:lnTo>
                  <a:lnTo>
                    <a:pt x="154574" y="226202"/>
                  </a:lnTo>
                  <a:lnTo>
                    <a:pt x="116529" y="199146"/>
                  </a:lnTo>
                  <a:lnTo>
                    <a:pt x="83583" y="167304"/>
                  </a:lnTo>
                  <a:lnTo>
                    <a:pt x="56475" y="131126"/>
                  </a:lnTo>
                  <a:lnTo>
                    <a:pt x="35940" y="91058"/>
                  </a:lnTo>
                  <a:lnTo>
                    <a:pt x="0" y="91058"/>
                  </a:lnTo>
                  <a:lnTo>
                    <a:pt x="57530" y="0"/>
                  </a:lnTo>
                  <a:lnTo>
                    <a:pt x="158623" y="91058"/>
                  </a:lnTo>
                  <a:lnTo>
                    <a:pt x="124713" y="91058"/>
                  </a:lnTo>
                  <a:lnTo>
                    <a:pt x="151900" y="124708"/>
                  </a:lnTo>
                  <a:lnTo>
                    <a:pt x="185806" y="152467"/>
                  </a:lnTo>
                  <a:lnTo>
                    <a:pt x="225103" y="173993"/>
                  </a:lnTo>
                  <a:lnTo>
                    <a:pt x="268462" y="188944"/>
                  </a:lnTo>
                  <a:lnTo>
                    <a:pt x="314552" y="196977"/>
                  </a:lnTo>
                  <a:lnTo>
                    <a:pt x="362047" y="197750"/>
                  </a:lnTo>
                  <a:lnTo>
                    <a:pt x="409615" y="190922"/>
                  </a:lnTo>
                  <a:lnTo>
                    <a:pt x="455929" y="176148"/>
                  </a:lnTo>
                  <a:lnTo>
                    <a:pt x="501116" y="151879"/>
                  </a:lnTo>
                  <a:lnTo>
                    <a:pt x="538012" y="120801"/>
                  </a:lnTo>
                  <a:lnTo>
                    <a:pt x="565612" y="84242"/>
                  </a:lnTo>
                  <a:lnTo>
                    <a:pt x="582909" y="43532"/>
                  </a:lnTo>
                  <a:lnTo>
                    <a:pt x="588899" y="0"/>
                  </a:lnTo>
                  <a:lnTo>
                    <a:pt x="668146" y="0"/>
                  </a:lnTo>
                  <a:close/>
                </a:path>
              </a:pathLst>
            </a:custGeom>
            <a:ln w="12700">
              <a:solidFill>
                <a:srgbClr val="FFFFFF"/>
              </a:solidFill>
            </a:ln>
          </p:spPr>
          <p:txBody>
            <a:bodyPr wrap="square" lIns="0" tIns="0" rIns="0" bIns="0" rtlCol="0"/>
            <a:lstStyle/>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96045" y="6303085"/>
            <a:ext cx="99695" cy="199390"/>
          </a:xfrm>
          <a:prstGeom prst="rect">
            <a:avLst/>
          </a:prstGeom>
        </p:spPr>
        <p:txBody>
          <a:bodyPr vert="horz" wrap="square" lIns="0" tIns="0" rIns="0" bIns="0" rtlCol="0">
            <a:spAutoFit/>
          </a:bodyPr>
          <a:lstStyle/>
          <a:p>
            <a:pPr>
              <a:lnSpc>
                <a:spcPts val="1550"/>
              </a:lnSpc>
            </a:pPr>
            <a:r>
              <a:rPr sz="1400" spc="-50" dirty="0">
                <a:latin typeface="Arial MT"/>
                <a:cs typeface="Arial MT"/>
              </a:rPr>
              <a:t>7</a:t>
            </a:r>
            <a:endParaRPr sz="1400">
              <a:latin typeface="Arial MT"/>
              <a:cs typeface="Arial MT"/>
            </a:endParaRPr>
          </a:p>
        </p:txBody>
      </p:sp>
      <p:sp>
        <p:nvSpPr>
          <p:cNvPr id="3" name="object 3" descr="$PPTXTitle"/>
          <p:cNvSpPr txBox="1">
            <a:spLocks noGrp="1"/>
          </p:cNvSpPr>
          <p:nvPr>
            <p:ph type="title"/>
          </p:nvPr>
        </p:nvSpPr>
        <p:spPr>
          <a:xfrm>
            <a:off x="2697860" y="146431"/>
            <a:ext cx="3749675" cy="696595"/>
          </a:xfrm>
          <a:prstGeom prst="rect">
            <a:avLst/>
          </a:prstGeom>
        </p:spPr>
        <p:txBody>
          <a:bodyPr vert="horz" wrap="square" lIns="0" tIns="12700" rIns="0" bIns="0" rtlCol="0">
            <a:spAutoFit/>
          </a:bodyPr>
          <a:lstStyle/>
          <a:p>
            <a:pPr marL="12700">
              <a:lnSpc>
                <a:spcPct val="100000"/>
              </a:lnSpc>
              <a:spcBef>
                <a:spcPts val="100"/>
              </a:spcBef>
            </a:pPr>
            <a:r>
              <a:rPr sz="4400" spc="-50" dirty="0"/>
              <a:t>CREATE</a:t>
            </a:r>
            <a:r>
              <a:rPr sz="4400" spc="-235" dirty="0"/>
              <a:t> </a:t>
            </a:r>
            <a:r>
              <a:rPr sz="4400" spc="-70" dirty="0"/>
              <a:t>TABLE</a:t>
            </a:r>
            <a:endParaRPr sz="4400"/>
          </a:p>
        </p:txBody>
      </p:sp>
      <p:sp>
        <p:nvSpPr>
          <p:cNvPr id="4" name="object 4"/>
          <p:cNvSpPr/>
          <p:nvPr/>
        </p:nvSpPr>
        <p:spPr>
          <a:xfrm>
            <a:off x="685800" y="2267076"/>
            <a:ext cx="8305800" cy="2133600"/>
          </a:xfrm>
          <a:custGeom>
            <a:avLst/>
            <a:gdLst/>
            <a:ahLst/>
            <a:cxnLst/>
            <a:rect l="l" t="t" r="r" b="b"/>
            <a:pathLst>
              <a:path w="8305800" h="2133600">
                <a:moveTo>
                  <a:pt x="0" y="2133600"/>
                </a:moveTo>
                <a:lnTo>
                  <a:pt x="8305800" y="2133600"/>
                </a:lnTo>
                <a:lnTo>
                  <a:pt x="8305800" y="0"/>
                </a:lnTo>
                <a:lnTo>
                  <a:pt x="0" y="0"/>
                </a:lnTo>
                <a:lnTo>
                  <a:pt x="0" y="2133600"/>
                </a:lnTo>
                <a:close/>
              </a:path>
            </a:pathLst>
          </a:custGeom>
          <a:ln w="12700">
            <a:solidFill>
              <a:srgbClr val="297ED4"/>
            </a:solidFill>
          </a:ln>
        </p:spPr>
        <p:txBody>
          <a:bodyPr wrap="square" lIns="0" tIns="0" rIns="0" bIns="0" rtlCol="0"/>
          <a:lstStyle/>
          <a:p/>
        </p:txBody>
      </p:sp>
      <p:sp>
        <p:nvSpPr>
          <p:cNvPr id="5" name="object 5"/>
          <p:cNvSpPr txBox="1"/>
          <p:nvPr/>
        </p:nvSpPr>
        <p:spPr>
          <a:xfrm>
            <a:off x="535940" y="1624329"/>
            <a:ext cx="6271895" cy="1868805"/>
          </a:xfrm>
          <a:prstGeom prst="rect">
            <a:avLst/>
          </a:prstGeom>
        </p:spPr>
        <p:txBody>
          <a:bodyPr vert="horz" wrap="square" lIns="0" tIns="12700" rIns="0" bIns="0" rtlCol="0">
            <a:spAutoFit/>
          </a:bodyPr>
          <a:lstStyle/>
          <a:p>
            <a:pPr marL="354965" indent="-342265">
              <a:lnSpc>
                <a:spcPct val="100000"/>
              </a:lnSpc>
              <a:spcBef>
                <a:spcPts val="100"/>
              </a:spcBef>
              <a:buFont typeface="Wingdings" panose="05000000000000000000"/>
              <a:buChar char=""/>
              <a:tabLst>
                <a:tab pos="354965" algn="l"/>
              </a:tabLst>
            </a:pPr>
            <a:r>
              <a:rPr sz="2400" dirty="0">
                <a:latin typeface="Trebuchet MS" panose="020B0603020202020204"/>
                <a:cs typeface="Trebuchet MS" panose="020B0603020202020204"/>
              </a:rPr>
              <a:t>Used</a:t>
            </a:r>
            <a:r>
              <a:rPr sz="2400" spc="-35" dirty="0">
                <a:latin typeface="Trebuchet MS" panose="020B0603020202020204"/>
                <a:cs typeface="Trebuchet MS" panose="020B0603020202020204"/>
              </a:rPr>
              <a:t> </a:t>
            </a:r>
            <a:r>
              <a:rPr sz="2400" dirty="0">
                <a:latin typeface="Trebuchet MS" panose="020B0603020202020204"/>
                <a:cs typeface="Trebuchet MS" panose="020B0603020202020204"/>
              </a:rPr>
              <a:t>to</a:t>
            </a:r>
            <a:r>
              <a:rPr sz="2400" spc="-45" dirty="0">
                <a:latin typeface="Trebuchet MS" panose="020B0603020202020204"/>
                <a:cs typeface="Trebuchet MS" panose="020B0603020202020204"/>
              </a:rPr>
              <a:t> </a:t>
            </a:r>
            <a:r>
              <a:rPr sz="2400" dirty="0">
                <a:latin typeface="Trebuchet MS" panose="020B0603020202020204"/>
                <a:cs typeface="Trebuchet MS" panose="020B0603020202020204"/>
              </a:rPr>
              <a:t>create</a:t>
            </a:r>
            <a:r>
              <a:rPr sz="2400" spc="-40" dirty="0">
                <a:latin typeface="Trebuchet MS" panose="020B0603020202020204"/>
                <a:cs typeface="Trebuchet MS" panose="020B0603020202020204"/>
              </a:rPr>
              <a:t> </a:t>
            </a:r>
            <a:r>
              <a:rPr sz="2400" dirty="0">
                <a:latin typeface="Trebuchet MS" panose="020B0603020202020204"/>
                <a:cs typeface="Trebuchet MS" panose="020B0603020202020204"/>
              </a:rPr>
              <a:t>a</a:t>
            </a:r>
            <a:r>
              <a:rPr sz="2400" spc="-40" dirty="0">
                <a:latin typeface="Trebuchet MS" panose="020B0603020202020204"/>
                <a:cs typeface="Trebuchet MS" panose="020B0603020202020204"/>
              </a:rPr>
              <a:t> </a:t>
            </a:r>
            <a:r>
              <a:rPr sz="2400" dirty="0">
                <a:latin typeface="Trebuchet MS" panose="020B0603020202020204"/>
                <a:cs typeface="Trebuchet MS" panose="020B0603020202020204"/>
              </a:rPr>
              <a:t>new</a:t>
            </a:r>
            <a:r>
              <a:rPr sz="2400" spc="-40" dirty="0">
                <a:latin typeface="Trebuchet MS" panose="020B0603020202020204"/>
                <a:cs typeface="Trebuchet MS" panose="020B0603020202020204"/>
              </a:rPr>
              <a:t> </a:t>
            </a:r>
            <a:r>
              <a:rPr sz="2400" dirty="0">
                <a:latin typeface="Trebuchet MS" panose="020B0603020202020204"/>
                <a:cs typeface="Trebuchet MS" panose="020B0603020202020204"/>
              </a:rPr>
              <a:t>table</a:t>
            </a:r>
            <a:r>
              <a:rPr sz="2400" spc="-30" dirty="0">
                <a:latin typeface="Trebuchet MS" panose="020B0603020202020204"/>
                <a:cs typeface="Trebuchet MS" panose="020B0603020202020204"/>
              </a:rPr>
              <a:t> </a:t>
            </a:r>
            <a:r>
              <a:rPr sz="2400" dirty="0">
                <a:latin typeface="Trebuchet MS" panose="020B0603020202020204"/>
                <a:cs typeface="Trebuchet MS" panose="020B0603020202020204"/>
              </a:rPr>
              <a:t>in</a:t>
            </a:r>
            <a:r>
              <a:rPr sz="2400" spc="-55" dirty="0">
                <a:latin typeface="Trebuchet MS" panose="020B0603020202020204"/>
                <a:cs typeface="Trebuchet MS" panose="020B0603020202020204"/>
              </a:rPr>
              <a:t> </a:t>
            </a:r>
            <a:r>
              <a:rPr sz="2400" dirty="0">
                <a:solidFill>
                  <a:srgbClr val="FF0000"/>
                </a:solidFill>
                <a:latin typeface="Trebuchet MS" panose="020B0603020202020204"/>
                <a:cs typeface="Trebuchet MS" panose="020B0603020202020204"/>
              </a:rPr>
              <a:t>current</a:t>
            </a:r>
            <a:r>
              <a:rPr sz="2400" spc="-30" dirty="0">
                <a:solidFill>
                  <a:srgbClr val="FF0000"/>
                </a:solidFill>
                <a:latin typeface="Trebuchet MS" panose="020B0603020202020204"/>
                <a:cs typeface="Trebuchet MS" panose="020B0603020202020204"/>
              </a:rPr>
              <a:t> </a:t>
            </a:r>
            <a:r>
              <a:rPr sz="2400" spc="-10" dirty="0">
                <a:solidFill>
                  <a:srgbClr val="FF0000"/>
                </a:solidFill>
                <a:latin typeface="Trebuchet MS" panose="020B0603020202020204"/>
                <a:cs typeface="Trebuchet MS" panose="020B0603020202020204"/>
              </a:rPr>
              <a:t>user.</a:t>
            </a:r>
            <a:endParaRPr sz="2400">
              <a:latin typeface="Trebuchet MS" panose="020B0603020202020204"/>
              <a:cs typeface="Trebuchet MS" panose="020B0603020202020204"/>
            </a:endParaRPr>
          </a:p>
          <a:p>
            <a:pPr marL="241300">
              <a:lnSpc>
                <a:spcPct val="100000"/>
              </a:lnSpc>
              <a:spcBef>
                <a:spcPts val="1545"/>
              </a:spcBef>
            </a:pPr>
            <a:r>
              <a:rPr sz="2000" b="1" spc="-10" dirty="0">
                <a:latin typeface="Trebuchet MS" panose="020B0603020202020204"/>
                <a:cs typeface="Trebuchet MS" panose="020B0603020202020204"/>
              </a:rPr>
              <a:t>syntax:</a:t>
            </a:r>
            <a:endParaRPr sz="2000">
              <a:latin typeface="Trebuchet MS" panose="020B0603020202020204"/>
              <a:cs typeface="Trebuchet MS" panose="020B0603020202020204"/>
            </a:endParaRPr>
          </a:p>
          <a:p>
            <a:pPr marL="241300" marR="3242310">
              <a:lnSpc>
                <a:spcPct val="100000"/>
              </a:lnSpc>
              <a:spcBef>
                <a:spcPts val="1930"/>
              </a:spcBef>
            </a:pPr>
            <a:r>
              <a:rPr sz="1600" b="1" spc="-20" dirty="0">
                <a:latin typeface="Trebuchet MS" panose="020B0603020202020204"/>
                <a:cs typeface="Trebuchet MS" panose="020B0603020202020204"/>
              </a:rPr>
              <a:t>CREATE</a:t>
            </a:r>
            <a:r>
              <a:rPr sz="1600" b="1" spc="-80" dirty="0">
                <a:latin typeface="Trebuchet MS" panose="020B0603020202020204"/>
                <a:cs typeface="Trebuchet MS" panose="020B0603020202020204"/>
              </a:rPr>
              <a:t> </a:t>
            </a:r>
            <a:r>
              <a:rPr sz="1600" b="1" dirty="0">
                <a:latin typeface="Trebuchet MS" panose="020B0603020202020204"/>
                <a:cs typeface="Trebuchet MS" panose="020B0603020202020204"/>
              </a:rPr>
              <a:t>TABLE</a:t>
            </a:r>
            <a:r>
              <a:rPr sz="1600" b="1" spc="340" dirty="0">
                <a:latin typeface="Trebuchet MS" panose="020B0603020202020204"/>
                <a:cs typeface="Trebuchet MS" panose="020B0603020202020204"/>
              </a:rPr>
              <a:t> </a:t>
            </a:r>
            <a:r>
              <a:rPr sz="1600" b="1" dirty="0">
                <a:latin typeface="Trebuchet MS" panose="020B0603020202020204"/>
                <a:cs typeface="Trebuchet MS" panose="020B0603020202020204"/>
              </a:rPr>
              <a:t>&lt;table</a:t>
            </a:r>
            <a:r>
              <a:rPr sz="1600" b="1" spc="-60" dirty="0">
                <a:latin typeface="Trebuchet MS" panose="020B0603020202020204"/>
                <a:cs typeface="Trebuchet MS" panose="020B0603020202020204"/>
              </a:rPr>
              <a:t> </a:t>
            </a:r>
            <a:r>
              <a:rPr sz="1600" b="1" spc="-20" dirty="0">
                <a:latin typeface="Trebuchet MS" panose="020B0603020202020204"/>
                <a:cs typeface="Trebuchet MS" panose="020B0603020202020204"/>
              </a:rPr>
              <a:t>name&gt; </a:t>
            </a:r>
            <a:r>
              <a:rPr sz="1600" b="1" spc="-50" dirty="0">
                <a:latin typeface="Trebuchet MS" panose="020B0603020202020204"/>
                <a:cs typeface="Trebuchet MS" panose="020B0603020202020204"/>
              </a:rPr>
              <a:t>(</a:t>
            </a:r>
            <a:endParaRPr sz="1600">
              <a:latin typeface="Trebuchet MS" panose="020B0603020202020204"/>
              <a:cs typeface="Trebuchet MS" panose="020B0603020202020204"/>
            </a:endParaRPr>
          </a:p>
          <a:p>
            <a:pPr marL="488315">
              <a:lnSpc>
                <a:spcPct val="100000"/>
              </a:lnSpc>
            </a:pPr>
            <a:r>
              <a:rPr sz="1600" b="1" dirty="0">
                <a:latin typeface="Trebuchet MS" panose="020B0603020202020204"/>
                <a:cs typeface="Trebuchet MS" panose="020B0603020202020204"/>
              </a:rPr>
              <a:t>&lt;field</a:t>
            </a:r>
            <a:r>
              <a:rPr sz="1600" b="1" spc="-30" dirty="0">
                <a:latin typeface="Trebuchet MS" panose="020B0603020202020204"/>
                <a:cs typeface="Trebuchet MS" panose="020B0603020202020204"/>
              </a:rPr>
              <a:t> </a:t>
            </a:r>
            <a:r>
              <a:rPr sz="1600" b="1" dirty="0">
                <a:latin typeface="Trebuchet MS" panose="020B0603020202020204"/>
                <a:cs typeface="Trebuchet MS" panose="020B0603020202020204"/>
              </a:rPr>
              <a:t>name&gt;</a:t>
            </a:r>
            <a:r>
              <a:rPr sz="1600" b="1" spc="405" dirty="0">
                <a:latin typeface="Trebuchet MS" panose="020B0603020202020204"/>
                <a:cs typeface="Trebuchet MS" panose="020B0603020202020204"/>
              </a:rPr>
              <a:t> </a:t>
            </a:r>
            <a:r>
              <a:rPr sz="1600" b="1" dirty="0">
                <a:latin typeface="Trebuchet MS" panose="020B0603020202020204"/>
                <a:cs typeface="Trebuchet MS" panose="020B0603020202020204"/>
              </a:rPr>
              <a:t>&lt;Data</a:t>
            </a:r>
            <a:r>
              <a:rPr sz="1600" b="1" spc="-40" dirty="0">
                <a:latin typeface="Trebuchet MS" panose="020B0603020202020204"/>
                <a:cs typeface="Trebuchet MS" panose="020B0603020202020204"/>
              </a:rPr>
              <a:t> </a:t>
            </a:r>
            <a:r>
              <a:rPr sz="1600" b="1" dirty="0">
                <a:latin typeface="Trebuchet MS" panose="020B0603020202020204"/>
                <a:cs typeface="Trebuchet MS" panose="020B0603020202020204"/>
              </a:rPr>
              <a:t>type&gt;(&lt;Size&gt;)</a:t>
            </a:r>
            <a:r>
              <a:rPr sz="1600" b="1" spc="425" dirty="0">
                <a:latin typeface="Trebuchet MS" panose="020B0603020202020204"/>
                <a:cs typeface="Trebuchet MS" panose="020B0603020202020204"/>
              </a:rPr>
              <a:t> </a:t>
            </a:r>
            <a:r>
              <a:rPr sz="1600" b="1" dirty="0">
                <a:latin typeface="Trebuchet MS" panose="020B0603020202020204"/>
                <a:cs typeface="Trebuchet MS" panose="020B0603020202020204"/>
              </a:rPr>
              <a:t>[CONSTRAINT</a:t>
            </a:r>
            <a:r>
              <a:rPr sz="1600" b="1" spc="-70" dirty="0">
                <a:latin typeface="Trebuchet MS" panose="020B0603020202020204"/>
                <a:cs typeface="Trebuchet MS" panose="020B0603020202020204"/>
              </a:rPr>
              <a:t> </a:t>
            </a:r>
            <a:r>
              <a:rPr sz="1600" b="1" spc="-25" dirty="0">
                <a:latin typeface="Trebuchet MS" panose="020B0603020202020204"/>
                <a:cs typeface="Trebuchet MS" panose="020B0603020202020204"/>
              </a:rPr>
              <a:t>],</a:t>
            </a:r>
            <a:endParaRPr sz="1600">
              <a:latin typeface="Trebuchet MS" panose="020B0603020202020204"/>
              <a:cs typeface="Trebuchet MS" panose="020B0603020202020204"/>
            </a:endParaRPr>
          </a:p>
        </p:txBody>
      </p:sp>
      <p:sp>
        <p:nvSpPr>
          <p:cNvPr id="6" name="object 6"/>
          <p:cNvSpPr txBox="1"/>
          <p:nvPr/>
        </p:nvSpPr>
        <p:spPr>
          <a:xfrm>
            <a:off x="2386865" y="3468115"/>
            <a:ext cx="3656329"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rebuchet MS" panose="020B0603020202020204"/>
                <a:cs typeface="Trebuchet MS" panose="020B0603020202020204"/>
              </a:rPr>
              <a:t>&lt;Data</a:t>
            </a:r>
            <a:r>
              <a:rPr sz="1600" b="1" spc="-80" dirty="0">
                <a:latin typeface="Trebuchet MS" panose="020B0603020202020204"/>
                <a:cs typeface="Trebuchet MS" panose="020B0603020202020204"/>
              </a:rPr>
              <a:t> </a:t>
            </a:r>
            <a:r>
              <a:rPr sz="1600" b="1" spc="-10" dirty="0">
                <a:latin typeface="Trebuchet MS" panose="020B0603020202020204"/>
                <a:cs typeface="Trebuchet MS" panose="020B0603020202020204"/>
              </a:rPr>
              <a:t>Type&gt;</a:t>
            </a:r>
            <a:r>
              <a:rPr sz="1600" b="1" spc="-30" dirty="0">
                <a:latin typeface="Trebuchet MS" panose="020B0603020202020204"/>
                <a:cs typeface="Trebuchet MS" panose="020B0603020202020204"/>
              </a:rPr>
              <a:t> </a:t>
            </a:r>
            <a:r>
              <a:rPr sz="1600" b="1" dirty="0">
                <a:latin typeface="Trebuchet MS" panose="020B0603020202020204"/>
                <a:cs typeface="Trebuchet MS" panose="020B0603020202020204"/>
              </a:rPr>
              <a:t>(&lt;Size&gt;)</a:t>
            </a:r>
            <a:r>
              <a:rPr sz="1600" b="1" spc="400" dirty="0">
                <a:latin typeface="Trebuchet MS" panose="020B0603020202020204"/>
                <a:cs typeface="Trebuchet MS" panose="020B0603020202020204"/>
              </a:rPr>
              <a:t> </a:t>
            </a:r>
            <a:r>
              <a:rPr sz="1600" b="1" dirty="0">
                <a:latin typeface="Trebuchet MS" panose="020B0603020202020204"/>
                <a:cs typeface="Trebuchet MS" panose="020B0603020202020204"/>
              </a:rPr>
              <a:t>[CONSTRAINT</a:t>
            </a:r>
            <a:r>
              <a:rPr sz="1600" b="1" spc="-65" dirty="0">
                <a:latin typeface="Trebuchet MS" panose="020B0603020202020204"/>
                <a:cs typeface="Trebuchet MS" panose="020B0603020202020204"/>
              </a:rPr>
              <a:t> </a:t>
            </a:r>
            <a:r>
              <a:rPr sz="1600" b="1" spc="-25" dirty="0">
                <a:latin typeface="Trebuchet MS" panose="020B0603020202020204"/>
                <a:cs typeface="Trebuchet MS" panose="020B0603020202020204"/>
              </a:rPr>
              <a:t>],</a:t>
            </a:r>
            <a:endParaRPr sz="1600">
              <a:latin typeface="Trebuchet MS" panose="020B0603020202020204"/>
              <a:cs typeface="Trebuchet MS" panose="020B0603020202020204"/>
            </a:endParaRPr>
          </a:p>
        </p:txBody>
      </p:sp>
      <p:sp>
        <p:nvSpPr>
          <p:cNvPr id="7" name="object 7"/>
          <p:cNvSpPr txBox="1"/>
          <p:nvPr/>
        </p:nvSpPr>
        <p:spPr>
          <a:xfrm>
            <a:off x="827024" y="3468115"/>
            <a:ext cx="1397000" cy="756920"/>
          </a:xfrm>
          <a:prstGeom prst="rect">
            <a:avLst/>
          </a:prstGeom>
        </p:spPr>
        <p:txBody>
          <a:bodyPr vert="horz" wrap="square" lIns="0" tIns="12065" rIns="0" bIns="0" rtlCol="0">
            <a:spAutoFit/>
          </a:bodyPr>
          <a:lstStyle/>
          <a:p>
            <a:pPr marL="135890">
              <a:lnSpc>
                <a:spcPct val="100000"/>
              </a:lnSpc>
              <a:spcBef>
                <a:spcPts val="95"/>
              </a:spcBef>
            </a:pPr>
            <a:r>
              <a:rPr sz="1600" b="1" dirty="0">
                <a:latin typeface="Trebuchet MS" panose="020B0603020202020204"/>
                <a:cs typeface="Trebuchet MS" panose="020B0603020202020204"/>
              </a:rPr>
              <a:t>&lt;field</a:t>
            </a:r>
            <a:r>
              <a:rPr sz="1600" b="1" spc="-30" dirty="0">
                <a:latin typeface="Trebuchet MS" panose="020B0603020202020204"/>
                <a:cs typeface="Trebuchet MS" panose="020B0603020202020204"/>
              </a:rPr>
              <a:t> </a:t>
            </a:r>
            <a:r>
              <a:rPr sz="1600" b="1" spc="-10" dirty="0">
                <a:latin typeface="Trebuchet MS" panose="020B0603020202020204"/>
                <a:cs typeface="Trebuchet MS" panose="020B0603020202020204"/>
              </a:rPr>
              <a:t>name&gt;</a:t>
            </a:r>
            <a:endParaRPr sz="1600">
              <a:latin typeface="Trebuchet MS" panose="020B0603020202020204"/>
              <a:cs typeface="Trebuchet MS" panose="020B0603020202020204"/>
            </a:endParaRPr>
          </a:p>
          <a:p>
            <a:pPr marL="196850">
              <a:lnSpc>
                <a:spcPct val="100000"/>
              </a:lnSpc>
            </a:pPr>
            <a:r>
              <a:rPr sz="1600" b="1" spc="-25" dirty="0">
                <a:latin typeface="Trebuchet MS" panose="020B0603020202020204"/>
                <a:cs typeface="Trebuchet MS" panose="020B0603020202020204"/>
              </a:rPr>
              <a:t>……</a:t>
            </a:r>
            <a:endParaRPr sz="1600">
              <a:latin typeface="Trebuchet MS" panose="020B0603020202020204"/>
              <a:cs typeface="Trebuchet MS" panose="020B0603020202020204"/>
            </a:endParaRPr>
          </a:p>
          <a:p>
            <a:pPr marL="12700">
              <a:lnSpc>
                <a:spcPct val="100000"/>
              </a:lnSpc>
            </a:pPr>
            <a:r>
              <a:rPr sz="1600" b="1" spc="-25" dirty="0">
                <a:latin typeface="Trebuchet MS" panose="020B0603020202020204"/>
                <a:cs typeface="Trebuchet MS" panose="020B0603020202020204"/>
              </a:rPr>
              <a:t>);</a:t>
            </a:r>
            <a:endParaRPr sz="1600">
              <a:latin typeface="Trebuchet MS" panose="020B0603020202020204"/>
              <a:cs typeface="Trebuchet MS" panose="020B0603020202020204"/>
            </a:endParaRPr>
          </a:p>
        </p:txBody>
      </p:sp>
      <p:sp>
        <p:nvSpPr>
          <p:cNvPr id="8" name="object 8"/>
          <p:cNvSpPr txBox="1"/>
          <p:nvPr/>
        </p:nvSpPr>
        <p:spPr>
          <a:xfrm>
            <a:off x="609600" y="4572000"/>
            <a:ext cx="8382000" cy="2149475"/>
          </a:xfrm>
          <a:prstGeom prst="rect">
            <a:avLst/>
          </a:prstGeom>
          <a:solidFill>
            <a:srgbClr val="FFFFFF"/>
          </a:solidFill>
          <a:ln w="12700">
            <a:solidFill>
              <a:srgbClr val="297ED4"/>
            </a:solidFill>
          </a:ln>
        </p:spPr>
        <p:txBody>
          <a:bodyPr vert="horz" wrap="square" lIns="0" tIns="0" rIns="0" bIns="0" rtlCol="0">
            <a:spAutoFit/>
          </a:bodyPr>
          <a:lstStyle/>
          <a:p>
            <a:pPr marL="91440">
              <a:lnSpc>
                <a:spcPts val="1850"/>
              </a:lnSpc>
            </a:pPr>
            <a:r>
              <a:rPr sz="1600" b="1" dirty="0">
                <a:latin typeface="Trebuchet MS" panose="020B0603020202020204"/>
                <a:cs typeface="Trebuchet MS" panose="020B0603020202020204"/>
              </a:rPr>
              <a:t>Example</a:t>
            </a:r>
            <a:r>
              <a:rPr sz="1600" b="1" spc="-30" dirty="0">
                <a:latin typeface="Trebuchet MS" panose="020B0603020202020204"/>
                <a:cs typeface="Trebuchet MS" panose="020B0603020202020204"/>
              </a:rPr>
              <a:t> </a:t>
            </a:r>
            <a:r>
              <a:rPr sz="1600" b="1" spc="-50" dirty="0">
                <a:latin typeface="Trebuchet MS" panose="020B0603020202020204"/>
                <a:cs typeface="Trebuchet MS" panose="020B0603020202020204"/>
              </a:rPr>
              <a:t>:</a:t>
            </a:r>
            <a:endParaRPr sz="1600">
              <a:latin typeface="Trebuchet MS" panose="020B0603020202020204"/>
              <a:cs typeface="Trebuchet MS" panose="020B0603020202020204"/>
            </a:endParaRPr>
          </a:p>
          <a:p>
            <a:pPr marL="91440">
              <a:lnSpc>
                <a:spcPts val="1730"/>
              </a:lnSpc>
              <a:spcBef>
                <a:spcPts val="1150"/>
              </a:spcBef>
            </a:pPr>
            <a:r>
              <a:rPr sz="1600" b="1" spc="-20" dirty="0">
                <a:latin typeface="Trebuchet MS" panose="020B0603020202020204"/>
                <a:cs typeface="Trebuchet MS" panose="020B0603020202020204"/>
              </a:rPr>
              <a:t>CREATE</a:t>
            </a:r>
            <a:r>
              <a:rPr sz="1600" b="1" spc="-100" dirty="0">
                <a:latin typeface="Trebuchet MS" panose="020B0603020202020204"/>
                <a:cs typeface="Trebuchet MS" panose="020B0603020202020204"/>
              </a:rPr>
              <a:t> </a:t>
            </a:r>
            <a:r>
              <a:rPr sz="1600" b="1" dirty="0">
                <a:latin typeface="Trebuchet MS" panose="020B0603020202020204"/>
                <a:cs typeface="Trebuchet MS" panose="020B0603020202020204"/>
              </a:rPr>
              <a:t>TABLE</a:t>
            </a:r>
            <a:r>
              <a:rPr sz="1600" b="1" spc="310" dirty="0">
                <a:latin typeface="Trebuchet MS" panose="020B0603020202020204"/>
                <a:cs typeface="Trebuchet MS" panose="020B0603020202020204"/>
              </a:rPr>
              <a:t> </a:t>
            </a:r>
            <a:r>
              <a:rPr sz="1600" b="1" spc="-10" dirty="0">
                <a:latin typeface="Trebuchet MS" panose="020B0603020202020204"/>
                <a:cs typeface="Trebuchet MS" panose="020B0603020202020204"/>
              </a:rPr>
              <a:t>student</a:t>
            </a:r>
            <a:endParaRPr sz="1600">
              <a:latin typeface="Trebuchet MS" panose="020B0603020202020204"/>
              <a:cs typeface="Trebuchet MS" panose="020B0603020202020204"/>
            </a:endParaRPr>
          </a:p>
          <a:p>
            <a:pPr marL="214630">
              <a:lnSpc>
                <a:spcPts val="1540"/>
              </a:lnSpc>
            </a:pPr>
            <a:r>
              <a:rPr sz="1600" b="1" spc="-50" dirty="0">
                <a:latin typeface="Trebuchet MS" panose="020B0603020202020204"/>
                <a:cs typeface="Trebuchet MS" panose="020B0603020202020204"/>
              </a:rPr>
              <a:t>(</a:t>
            </a:r>
            <a:endParaRPr sz="1600">
              <a:latin typeface="Trebuchet MS" panose="020B0603020202020204"/>
              <a:cs typeface="Trebuchet MS" panose="020B0603020202020204"/>
            </a:endParaRPr>
          </a:p>
          <a:p>
            <a:pPr marL="2043430">
              <a:lnSpc>
                <a:spcPts val="1535"/>
              </a:lnSpc>
            </a:pPr>
            <a:r>
              <a:rPr sz="1600" b="1" dirty="0">
                <a:latin typeface="Trebuchet MS" panose="020B0603020202020204"/>
                <a:cs typeface="Trebuchet MS" panose="020B0603020202020204"/>
              </a:rPr>
              <a:t>rollno</a:t>
            </a:r>
            <a:r>
              <a:rPr sz="1600" b="1" spc="-40" dirty="0">
                <a:latin typeface="Trebuchet MS" panose="020B0603020202020204"/>
                <a:cs typeface="Trebuchet MS" panose="020B0603020202020204"/>
              </a:rPr>
              <a:t> </a:t>
            </a:r>
            <a:r>
              <a:rPr sz="1600" b="1" dirty="0">
                <a:latin typeface="Trebuchet MS" panose="020B0603020202020204"/>
                <a:cs typeface="Trebuchet MS" panose="020B0603020202020204"/>
              </a:rPr>
              <a:t>number</a:t>
            </a:r>
            <a:r>
              <a:rPr sz="1600" b="1" spc="-25" dirty="0">
                <a:latin typeface="Trebuchet MS" panose="020B0603020202020204"/>
                <a:cs typeface="Trebuchet MS" panose="020B0603020202020204"/>
              </a:rPr>
              <a:t> </a:t>
            </a:r>
            <a:r>
              <a:rPr sz="1600" b="1" spc="-20" dirty="0">
                <a:latin typeface="Trebuchet MS" panose="020B0603020202020204"/>
                <a:cs typeface="Trebuchet MS" panose="020B0603020202020204"/>
              </a:rPr>
              <a:t>(2),</a:t>
            </a:r>
            <a:endParaRPr sz="1600">
              <a:latin typeface="Trebuchet MS" panose="020B0603020202020204"/>
              <a:cs typeface="Trebuchet MS" panose="020B0603020202020204"/>
            </a:endParaRPr>
          </a:p>
          <a:p>
            <a:pPr marL="2043430" marR="4860925" algn="just">
              <a:lnSpc>
                <a:spcPct val="80000"/>
              </a:lnSpc>
              <a:spcBef>
                <a:spcPts val="190"/>
              </a:spcBef>
            </a:pPr>
            <a:r>
              <a:rPr sz="1600" b="1" dirty="0">
                <a:latin typeface="Trebuchet MS" panose="020B0603020202020204"/>
                <a:cs typeface="Trebuchet MS" panose="020B0603020202020204"/>
              </a:rPr>
              <a:t>name</a:t>
            </a:r>
            <a:r>
              <a:rPr sz="1600" b="1" spc="445" dirty="0">
                <a:latin typeface="Trebuchet MS" panose="020B0603020202020204"/>
                <a:cs typeface="Trebuchet MS" panose="020B0603020202020204"/>
              </a:rPr>
              <a:t> </a:t>
            </a:r>
            <a:r>
              <a:rPr sz="1600" b="1" dirty="0">
                <a:latin typeface="Trebuchet MS" panose="020B0603020202020204"/>
                <a:cs typeface="Trebuchet MS" panose="020B0603020202020204"/>
              </a:rPr>
              <a:t>char</a:t>
            </a:r>
            <a:r>
              <a:rPr sz="1600" b="1" spc="-10" dirty="0">
                <a:latin typeface="Trebuchet MS" panose="020B0603020202020204"/>
                <a:cs typeface="Trebuchet MS" panose="020B0603020202020204"/>
              </a:rPr>
              <a:t> </a:t>
            </a:r>
            <a:r>
              <a:rPr sz="1600" b="1" spc="-20" dirty="0">
                <a:latin typeface="Trebuchet MS" panose="020B0603020202020204"/>
                <a:cs typeface="Trebuchet MS" panose="020B0603020202020204"/>
              </a:rPr>
              <a:t>(8), </a:t>
            </a:r>
            <a:r>
              <a:rPr sz="1600" b="1" dirty="0">
                <a:latin typeface="Trebuchet MS" panose="020B0603020202020204"/>
                <a:cs typeface="Trebuchet MS" panose="020B0603020202020204"/>
              </a:rPr>
              <a:t>birthdate</a:t>
            </a:r>
            <a:r>
              <a:rPr sz="1600" b="1" spc="-60" dirty="0">
                <a:latin typeface="Trebuchet MS" panose="020B0603020202020204"/>
                <a:cs typeface="Trebuchet MS" panose="020B0603020202020204"/>
              </a:rPr>
              <a:t> </a:t>
            </a:r>
            <a:r>
              <a:rPr sz="1600" b="1" spc="-10" dirty="0">
                <a:latin typeface="Trebuchet MS" panose="020B0603020202020204"/>
                <a:cs typeface="Trebuchet MS" panose="020B0603020202020204"/>
              </a:rPr>
              <a:t>date, </a:t>
            </a:r>
            <a:r>
              <a:rPr sz="1600" b="1" dirty="0">
                <a:latin typeface="Trebuchet MS" panose="020B0603020202020204"/>
                <a:cs typeface="Trebuchet MS" panose="020B0603020202020204"/>
              </a:rPr>
              <a:t>stream</a:t>
            </a:r>
            <a:r>
              <a:rPr sz="1600" b="1" spc="434" dirty="0">
                <a:latin typeface="Trebuchet MS" panose="020B0603020202020204"/>
                <a:cs typeface="Trebuchet MS" panose="020B0603020202020204"/>
              </a:rPr>
              <a:t> </a:t>
            </a:r>
            <a:r>
              <a:rPr sz="1600" b="1" spc="-10" dirty="0">
                <a:latin typeface="Trebuchet MS" panose="020B0603020202020204"/>
                <a:cs typeface="Trebuchet MS" panose="020B0603020202020204"/>
              </a:rPr>
              <a:t>char(5)</a:t>
            </a:r>
            <a:endParaRPr sz="1600">
              <a:latin typeface="Trebuchet MS" panose="020B0603020202020204"/>
              <a:cs typeface="Trebuchet MS" panose="020B0603020202020204"/>
            </a:endParaRPr>
          </a:p>
          <a:p>
            <a:pPr marL="276860">
              <a:lnSpc>
                <a:spcPts val="1535"/>
              </a:lnSpc>
            </a:pPr>
            <a:r>
              <a:rPr sz="1600" b="1" spc="-25" dirty="0">
                <a:latin typeface="Trebuchet MS" panose="020B0603020202020204"/>
                <a:cs typeface="Trebuchet MS" panose="020B0603020202020204"/>
              </a:rPr>
              <a:t>);</a:t>
            </a:r>
            <a:endParaRPr sz="1600">
              <a:latin typeface="Trebuchet MS" panose="020B0603020202020204"/>
              <a:cs typeface="Trebuchet MS" panose="020B0603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83345" y="6273495"/>
            <a:ext cx="125095" cy="239395"/>
          </a:xfrm>
          <a:prstGeom prst="rect">
            <a:avLst/>
          </a:prstGeom>
        </p:spPr>
        <p:txBody>
          <a:bodyPr vert="horz" wrap="square" lIns="0" tIns="12700" rIns="0" bIns="0" rtlCol="0">
            <a:spAutoFit/>
          </a:bodyPr>
          <a:lstStyle/>
          <a:p>
            <a:pPr marL="12700">
              <a:lnSpc>
                <a:spcPct val="100000"/>
              </a:lnSpc>
              <a:spcBef>
                <a:spcPts val="100"/>
              </a:spcBef>
            </a:pPr>
            <a:r>
              <a:rPr sz="1400" spc="-50" dirty="0">
                <a:latin typeface="Arial MT"/>
                <a:cs typeface="Arial MT"/>
              </a:rPr>
              <a:t>8</a:t>
            </a:r>
            <a:endParaRPr sz="1400">
              <a:latin typeface="Arial MT"/>
              <a:cs typeface="Arial MT"/>
            </a:endParaRPr>
          </a:p>
        </p:txBody>
      </p:sp>
      <p:sp>
        <p:nvSpPr>
          <p:cNvPr id="3" name="object 3" descr="$PPTXTitle"/>
          <p:cNvSpPr txBox="1">
            <a:spLocks noGrp="1"/>
          </p:cNvSpPr>
          <p:nvPr>
            <p:ph type="title"/>
          </p:nvPr>
        </p:nvSpPr>
        <p:spPr>
          <a:xfrm>
            <a:off x="2867405" y="146431"/>
            <a:ext cx="3410585" cy="696595"/>
          </a:xfrm>
          <a:prstGeom prst="rect">
            <a:avLst/>
          </a:prstGeom>
        </p:spPr>
        <p:txBody>
          <a:bodyPr vert="horz" wrap="square" lIns="0" tIns="12700" rIns="0" bIns="0" rtlCol="0">
            <a:spAutoFit/>
          </a:bodyPr>
          <a:lstStyle/>
          <a:p>
            <a:pPr marL="12700">
              <a:lnSpc>
                <a:spcPct val="100000"/>
              </a:lnSpc>
              <a:spcBef>
                <a:spcPts val="100"/>
              </a:spcBef>
            </a:pPr>
            <a:r>
              <a:rPr sz="4400" spc="-30" dirty="0"/>
              <a:t>ALTER</a:t>
            </a:r>
            <a:r>
              <a:rPr sz="4400" spc="-300" dirty="0"/>
              <a:t> </a:t>
            </a:r>
            <a:r>
              <a:rPr sz="4400" spc="-70" dirty="0"/>
              <a:t>TABLE</a:t>
            </a:r>
            <a:endParaRPr sz="4400"/>
          </a:p>
        </p:txBody>
      </p:sp>
      <p:sp>
        <p:nvSpPr>
          <p:cNvPr id="4" name="object 4"/>
          <p:cNvSpPr txBox="1"/>
          <p:nvPr/>
        </p:nvSpPr>
        <p:spPr>
          <a:xfrm>
            <a:off x="535940" y="1624329"/>
            <a:ext cx="7066915" cy="3391535"/>
          </a:xfrm>
          <a:prstGeom prst="rect">
            <a:avLst/>
          </a:prstGeom>
        </p:spPr>
        <p:txBody>
          <a:bodyPr vert="horz" wrap="square" lIns="0" tIns="12700" rIns="0" bIns="0" rtlCol="0">
            <a:spAutoFit/>
          </a:bodyPr>
          <a:lstStyle/>
          <a:p>
            <a:pPr marL="355600" marR="5080" indent="-342900">
              <a:lnSpc>
                <a:spcPct val="100000"/>
              </a:lnSpc>
              <a:spcBef>
                <a:spcPts val="100"/>
              </a:spcBef>
              <a:buFont typeface="Wingdings" panose="05000000000000000000"/>
              <a:buChar char=""/>
              <a:tabLst>
                <a:tab pos="355600" algn="l"/>
              </a:tabLst>
            </a:pPr>
            <a:r>
              <a:rPr sz="2400" dirty="0">
                <a:latin typeface="Trebuchet MS" panose="020B0603020202020204"/>
                <a:cs typeface="Trebuchet MS" panose="020B0603020202020204"/>
              </a:rPr>
              <a:t>By</a:t>
            </a:r>
            <a:r>
              <a:rPr sz="2400" spc="-45" dirty="0">
                <a:latin typeface="Trebuchet MS" panose="020B0603020202020204"/>
                <a:cs typeface="Trebuchet MS" panose="020B0603020202020204"/>
              </a:rPr>
              <a:t> </a:t>
            </a:r>
            <a:r>
              <a:rPr sz="2400" dirty="0">
                <a:latin typeface="Trebuchet MS" panose="020B0603020202020204"/>
                <a:cs typeface="Trebuchet MS" panose="020B0603020202020204"/>
              </a:rPr>
              <a:t>using</a:t>
            </a:r>
            <a:r>
              <a:rPr sz="2400" spc="-45" dirty="0">
                <a:latin typeface="Trebuchet MS" panose="020B0603020202020204"/>
                <a:cs typeface="Trebuchet MS" panose="020B0603020202020204"/>
              </a:rPr>
              <a:t> </a:t>
            </a:r>
            <a:r>
              <a:rPr sz="2400" dirty="0">
                <a:latin typeface="Trebuchet MS" panose="020B0603020202020204"/>
                <a:cs typeface="Trebuchet MS" panose="020B0603020202020204"/>
              </a:rPr>
              <a:t>alter</a:t>
            </a:r>
            <a:r>
              <a:rPr sz="2400" spc="-45" dirty="0">
                <a:latin typeface="Trebuchet MS" panose="020B0603020202020204"/>
                <a:cs typeface="Trebuchet MS" panose="020B0603020202020204"/>
              </a:rPr>
              <a:t> </a:t>
            </a:r>
            <a:r>
              <a:rPr sz="2400" dirty="0">
                <a:latin typeface="Trebuchet MS" panose="020B0603020202020204"/>
                <a:cs typeface="Trebuchet MS" panose="020B0603020202020204"/>
              </a:rPr>
              <a:t>table</a:t>
            </a:r>
            <a:r>
              <a:rPr sz="2400" spc="-35" dirty="0">
                <a:latin typeface="Trebuchet MS" panose="020B0603020202020204"/>
                <a:cs typeface="Trebuchet MS" panose="020B0603020202020204"/>
              </a:rPr>
              <a:t> </a:t>
            </a:r>
            <a:r>
              <a:rPr sz="2400" dirty="0">
                <a:latin typeface="Trebuchet MS" panose="020B0603020202020204"/>
                <a:cs typeface="Trebuchet MS" panose="020B0603020202020204"/>
              </a:rPr>
              <a:t>command</a:t>
            </a:r>
            <a:r>
              <a:rPr sz="2400" spc="-55" dirty="0">
                <a:latin typeface="Trebuchet MS" panose="020B0603020202020204"/>
                <a:cs typeface="Trebuchet MS" panose="020B0603020202020204"/>
              </a:rPr>
              <a:t> </a:t>
            </a:r>
            <a:r>
              <a:rPr sz="2400" dirty="0">
                <a:latin typeface="Trebuchet MS" panose="020B0603020202020204"/>
                <a:cs typeface="Trebuchet MS" panose="020B0603020202020204"/>
              </a:rPr>
              <a:t>we</a:t>
            </a:r>
            <a:r>
              <a:rPr sz="2400" spc="-45" dirty="0">
                <a:latin typeface="Trebuchet MS" panose="020B0603020202020204"/>
                <a:cs typeface="Trebuchet MS" panose="020B0603020202020204"/>
              </a:rPr>
              <a:t> </a:t>
            </a:r>
            <a:r>
              <a:rPr sz="2400" dirty="0">
                <a:latin typeface="Trebuchet MS" panose="020B0603020202020204"/>
                <a:cs typeface="Trebuchet MS" panose="020B0603020202020204"/>
              </a:rPr>
              <a:t>can</a:t>
            </a:r>
            <a:r>
              <a:rPr sz="2400" spc="-50" dirty="0">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modify</a:t>
            </a:r>
            <a:r>
              <a:rPr sz="2400" spc="-40" dirty="0">
                <a:highlight>
                  <a:srgbClr val="FFFF00"/>
                </a:highlight>
                <a:latin typeface="Trebuchet MS" panose="020B0603020202020204"/>
                <a:cs typeface="Trebuchet MS" panose="020B0603020202020204"/>
              </a:rPr>
              <a:t> </a:t>
            </a:r>
            <a:r>
              <a:rPr sz="2400" spc="-25" dirty="0">
                <a:highlight>
                  <a:srgbClr val="FFFF00"/>
                </a:highlight>
                <a:latin typeface="Trebuchet MS" panose="020B0603020202020204"/>
                <a:cs typeface="Trebuchet MS" panose="020B0603020202020204"/>
              </a:rPr>
              <a:t>the </a:t>
            </a:r>
            <a:r>
              <a:rPr sz="2400" dirty="0">
                <a:highlight>
                  <a:srgbClr val="FFFF00"/>
                </a:highlight>
                <a:latin typeface="Trebuchet MS" panose="020B0603020202020204"/>
                <a:cs typeface="Trebuchet MS" panose="020B0603020202020204"/>
              </a:rPr>
              <a:t>structure</a:t>
            </a:r>
            <a:r>
              <a:rPr sz="2400" spc="-45"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of</a:t>
            </a:r>
            <a:r>
              <a:rPr sz="2400" spc="-55"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the</a:t>
            </a:r>
            <a:r>
              <a:rPr sz="2400" spc="-55" dirty="0">
                <a:highlight>
                  <a:srgbClr val="FFFF00"/>
                </a:highlight>
                <a:latin typeface="Trebuchet MS" panose="020B0603020202020204"/>
                <a:cs typeface="Trebuchet MS" panose="020B0603020202020204"/>
              </a:rPr>
              <a:t> </a:t>
            </a:r>
            <a:r>
              <a:rPr sz="2400" spc="-10" dirty="0">
                <a:highlight>
                  <a:srgbClr val="FFFF00"/>
                </a:highlight>
                <a:latin typeface="Trebuchet MS" panose="020B0603020202020204"/>
                <a:cs typeface="Trebuchet MS" panose="020B0603020202020204"/>
              </a:rPr>
              <a:t>database.</a:t>
            </a:r>
            <a:endParaRPr sz="2400">
              <a:highlight>
                <a:srgbClr val="FFFF00"/>
              </a:highlight>
              <a:latin typeface="Trebuchet MS" panose="020B0603020202020204"/>
              <a:cs typeface="Trebuchet MS" panose="020B0603020202020204"/>
            </a:endParaRPr>
          </a:p>
          <a:p>
            <a:pPr marL="354965" indent="-342265">
              <a:lnSpc>
                <a:spcPct val="100000"/>
              </a:lnSpc>
              <a:spcBef>
                <a:spcPts val="580"/>
              </a:spcBef>
              <a:buFont typeface="Wingdings" panose="05000000000000000000"/>
              <a:buChar char=""/>
              <a:tabLst>
                <a:tab pos="354965" algn="l"/>
              </a:tabLst>
            </a:pPr>
            <a:r>
              <a:rPr sz="2400" dirty="0">
                <a:latin typeface="Trebuchet MS" panose="020B0603020202020204"/>
                <a:cs typeface="Trebuchet MS" panose="020B0603020202020204"/>
              </a:rPr>
              <a:t>Using</a:t>
            </a:r>
            <a:r>
              <a:rPr sz="2400" spc="-185" dirty="0">
                <a:latin typeface="Trebuchet MS" panose="020B0603020202020204"/>
                <a:cs typeface="Trebuchet MS" panose="020B0603020202020204"/>
              </a:rPr>
              <a:t> </a:t>
            </a:r>
            <a:r>
              <a:rPr sz="2400" spc="-40" dirty="0">
                <a:latin typeface="Trebuchet MS" panose="020B0603020202020204"/>
                <a:cs typeface="Trebuchet MS" panose="020B0603020202020204"/>
              </a:rPr>
              <a:t>ALTER</a:t>
            </a:r>
            <a:r>
              <a:rPr sz="2400" spc="-140" dirty="0">
                <a:latin typeface="Trebuchet MS" panose="020B0603020202020204"/>
                <a:cs typeface="Trebuchet MS" panose="020B0603020202020204"/>
              </a:rPr>
              <a:t> </a:t>
            </a:r>
            <a:r>
              <a:rPr sz="2400" spc="-25" dirty="0">
                <a:latin typeface="Trebuchet MS" panose="020B0603020202020204"/>
                <a:cs typeface="Trebuchet MS" panose="020B0603020202020204"/>
              </a:rPr>
              <a:t>TABLE</a:t>
            </a:r>
            <a:r>
              <a:rPr sz="2400" spc="-145" dirty="0">
                <a:latin typeface="Trebuchet MS" panose="020B0603020202020204"/>
                <a:cs typeface="Trebuchet MS" panose="020B0603020202020204"/>
              </a:rPr>
              <a:t> </a:t>
            </a:r>
            <a:r>
              <a:rPr sz="2400" dirty="0">
                <a:latin typeface="Trebuchet MS" panose="020B0603020202020204"/>
                <a:cs typeface="Trebuchet MS" panose="020B0603020202020204"/>
              </a:rPr>
              <a:t>statement</a:t>
            </a:r>
            <a:r>
              <a:rPr sz="2400" spc="-80" dirty="0">
                <a:latin typeface="Trebuchet MS" panose="020B0603020202020204"/>
                <a:cs typeface="Trebuchet MS" panose="020B0603020202020204"/>
              </a:rPr>
              <a:t> </a:t>
            </a:r>
            <a:r>
              <a:rPr sz="2400" spc="-25" dirty="0">
                <a:latin typeface="Trebuchet MS" panose="020B0603020202020204"/>
                <a:cs typeface="Trebuchet MS" panose="020B0603020202020204"/>
              </a:rPr>
              <a:t>to:</a:t>
            </a:r>
            <a:endParaRPr sz="2400">
              <a:latin typeface="Trebuchet MS" panose="020B0603020202020204"/>
              <a:cs typeface="Trebuchet MS" panose="020B0603020202020204"/>
            </a:endParaRPr>
          </a:p>
          <a:p>
            <a:pPr marL="755650" lvl="1" indent="-285750">
              <a:lnSpc>
                <a:spcPct val="100000"/>
              </a:lnSpc>
              <a:spcBef>
                <a:spcPts val="575"/>
              </a:spcBef>
              <a:buFont typeface="Wingdings" panose="05000000000000000000"/>
              <a:buChar char=""/>
              <a:tabLst>
                <a:tab pos="755650" algn="l"/>
              </a:tabLst>
            </a:pPr>
            <a:r>
              <a:rPr sz="2400" dirty="0">
                <a:latin typeface="Trebuchet MS" panose="020B0603020202020204"/>
                <a:cs typeface="Trebuchet MS" panose="020B0603020202020204"/>
              </a:rPr>
              <a:t>Add</a:t>
            </a:r>
            <a:r>
              <a:rPr sz="2400" spc="-35" dirty="0">
                <a:latin typeface="Trebuchet MS" panose="020B0603020202020204"/>
                <a:cs typeface="Trebuchet MS" panose="020B0603020202020204"/>
              </a:rPr>
              <a:t> </a:t>
            </a:r>
            <a:r>
              <a:rPr sz="2400" dirty="0">
                <a:latin typeface="Trebuchet MS" panose="020B0603020202020204"/>
                <a:cs typeface="Trebuchet MS" panose="020B0603020202020204"/>
              </a:rPr>
              <a:t>a</a:t>
            </a:r>
            <a:r>
              <a:rPr sz="2400" spc="-20" dirty="0">
                <a:latin typeface="Trebuchet MS" panose="020B0603020202020204"/>
                <a:cs typeface="Trebuchet MS" panose="020B0603020202020204"/>
              </a:rPr>
              <a:t> </a:t>
            </a:r>
            <a:r>
              <a:rPr sz="2400" dirty="0">
                <a:latin typeface="Trebuchet MS" panose="020B0603020202020204"/>
                <a:cs typeface="Trebuchet MS" panose="020B0603020202020204"/>
              </a:rPr>
              <a:t>new</a:t>
            </a:r>
            <a:r>
              <a:rPr sz="2400" spc="-20" dirty="0">
                <a:latin typeface="Trebuchet MS" panose="020B0603020202020204"/>
                <a:cs typeface="Trebuchet MS" panose="020B0603020202020204"/>
              </a:rPr>
              <a:t> </a:t>
            </a:r>
            <a:r>
              <a:rPr sz="2400" spc="-10" dirty="0">
                <a:latin typeface="Trebuchet MS" panose="020B0603020202020204"/>
                <a:cs typeface="Trebuchet MS" panose="020B0603020202020204"/>
              </a:rPr>
              <a:t>column</a:t>
            </a:r>
            <a:endParaRPr sz="2400">
              <a:latin typeface="Trebuchet MS" panose="020B0603020202020204"/>
              <a:cs typeface="Trebuchet MS" panose="020B0603020202020204"/>
            </a:endParaRPr>
          </a:p>
          <a:p>
            <a:pPr marL="755650" lvl="1" indent="-285750">
              <a:lnSpc>
                <a:spcPct val="100000"/>
              </a:lnSpc>
              <a:spcBef>
                <a:spcPts val="575"/>
              </a:spcBef>
              <a:buFont typeface="Wingdings" panose="05000000000000000000"/>
              <a:buChar char=""/>
              <a:tabLst>
                <a:tab pos="755650" algn="l"/>
              </a:tabLst>
            </a:pPr>
            <a:r>
              <a:rPr sz="2400" dirty="0">
                <a:latin typeface="Trebuchet MS" panose="020B0603020202020204"/>
                <a:cs typeface="Trebuchet MS" panose="020B0603020202020204"/>
              </a:rPr>
              <a:t>Modify</a:t>
            </a:r>
            <a:r>
              <a:rPr sz="2400" spc="-60" dirty="0">
                <a:latin typeface="Trebuchet MS" panose="020B0603020202020204"/>
                <a:cs typeface="Trebuchet MS" panose="020B0603020202020204"/>
              </a:rPr>
              <a:t> </a:t>
            </a:r>
            <a:r>
              <a:rPr sz="2400" dirty="0">
                <a:latin typeface="Trebuchet MS" panose="020B0603020202020204"/>
                <a:cs typeface="Trebuchet MS" panose="020B0603020202020204"/>
              </a:rPr>
              <a:t>an</a:t>
            </a:r>
            <a:r>
              <a:rPr sz="2400" spc="-65" dirty="0">
                <a:latin typeface="Trebuchet MS" panose="020B0603020202020204"/>
                <a:cs typeface="Trebuchet MS" panose="020B0603020202020204"/>
              </a:rPr>
              <a:t> </a:t>
            </a:r>
            <a:r>
              <a:rPr sz="2400" dirty="0">
                <a:latin typeface="Trebuchet MS" panose="020B0603020202020204"/>
                <a:cs typeface="Trebuchet MS" panose="020B0603020202020204"/>
              </a:rPr>
              <a:t>existing</a:t>
            </a:r>
            <a:r>
              <a:rPr sz="2400" spc="-50" dirty="0">
                <a:latin typeface="Trebuchet MS" panose="020B0603020202020204"/>
                <a:cs typeface="Trebuchet MS" panose="020B0603020202020204"/>
              </a:rPr>
              <a:t> </a:t>
            </a:r>
            <a:r>
              <a:rPr sz="2400" spc="-10" dirty="0">
                <a:latin typeface="Trebuchet MS" panose="020B0603020202020204"/>
                <a:cs typeface="Trebuchet MS" panose="020B0603020202020204"/>
              </a:rPr>
              <a:t>column</a:t>
            </a:r>
            <a:endParaRPr sz="2400">
              <a:latin typeface="Trebuchet MS" panose="020B0603020202020204"/>
              <a:cs typeface="Trebuchet MS" panose="020B0603020202020204"/>
            </a:endParaRPr>
          </a:p>
          <a:p>
            <a:pPr marL="755650" lvl="1" indent="-285750">
              <a:lnSpc>
                <a:spcPct val="100000"/>
              </a:lnSpc>
              <a:spcBef>
                <a:spcPts val="580"/>
              </a:spcBef>
              <a:buFont typeface="Wingdings" panose="05000000000000000000"/>
              <a:buChar char=""/>
              <a:tabLst>
                <a:tab pos="755650" algn="l"/>
              </a:tabLst>
            </a:pPr>
            <a:r>
              <a:rPr sz="2400" dirty="0">
                <a:latin typeface="Trebuchet MS" panose="020B0603020202020204"/>
                <a:cs typeface="Trebuchet MS" panose="020B0603020202020204"/>
              </a:rPr>
              <a:t>Define</a:t>
            </a:r>
            <a:r>
              <a:rPr sz="2400" spc="-45" dirty="0">
                <a:latin typeface="Trebuchet MS" panose="020B0603020202020204"/>
                <a:cs typeface="Trebuchet MS" panose="020B0603020202020204"/>
              </a:rPr>
              <a:t> </a:t>
            </a:r>
            <a:r>
              <a:rPr sz="2400" dirty="0">
                <a:latin typeface="Trebuchet MS" panose="020B0603020202020204"/>
                <a:cs typeface="Trebuchet MS" panose="020B0603020202020204"/>
              </a:rPr>
              <a:t>a</a:t>
            </a:r>
            <a:r>
              <a:rPr sz="2400" spc="-65" dirty="0">
                <a:latin typeface="Trebuchet MS" panose="020B0603020202020204"/>
                <a:cs typeface="Trebuchet MS" panose="020B0603020202020204"/>
              </a:rPr>
              <a:t> </a:t>
            </a:r>
            <a:r>
              <a:rPr sz="2400" dirty="0">
                <a:latin typeface="Trebuchet MS" panose="020B0603020202020204"/>
                <a:cs typeface="Trebuchet MS" panose="020B0603020202020204"/>
              </a:rPr>
              <a:t>default</a:t>
            </a:r>
            <a:r>
              <a:rPr sz="2400" spc="-40" dirty="0">
                <a:latin typeface="Trebuchet MS" panose="020B0603020202020204"/>
                <a:cs typeface="Trebuchet MS" panose="020B0603020202020204"/>
              </a:rPr>
              <a:t> </a:t>
            </a:r>
            <a:r>
              <a:rPr sz="2400" dirty="0">
                <a:latin typeface="Trebuchet MS" panose="020B0603020202020204"/>
                <a:cs typeface="Trebuchet MS" panose="020B0603020202020204"/>
              </a:rPr>
              <a:t>value</a:t>
            </a:r>
            <a:r>
              <a:rPr sz="2400" spc="-65" dirty="0">
                <a:latin typeface="Trebuchet MS" panose="020B0603020202020204"/>
                <a:cs typeface="Trebuchet MS" panose="020B0603020202020204"/>
              </a:rPr>
              <a:t> </a:t>
            </a:r>
            <a:r>
              <a:rPr sz="2400" dirty="0">
                <a:latin typeface="Trebuchet MS" panose="020B0603020202020204"/>
                <a:cs typeface="Trebuchet MS" panose="020B0603020202020204"/>
              </a:rPr>
              <a:t>for</a:t>
            </a:r>
            <a:r>
              <a:rPr sz="2400" spc="-60" dirty="0">
                <a:latin typeface="Trebuchet MS" panose="020B0603020202020204"/>
                <a:cs typeface="Trebuchet MS" panose="020B0603020202020204"/>
              </a:rPr>
              <a:t> </a:t>
            </a:r>
            <a:r>
              <a:rPr sz="2400" dirty="0">
                <a:latin typeface="Trebuchet MS" panose="020B0603020202020204"/>
                <a:cs typeface="Trebuchet MS" panose="020B0603020202020204"/>
              </a:rPr>
              <a:t>the</a:t>
            </a:r>
            <a:r>
              <a:rPr sz="2400" spc="-55" dirty="0">
                <a:latin typeface="Trebuchet MS" panose="020B0603020202020204"/>
                <a:cs typeface="Trebuchet MS" panose="020B0603020202020204"/>
              </a:rPr>
              <a:t> </a:t>
            </a:r>
            <a:r>
              <a:rPr sz="2400" dirty="0">
                <a:latin typeface="Trebuchet MS" panose="020B0603020202020204"/>
                <a:cs typeface="Trebuchet MS" panose="020B0603020202020204"/>
              </a:rPr>
              <a:t>new</a:t>
            </a:r>
            <a:r>
              <a:rPr sz="2400" spc="-45" dirty="0">
                <a:latin typeface="Trebuchet MS" panose="020B0603020202020204"/>
                <a:cs typeface="Trebuchet MS" panose="020B0603020202020204"/>
              </a:rPr>
              <a:t> </a:t>
            </a:r>
            <a:r>
              <a:rPr sz="2400" spc="-10" dirty="0">
                <a:latin typeface="Trebuchet MS" panose="020B0603020202020204"/>
                <a:cs typeface="Trebuchet MS" panose="020B0603020202020204"/>
              </a:rPr>
              <a:t>column</a:t>
            </a:r>
            <a:endParaRPr sz="2400">
              <a:latin typeface="Trebuchet MS" panose="020B0603020202020204"/>
              <a:cs typeface="Trebuchet MS" panose="020B0603020202020204"/>
            </a:endParaRPr>
          </a:p>
          <a:p>
            <a:pPr marL="755650" lvl="1" indent="-285750">
              <a:lnSpc>
                <a:spcPct val="100000"/>
              </a:lnSpc>
              <a:spcBef>
                <a:spcPts val="575"/>
              </a:spcBef>
              <a:buFont typeface="Wingdings" panose="05000000000000000000"/>
              <a:buChar char=""/>
              <a:tabLst>
                <a:tab pos="755650" algn="l"/>
              </a:tabLst>
            </a:pPr>
            <a:r>
              <a:rPr sz="2400" dirty="0">
                <a:latin typeface="Trebuchet MS" panose="020B0603020202020204"/>
                <a:cs typeface="Trebuchet MS" panose="020B0603020202020204"/>
              </a:rPr>
              <a:t>Drop</a:t>
            </a:r>
            <a:r>
              <a:rPr sz="2400" spc="-25" dirty="0">
                <a:latin typeface="Trebuchet MS" panose="020B0603020202020204"/>
                <a:cs typeface="Trebuchet MS" panose="020B0603020202020204"/>
              </a:rPr>
              <a:t> </a:t>
            </a:r>
            <a:r>
              <a:rPr sz="2400" dirty="0">
                <a:latin typeface="Trebuchet MS" panose="020B0603020202020204"/>
                <a:cs typeface="Trebuchet MS" panose="020B0603020202020204"/>
              </a:rPr>
              <a:t>a</a:t>
            </a:r>
            <a:r>
              <a:rPr sz="2400" spc="-10" dirty="0">
                <a:latin typeface="Trebuchet MS" panose="020B0603020202020204"/>
                <a:cs typeface="Trebuchet MS" panose="020B0603020202020204"/>
              </a:rPr>
              <a:t> column</a:t>
            </a:r>
            <a:endParaRPr sz="2400">
              <a:latin typeface="Trebuchet MS" panose="020B0603020202020204"/>
              <a:cs typeface="Trebuchet MS" panose="020B0603020202020204"/>
            </a:endParaRPr>
          </a:p>
          <a:p>
            <a:pPr marL="755650" lvl="1" indent="-285750">
              <a:lnSpc>
                <a:spcPct val="100000"/>
              </a:lnSpc>
              <a:spcBef>
                <a:spcPts val="575"/>
              </a:spcBef>
              <a:buFont typeface="Wingdings" panose="05000000000000000000"/>
              <a:buChar char=""/>
              <a:tabLst>
                <a:tab pos="755650" algn="l"/>
              </a:tabLst>
            </a:pPr>
            <a:r>
              <a:rPr sz="2400" spc="-10" dirty="0">
                <a:latin typeface="Trebuchet MS" panose="020B0603020202020204"/>
                <a:cs typeface="Trebuchet MS" panose="020B0603020202020204"/>
              </a:rPr>
              <a:t>Rename</a:t>
            </a:r>
            <a:r>
              <a:rPr sz="2400" spc="-85" dirty="0">
                <a:latin typeface="Trebuchet MS" panose="020B0603020202020204"/>
                <a:cs typeface="Trebuchet MS" panose="020B0603020202020204"/>
              </a:rPr>
              <a:t> </a:t>
            </a:r>
            <a:r>
              <a:rPr sz="2400" dirty="0">
                <a:latin typeface="Trebuchet MS" panose="020B0603020202020204"/>
                <a:cs typeface="Trebuchet MS" panose="020B0603020202020204"/>
              </a:rPr>
              <a:t>column</a:t>
            </a:r>
            <a:r>
              <a:rPr sz="2400" spc="-95" dirty="0">
                <a:latin typeface="Trebuchet MS" panose="020B0603020202020204"/>
                <a:cs typeface="Trebuchet MS" panose="020B0603020202020204"/>
              </a:rPr>
              <a:t> </a:t>
            </a:r>
            <a:r>
              <a:rPr sz="2400" spc="-20" dirty="0">
                <a:latin typeface="Trebuchet MS" panose="020B0603020202020204"/>
                <a:cs typeface="Trebuchet MS" panose="020B0603020202020204"/>
              </a:rPr>
              <a:t>name</a:t>
            </a:r>
            <a:endParaRPr sz="2400">
              <a:latin typeface="Trebuchet MS" panose="020B0603020202020204"/>
              <a:cs typeface="Trebuchet MS" panose="020B0603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36372" rIns="0" bIns="0" rtlCol="0">
            <a:spAutoFit/>
          </a:bodyPr>
          <a:lstStyle/>
          <a:p>
            <a:pPr marL="2629535">
              <a:lnSpc>
                <a:spcPct val="100000"/>
              </a:lnSpc>
              <a:spcBef>
                <a:spcPts val="100"/>
              </a:spcBef>
            </a:pPr>
            <a:r>
              <a:rPr sz="4400" dirty="0"/>
              <a:t>Alter</a:t>
            </a:r>
            <a:r>
              <a:rPr sz="4400" spc="-20" dirty="0"/>
              <a:t> </a:t>
            </a:r>
            <a:r>
              <a:rPr sz="4400" spc="-10" dirty="0"/>
              <a:t>table</a:t>
            </a:r>
            <a:endParaRPr sz="4400"/>
          </a:p>
        </p:txBody>
      </p:sp>
      <p:pic>
        <p:nvPicPr>
          <p:cNvPr id="3" name="object 3"/>
          <p:cNvPicPr/>
          <p:nvPr/>
        </p:nvPicPr>
        <p:blipFill>
          <a:blip r:embed="rId1" cstate="print"/>
          <a:stretch>
            <a:fillRect/>
          </a:stretch>
        </p:blipFill>
        <p:spPr>
          <a:xfrm>
            <a:off x="630237" y="1531429"/>
            <a:ext cx="3960495" cy="639762"/>
          </a:xfrm>
          <a:prstGeom prst="rect">
            <a:avLst/>
          </a:prstGeom>
        </p:spPr>
      </p:pic>
      <p:sp>
        <p:nvSpPr>
          <p:cNvPr id="4" name="object 4"/>
          <p:cNvSpPr txBox="1"/>
          <p:nvPr/>
        </p:nvSpPr>
        <p:spPr>
          <a:xfrm>
            <a:off x="630237" y="1531429"/>
            <a:ext cx="3960495" cy="640080"/>
          </a:xfrm>
          <a:prstGeom prst="rect">
            <a:avLst/>
          </a:prstGeom>
          <a:ln w="6350">
            <a:solidFill>
              <a:srgbClr val="297ED4"/>
            </a:solidFill>
          </a:ln>
        </p:spPr>
        <p:txBody>
          <a:bodyPr vert="horz" wrap="square" lIns="0" tIns="219710" rIns="0" bIns="0" rtlCol="0">
            <a:spAutoFit/>
          </a:bodyPr>
          <a:lstStyle/>
          <a:p>
            <a:pPr marL="91440">
              <a:lnSpc>
                <a:spcPct val="100000"/>
              </a:lnSpc>
              <a:spcBef>
                <a:spcPts val="1730"/>
              </a:spcBef>
            </a:pPr>
            <a:r>
              <a:rPr sz="2400" b="1" dirty="0">
                <a:latin typeface="Trebuchet MS" panose="020B0603020202020204"/>
                <a:cs typeface="Trebuchet MS" panose="020B0603020202020204"/>
              </a:rPr>
              <a:t>Add</a:t>
            </a:r>
            <a:r>
              <a:rPr sz="2400" b="1" spc="-5" dirty="0">
                <a:latin typeface="Trebuchet MS" panose="020B0603020202020204"/>
                <a:cs typeface="Trebuchet MS" panose="020B0603020202020204"/>
              </a:rPr>
              <a:t> </a:t>
            </a:r>
            <a:r>
              <a:rPr sz="2400" b="1" dirty="0">
                <a:latin typeface="Trebuchet MS" panose="020B0603020202020204"/>
                <a:cs typeface="Trebuchet MS" panose="020B0603020202020204"/>
              </a:rPr>
              <a:t>/</a:t>
            </a:r>
            <a:r>
              <a:rPr sz="2400" b="1" spc="-10" dirty="0">
                <a:latin typeface="Trebuchet MS" panose="020B0603020202020204"/>
                <a:cs typeface="Trebuchet MS" panose="020B0603020202020204"/>
              </a:rPr>
              <a:t> </a:t>
            </a:r>
            <a:r>
              <a:rPr sz="2400" b="1" dirty="0">
                <a:latin typeface="Trebuchet MS" panose="020B0603020202020204"/>
                <a:cs typeface="Trebuchet MS" panose="020B0603020202020204"/>
              </a:rPr>
              <a:t>modify</a:t>
            </a:r>
            <a:r>
              <a:rPr sz="2400" b="1" spc="-15" dirty="0">
                <a:latin typeface="Trebuchet MS" panose="020B0603020202020204"/>
                <a:cs typeface="Trebuchet MS" panose="020B0603020202020204"/>
              </a:rPr>
              <a:t> </a:t>
            </a:r>
            <a:r>
              <a:rPr sz="2400" b="1" spc="-10" dirty="0">
                <a:latin typeface="Trebuchet MS" panose="020B0603020202020204"/>
                <a:cs typeface="Trebuchet MS" panose="020B0603020202020204"/>
              </a:rPr>
              <a:t>column</a:t>
            </a:r>
            <a:endParaRPr sz="2400">
              <a:latin typeface="Trebuchet MS" panose="020B0603020202020204"/>
              <a:cs typeface="Trebuchet MS" panose="020B0603020202020204"/>
            </a:endParaRPr>
          </a:p>
        </p:txBody>
      </p:sp>
      <p:sp>
        <p:nvSpPr>
          <p:cNvPr id="5" name="object 5"/>
          <p:cNvSpPr txBox="1"/>
          <p:nvPr/>
        </p:nvSpPr>
        <p:spPr>
          <a:xfrm>
            <a:off x="630237" y="2289936"/>
            <a:ext cx="3960495" cy="2165350"/>
          </a:xfrm>
          <a:prstGeom prst="rect">
            <a:avLst/>
          </a:prstGeom>
          <a:ln w="12700">
            <a:solidFill>
              <a:srgbClr val="297ED4"/>
            </a:solidFill>
          </a:ln>
        </p:spPr>
        <p:txBody>
          <a:bodyPr vert="horz" wrap="square" lIns="0" tIns="40005" rIns="0" bIns="0" rtlCol="0">
            <a:spAutoFit/>
          </a:bodyPr>
          <a:lstStyle/>
          <a:p>
            <a:pPr marL="91440">
              <a:lnSpc>
                <a:spcPct val="100000"/>
              </a:lnSpc>
              <a:spcBef>
                <a:spcPts val="315"/>
              </a:spcBef>
            </a:pPr>
            <a:r>
              <a:rPr sz="1800" spc="-35" dirty="0">
                <a:latin typeface="Trebuchet MS" panose="020B0603020202020204"/>
                <a:cs typeface="Trebuchet MS" panose="020B0603020202020204"/>
              </a:rPr>
              <a:t>ALTER</a:t>
            </a:r>
            <a:r>
              <a:rPr sz="1800" spc="-90" dirty="0">
                <a:latin typeface="Trebuchet MS" panose="020B0603020202020204"/>
                <a:cs typeface="Trebuchet MS" panose="020B0603020202020204"/>
              </a:rPr>
              <a:t> </a:t>
            </a:r>
            <a:r>
              <a:rPr sz="1800" spc="-20" dirty="0">
                <a:latin typeface="Trebuchet MS" panose="020B0603020202020204"/>
                <a:cs typeface="Trebuchet MS" panose="020B0603020202020204"/>
              </a:rPr>
              <a:t>TABLE</a:t>
            </a:r>
            <a:endParaRPr sz="1800">
              <a:latin typeface="Trebuchet MS" panose="020B0603020202020204"/>
              <a:cs typeface="Trebuchet MS" panose="020B0603020202020204"/>
            </a:endParaRPr>
          </a:p>
          <a:p>
            <a:pPr marL="91440" marR="2364105">
              <a:lnSpc>
                <a:spcPct val="120000"/>
              </a:lnSpc>
            </a:pPr>
            <a:r>
              <a:rPr sz="1800" dirty="0">
                <a:latin typeface="Trebuchet MS" panose="020B0603020202020204"/>
                <a:cs typeface="Trebuchet MS" panose="020B0603020202020204"/>
              </a:rPr>
              <a:t>&lt;table</a:t>
            </a:r>
            <a:r>
              <a:rPr sz="1800" spc="-60" dirty="0">
                <a:latin typeface="Trebuchet MS" panose="020B0603020202020204"/>
                <a:cs typeface="Trebuchet MS" panose="020B0603020202020204"/>
              </a:rPr>
              <a:t> </a:t>
            </a:r>
            <a:r>
              <a:rPr sz="1800" spc="-10" dirty="0">
                <a:latin typeface="Trebuchet MS" panose="020B0603020202020204"/>
                <a:cs typeface="Trebuchet MS" panose="020B0603020202020204"/>
              </a:rPr>
              <a:t>name&gt; </a:t>
            </a:r>
            <a:r>
              <a:rPr sz="1800" dirty="0">
                <a:solidFill>
                  <a:srgbClr val="232852"/>
                </a:solidFill>
                <a:latin typeface="Trebuchet MS" panose="020B0603020202020204"/>
                <a:cs typeface="Trebuchet MS" panose="020B0603020202020204"/>
              </a:rPr>
              <a:t>ADD</a:t>
            </a:r>
            <a:r>
              <a:rPr sz="1800" spc="-25" dirty="0">
                <a:solidFill>
                  <a:srgbClr val="232852"/>
                </a:solidFill>
                <a:latin typeface="Trebuchet MS" panose="020B0603020202020204"/>
                <a:cs typeface="Trebuchet MS" panose="020B0603020202020204"/>
              </a:rPr>
              <a:t> </a:t>
            </a:r>
            <a:r>
              <a:rPr sz="1800" dirty="0">
                <a:solidFill>
                  <a:srgbClr val="232852"/>
                </a:solidFill>
                <a:latin typeface="Trebuchet MS" panose="020B0603020202020204"/>
                <a:cs typeface="Trebuchet MS" panose="020B0603020202020204"/>
              </a:rPr>
              <a:t>/</a:t>
            </a:r>
            <a:r>
              <a:rPr sz="1800" spc="-25" dirty="0">
                <a:solidFill>
                  <a:srgbClr val="232852"/>
                </a:solidFill>
                <a:latin typeface="Trebuchet MS" panose="020B0603020202020204"/>
                <a:cs typeface="Trebuchet MS" panose="020B0603020202020204"/>
              </a:rPr>
              <a:t> </a:t>
            </a:r>
            <a:r>
              <a:rPr sz="1800" spc="-10" dirty="0">
                <a:solidFill>
                  <a:srgbClr val="232852"/>
                </a:solidFill>
                <a:latin typeface="Trebuchet MS" panose="020B0603020202020204"/>
                <a:cs typeface="Trebuchet MS" panose="020B0603020202020204"/>
              </a:rPr>
              <a:t>MODIFY </a:t>
            </a:r>
            <a:r>
              <a:rPr sz="1800" spc="-50" dirty="0">
                <a:latin typeface="Trebuchet MS" panose="020B0603020202020204"/>
                <a:cs typeface="Trebuchet MS" panose="020B0603020202020204"/>
              </a:rPr>
              <a:t>(</a:t>
            </a:r>
            <a:endParaRPr sz="1800">
              <a:latin typeface="Trebuchet MS" panose="020B0603020202020204"/>
              <a:cs typeface="Trebuchet MS" panose="020B0603020202020204"/>
            </a:endParaRPr>
          </a:p>
          <a:p>
            <a:pPr marL="91440">
              <a:lnSpc>
                <a:spcPct val="100000"/>
              </a:lnSpc>
              <a:spcBef>
                <a:spcPts val="435"/>
              </a:spcBef>
            </a:pPr>
            <a:r>
              <a:rPr sz="1800" dirty="0">
                <a:latin typeface="Trebuchet MS" panose="020B0603020202020204"/>
                <a:cs typeface="Trebuchet MS" panose="020B0603020202020204"/>
              </a:rPr>
              <a:t>&lt;column</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name&gt;</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data</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type</a:t>
            </a:r>
            <a:r>
              <a:rPr sz="1800" spc="-55" dirty="0">
                <a:latin typeface="Trebuchet MS" panose="020B0603020202020204"/>
                <a:cs typeface="Trebuchet MS" panose="020B0603020202020204"/>
              </a:rPr>
              <a:t> </a:t>
            </a:r>
            <a:r>
              <a:rPr sz="1800" spc="-10" dirty="0">
                <a:latin typeface="Trebuchet MS" panose="020B0603020202020204"/>
                <a:cs typeface="Trebuchet MS" panose="020B0603020202020204"/>
              </a:rPr>
              <a:t>(size)</a:t>
            </a:r>
            <a:endParaRPr sz="1800">
              <a:latin typeface="Trebuchet MS" panose="020B0603020202020204"/>
              <a:cs typeface="Trebuchet MS" panose="020B0603020202020204"/>
            </a:endParaRPr>
          </a:p>
          <a:p>
            <a:pPr marL="91440">
              <a:lnSpc>
                <a:spcPct val="100000"/>
              </a:lnSpc>
              <a:spcBef>
                <a:spcPts val="430"/>
              </a:spcBef>
            </a:pPr>
            <a:r>
              <a:rPr sz="1800" spc="-25" dirty="0">
                <a:latin typeface="Trebuchet MS" panose="020B0603020202020204"/>
                <a:cs typeface="Trebuchet MS" panose="020B0603020202020204"/>
              </a:rPr>
              <a:t>);</a:t>
            </a:r>
            <a:endParaRPr sz="1800">
              <a:latin typeface="Trebuchet MS" panose="020B0603020202020204"/>
              <a:cs typeface="Trebuchet MS" panose="020B0603020202020204"/>
            </a:endParaRPr>
          </a:p>
        </p:txBody>
      </p:sp>
      <p:pic>
        <p:nvPicPr>
          <p:cNvPr id="6" name="object 6"/>
          <p:cNvPicPr/>
          <p:nvPr/>
        </p:nvPicPr>
        <p:blipFill>
          <a:blip r:embed="rId2" cstate="print"/>
          <a:stretch>
            <a:fillRect/>
          </a:stretch>
        </p:blipFill>
        <p:spPr>
          <a:xfrm>
            <a:off x="630237" y="4532312"/>
            <a:ext cx="3960495" cy="639762"/>
          </a:xfrm>
          <a:prstGeom prst="rect">
            <a:avLst/>
          </a:prstGeom>
        </p:spPr>
      </p:pic>
      <p:sp>
        <p:nvSpPr>
          <p:cNvPr id="7" name="object 7"/>
          <p:cNvSpPr txBox="1"/>
          <p:nvPr/>
        </p:nvSpPr>
        <p:spPr>
          <a:xfrm>
            <a:off x="630237" y="4532312"/>
            <a:ext cx="3960495" cy="640080"/>
          </a:xfrm>
          <a:prstGeom prst="rect">
            <a:avLst/>
          </a:prstGeom>
          <a:ln w="6350">
            <a:solidFill>
              <a:srgbClr val="297ED4"/>
            </a:solidFill>
          </a:ln>
        </p:spPr>
        <p:txBody>
          <a:bodyPr vert="horz" wrap="square" lIns="0" tIns="219710" rIns="0" bIns="0" rtlCol="0">
            <a:spAutoFit/>
          </a:bodyPr>
          <a:lstStyle/>
          <a:p>
            <a:pPr marL="91440">
              <a:lnSpc>
                <a:spcPct val="100000"/>
              </a:lnSpc>
              <a:spcBef>
                <a:spcPts val="1730"/>
              </a:spcBef>
            </a:pPr>
            <a:r>
              <a:rPr sz="2400" b="1" dirty="0">
                <a:latin typeface="Trebuchet MS" panose="020B0603020202020204"/>
                <a:cs typeface="Trebuchet MS" panose="020B0603020202020204"/>
              </a:rPr>
              <a:t>Delete</a:t>
            </a:r>
            <a:r>
              <a:rPr sz="2400" b="1" spc="-15" dirty="0">
                <a:latin typeface="Trebuchet MS" panose="020B0603020202020204"/>
                <a:cs typeface="Trebuchet MS" panose="020B0603020202020204"/>
              </a:rPr>
              <a:t> </a:t>
            </a:r>
            <a:r>
              <a:rPr sz="2400" b="1" spc="-10" dirty="0">
                <a:latin typeface="Trebuchet MS" panose="020B0603020202020204"/>
                <a:cs typeface="Trebuchet MS" panose="020B0603020202020204"/>
              </a:rPr>
              <a:t>column</a:t>
            </a:r>
            <a:endParaRPr sz="2400">
              <a:latin typeface="Trebuchet MS" panose="020B0603020202020204"/>
              <a:cs typeface="Trebuchet MS" panose="020B0603020202020204"/>
            </a:endParaRPr>
          </a:p>
        </p:txBody>
      </p:sp>
      <p:sp>
        <p:nvSpPr>
          <p:cNvPr id="8" name="object 8"/>
          <p:cNvSpPr txBox="1"/>
          <p:nvPr/>
        </p:nvSpPr>
        <p:spPr>
          <a:xfrm>
            <a:off x="4878704" y="2367102"/>
            <a:ext cx="4104640" cy="4265930"/>
          </a:xfrm>
          <a:prstGeom prst="rect">
            <a:avLst/>
          </a:prstGeom>
          <a:solidFill>
            <a:srgbClr val="FFFFFF"/>
          </a:solidFill>
          <a:ln w="12700">
            <a:solidFill>
              <a:srgbClr val="297ED4"/>
            </a:solidFill>
          </a:ln>
        </p:spPr>
        <p:txBody>
          <a:bodyPr vert="horz" wrap="square" lIns="0" tIns="38735" rIns="0" bIns="0" rtlCol="0">
            <a:spAutoFit/>
          </a:bodyPr>
          <a:lstStyle/>
          <a:p>
            <a:pPr marL="434975" marR="367030" indent="-342900">
              <a:lnSpc>
                <a:spcPct val="100000"/>
              </a:lnSpc>
              <a:spcBef>
                <a:spcPts val="305"/>
              </a:spcBef>
              <a:buFont typeface="Wingdings" panose="05000000000000000000"/>
              <a:buChar char=""/>
              <a:tabLst>
                <a:tab pos="434975" algn="l"/>
              </a:tabLst>
            </a:pPr>
            <a:r>
              <a:rPr sz="2000" b="1" dirty="0">
                <a:latin typeface="Trebuchet MS" panose="020B0603020202020204"/>
                <a:cs typeface="Trebuchet MS" panose="020B0603020202020204"/>
              </a:rPr>
              <a:t>ALTER</a:t>
            </a:r>
            <a:r>
              <a:rPr sz="2000" b="1" spc="395" dirty="0">
                <a:latin typeface="Trebuchet MS" panose="020B0603020202020204"/>
                <a:cs typeface="Trebuchet MS" panose="020B0603020202020204"/>
              </a:rPr>
              <a:t> </a:t>
            </a:r>
            <a:r>
              <a:rPr sz="2000" b="1" dirty="0">
                <a:latin typeface="Trebuchet MS" panose="020B0603020202020204"/>
                <a:cs typeface="Trebuchet MS" panose="020B0603020202020204"/>
              </a:rPr>
              <a:t>TABLE</a:t>
            </a:r>
            <a:r>
              <a:rPr sz="2000" b="1" spc="450" dirty="0">
                <a:latin typeface="Trebuchet MS" panose="020B0603020202020204"/>
                <a:cs typeface="Trebuchet MS" panose="020B0603020202020204"/>
              </a:rPr>
              <a:t> </a:t>
            </a:r>
            <a:r>
              <a:rPr sz="2000" b="1" dirty="0">
                <a:latin typeface="Trebuchet MS" panose="020B0603020202020204"/>
                <a:cs typeface="Trebuchet MS" panose="020B0603020202020204"/>
              </a:rPr>
              <a:t>student</a:t>
            </a:r>
            <a:r>
              <a:rPr sz="2000" b="1" spc="355" dirty="0">
                <a:latin typeface="Trebuchet MS" panose="020B0603020202020204"/>
                <a:cs typeface="Trebuchet MS" panose="020B0603020202020204"/>
              </a:rPr>
              <a:t> </a:t>
            </a:r>
            <a:r>
              <a:rPr sz="2000" b="1" spc="-25" dirty="0">
                <a:solidFill>
                  <a:srgbClr val="FF0000"/>
                </a:solidFill>
                <a:latin typeface="Trebuchet MS" panose="020B0603020202020204"/>
                <a:cs typeface="Trebuchet MS" panose="020B0603020202020204"/>
              </a:rPr>
              <a:t>ADD </a:t>
            </a:r>
            <a:r>
              <a:rPr sz="2000" b="1" dirty="0">
                <a:latin typeface="Trebuchet MS" panose="020B0603020202020204"/>
                <a:cs typeface="Trebuchet MS" panose="020B0603020202020204"/>
              </a:rPr>
              <a:t>(Div</a:t>
            </a:r>
            <a:r>
              <a:rPr sz="2000" b="1" spc="-35" dirty="0">
                <a:latin typeface="Trebuchet MS" panose="020B0603020202020204"/>
                <a:cs typeface="Trebuchet MS" panose="020B0603020202020204"/>
              </a:rPr>
              <a:t> </a:t>
            </a:r>
            <a:r>
              <a:rPr sz="2000" b="1" dirty="0">
                <a:latin typeface="Trebuchet MS" panose="020B0603020202020204"/>
                <a:cs typeface="Trebuchet MS" panose="020B0603020202020204"/>
              </a:rPr>
              <a:t>char(1)</a:t>
            </a:r>
            <a:r>
              <a:rPr sz="2000" b="1" spc="-25" dirty="0">
                <a:latin typeface="Trebuchet MS" panose="020B0603020202020204"/>
                <a:cs typeface="Trebuchet MS" panose="020B0603020202020204"/>
              </a:rPr>
              <a:t>  );</a:t>
            </a:r>
            <a:endParaRPr sz="2000">
              <a:latin typeface="Trebuchet MS" panose="020B0603020202020204"/>
              <a:cs typeface="Trebuchet MS" panose="020B0603020202020204"/>
            </a:endParaRPr>
          </a:p>
          <a:p>
            <a:pPr>
              <a:lnSpc>
                <a:spcPct val="100000"/>
              </a:lnSpc>
              <a:spcBef>
                <a:spcPts val="1040"/>
              </a:spcBef>
              <a:buFont typeface="Wingdings" panose="05000000000000000000"/>
              <a:buChar char=""/>
            </a:pPr>
            <a:endParaRPr sz="2000">
              <a:latin typeface="Trebuchet MS" panose="020B0603020202020204"/>
              <a:cs typeface="Trebuchet MS" panose="020B0603020202020204"/>
            </a:endParaRPr>
          </a:p>
          <a:p>
            <a:pPr marL="434975" marR="572135" indent="-342900">
              <a:lnSpc>
                <a:spcPct val="100000"/>
              </a:lnSpc>
              <a:buFont typeface="Wingdings" panose="05000000000000000000"/>
              <a:buChar char=""/>
              <a:tabLst>
                <a:tab pos="434975" algn="l"/>
              </a:tabLst>
            </a:pPr>
            <a:r>
              <a:rPr sz="2000" b="1" dirty="0">
                <a:latin typeface="Trebuchet MS" panose="020B0603020202020204"/>
                <a:cs typeface="Trebuchet MS" panose="020B0603020202020204"/>
              </a:rPr>
              <a:t>ALTER</a:t>
            </a:r>
            <a:r>
              <a:rPr sz="2000" b="1" spc="360" dirty="0">
                <a:latin typeface="Trebuchet MS" panose="020B0603020202020204"/>
                <a:cs typeface="Trebuchet MS" panose="020B0603020202020204"/>
              </a:rPr>
              <a:t> </a:t>
            </a:r>
            <a:r>
              <a:rPr sz="2000" b="1" dirty="0">
                <a:latin typeface="Trebuchet MS" panose="020B0603020202020204"/>
                <a:cs typeface="Trebuchet MS" panose="020B0603020202020204"/>
              </a:rPr>
              <a:t>TABLE</a:t>
            </a:r>
            <a:r>
              <a:rPr sz="2000" b="1" spc="409" dirty="0">
                <a:latin typeface="Trebuchet MS" panose="020B0603020202020204"/>
                <a:cs typeface="Trebuchet MS" panose="020B0603020202020204"/>
              </a:rPr>
              <a:t> </a:t>
            </a:r>
            <a:r>
              <a:rPr sz="2000" b="1" spc="-10" dirty="0">
                <a:latin typeface="Trebuchet MS" panose="020B0603020202020204"/>
                <a:cs typeface="Trebuchet MS" panose="020B0603020202020204"/>
              </a:rPr>
              <a:t>student </a:t>
            </a:r>
            <a:r>
              <a:rPr sz="2000" b="1" dirty="0">
                <a:solidFill>
                  <a:srgbClr val="FF0000"/>
                </a:solidFill>
                <a:latin typeface="Trebuchet MS" panose="020B0603020202020204"/>
                <a:cs typeface="Trebuchet MS" panose="020B0603020202020204"/>
              </a:rPr>
              <a:t>MODIFY</a:t>
            </a:r>
            <a:r>
              <a:rPr sz="2000" b="1" spc="-50" dirty="0">
                <a:solidFill>
                  <a:srgbClr val="FF0000"/>
                </a:solidFill>
                <a:latin typeface="Trebuchet MS" panose="020B0603020202020204"/>
                <a:cs typeface="Trebuchet MS" panose="020B0603020202020204"/>
              </a:rPr>
              <a:t> </a:t>
            </a:r>
            <a:r>
              <a:rPr sz="2000" b="1" dirty="0">
                <a:latin typeface="Trebuchet MS" panose="020B0603020202020204"/>
                <a:cs typeface="Trebuchet MS" panose="020B0603020202020204"/>
              </a:rPr>
              <a:t>(</a:t>
            </a:r>
            <a:r>
              <a:rPr sz="2000" b="1" spc="-40" dirty="0">
                <a:latin typeface="Trebuchet MS" panose="020B0603020202020204"/>
                <a:cs typeface="Trebuchet MS" panose="020B0603020202020204"/>
              </a:rPr>
              <a:t> </a:t>
            </a:r>
            <a:r>
              <a:rPr sz="2000" b="1" dirty="0">
                <a:latin typeface="Trebuchet MS" panose="020B0603020202020204"/>
                <a:cs typeface="Trebuchet MS" panose="020B0603020202020204"/>
              </a:rPr>
              <a:t>Name</a:t>
            </a:r>
            <a:r>
              <a:rPr sz="2000" b="1" spc="-25" dirty="0">
                <a:latin typeface="Trebuchet MS" panose="020B0603020202020204"/>
                <a:cs typeface="Trebuchet MS" panose="020B0603020202020204"/>
              </a:rPr>
              <a:t> </a:t>
            </a:r>
            <a:r>
              <a:rPr sz="2000" b="1" spc="-10" dirty="0">
                <a:latin typeface="Trebuchet MS" panose="020B0603020202020204"/>
                <a:cs typeface="Trebuchet MS" panose="020B0603020202020204"/>
              </a:rPr>
              <a:t>char(12));</a:t>
            </a:r>
            <a:endParaRPr sz="2000">
              <a:latin typeface="Trebuchet MS" panose="020B0603020202020204"/>
              <a:cs typeface="Trebuchet MS" panose="020B0603020202020204"/>
            </a:endParaRPr>
          </a:p>
          <a:p>
            <a:pPr>
              <a:lnSpc>
                <a:spcPct val="100000"/>
              </a:lnSpc>
              <a:spcBef>
                <a:spcPts val="1040"/>
              </a:spcBef>
              <a:buFont typeface="Wingdings" panose="05000000000000000000"/>
              <a:buChar char=""/>
            </a:pPr>
            <a:endParaRPr sz="2000">
              <a:latin typeface="Trebuchet MS" panose="020B0603020202020204"/>
              <a:cs typeface="Trebuchet MS" panose="020B0603020202020204"/>
            </a:endParaRPr>
          </a:p>
          <a:p>
            <a:pPr marL="434975" marR="195580" indent="-342900">
              <a:lnSpc>
                <a:spcPct val="100000"/>
              </a:lnSpc>
              <a:buFont typeface="Wingdings" panose="05000000000000000000"/>
              <a:buChar char=""/>
              <a:tabLst>
                <a:tab pos="434975" algn="l"/>
              </a:tabLst>
            </a:pPr>
            <a:r>
              <a:rPr sz="2000" b="1" dirty="0">
                <a:latin typeface="Trebuchet MS" panose="020B0603020202020204"/>
                <a:cs typeface="Trebuchet MS" panose="020B0603020202020204"/>
              </a:rPr>
              <a:t>ALTER</a:t>
            </a:r>
            <a:r>
              <a:rPr sz="2000" b="1" spc="400" dirty="0">
                <a:latin typeface="Trebuchet MS" panose="020B0603020202020204"/>
                <a:cs typeface="Trebuchet MS" panose="020B0603020202020204"/>
              </a:rPr>
              <a:t> </a:t>
            </a:r>
            <a:r>
              <a:rPr sz="2000" b="1" dirty="0">
                <a:latin typeface="Trebuchet MS" panose="020B0603020202020204"/>
                <a:cs typeface="Trebuchet MS" panose="020B0603020202020204"/>
              </a:rPr>
              <a:t>TABLE</a:t>
            </a:r>
            <a:r>
              <a:rPr sz="2000" b="1" spc="450" dirty="0">
                <a:latin typeface="Trebuchet MS" panose="020B0603020202020204"/>
                <a:cs typeface="Trebuchet MS" panose="020B0603020202020204"/>
              </a:rPr>
              <a:t> </a:t>
            </a:r>
            <a:r>
              <a:rPr sz="2000" b="1" dirty="0">
                <a:latin typeface="Trebuchet MS" panose="020B0603020202020204"/>
                <a:cs typeface="Trebuchet MS" panose="020B0603020202020204"/>
              </a:rPr>
              <a:t>student</a:t>
            </a:r>
            <a:r>
              <a:rPr sz="2000" b="1" spc="455" dirty="0">
                <a:latin typeface="Trebuchet MS" panose="020B0603020202020204"/>
                <a:cs typeface="Trebuchet MS" panose="020B0603020202020204"/>
              </a:rPr>
              <a:t> </a:t>
            </a:r>
            <a:r>
              <a:rPr sz="2000" b="1" spc="-20" dirty="0">
                <a:solidFill>
                  <a:srgbClr val="FF0000"/>
                </a:solidFill>
                <a:latin typeface="Trebuchet MS" panose="020B0603020202020204"/>
                <a:cs typeface="Trebuchet MS" panose="020B0603020202020204"/>
              </a:rPr>
              <a:t>DROP </a:t>
            </a:r>
            <a:r>
              <a:rPr sz="2000" b="1" spc="-10" dirty="0">
                <a:latin typeface="Trebuchet MS" panose="020B0603020202020204"/>
                <a:cs typeface="Trebuchet MS" panose="020B0603020202020204"/>
              </a:rPr>
              <a:t>(Div);</a:t>
            </a:r>
            <a:endParaRPr sz="2000">
              <a:latin typeface="Trebuchet MS" panose="020B0603020202020204"/>
              <a:cs typeface="Trebuchet MS" panose="020B0603020202020204"/>
            </a:endParaRPr>
          </a:p>
        </p:txBody>
      </p:sp>
      <p:pic>
        <p:nvPicPr>
          <p:cNvPr id="9" name="object 9"/>
          <p:cNvPicPr/>
          <p:nvPr/>
        </p:nvPicPr>
        <p:blipFill>
          <a:blip r:embed="rId3" cstate="print"/>
          <a:stretch>
            <a:fillRect/>
          </a:stretch>
        </p:blipFill>
        <p:spPr>
          <a:xfrm>
            <a:off x="4878704" y="1531429"/>
            <a:ext cx="4104512" cy="639762"/>
          </a:xfrm>
          <a:prstGeom prst="rect">
            <a:avLst/>
          </a:prstGeom>
        </p:spPr>
      </p:pic>
      <p:sp>
        <p:nvSpPr>
          <p:cNvPr id="10" name="object 10"/>
          <p:cNvSpPr txBox="1"/>
          <p:nvPr/>
        </p:nvSpPr>
        <p:spPr>
          <a:xfrm>
            <a:off x="4878704" y="1531429"/>
            <a:ext cx="4104640" cy="640080"/>
          </a:xfrm>
          <a:prstGeom prst="rect">
            <a:avLst/>
          </a:prstGeom>
          <a:ln w="6350">
            <a:solidFill>
              <a:srgbClr val="297ED4"/>
            </a:solidFill>
          </a:ln>
        </p:spPr>
        <p:txBody>
          <a:bodyPr vert="horz" wrap="square" lIns="0" tIns="219710" rIns="0" bIns="0" rtlCol="0">
            <a:spAutoFit/>
          </a:bodyPr>
          <a:lstStyle/>
          <a:p>
            <a:pPr marL="92075">
              <a:lnSpc>
                <a:spcPct val="100000"/>
              </a:lnSpc>
              <a:spcBef>
                <a:spcPts val="1730"/>
              </a:spcBef>
            </a:pPr>
            <a:r>
              <a:rPr sz="2400" b="1" spc="-10" dirty="0">
                <a:latin typeface="Trebuchet MS" panose="020B0603020202020204"/>
                <a:cs typeface="Trebuchet MS" panose="020B0603020202020204"/>
              </a:rPr>
              <a:t>Example</a:t>
            </a:r>
            <a:endParaRPr sz="2400">
              <a:latin typeface="Trebuchet MS" panose="020B0603020202020204"/>
              <a:cs typeface="Trebuchet MS" panose="020B0603020202020204"/>
            </a:endParaRPr>
          </a:p>
        </p:txBody>
      </p:sp>
      <p:sp>
        <p:nvSpPr>
          <p:cNvPr id="11" name="object 11"/>
          <p:cNvSpPr txBox="1"/>
          <p:nvPr/>
        </p:nvSpPr>
        <p:spPr>
          <a:xfrm>
            <a:off x="630237" y="5284241"/>
            <a:ext cx="3960495" cy="1375410"/>
          </a:xfrm>
          <a:prstGeom prst="rect">
            <a:avLst/>
          </a:prstGeom>
          <a:solidFill>
            <a:srgbClr val="FFFFFF"/>
          </a:solidFill>
          <a:ln w="12700">
            <a:solidFill>
              <a:srgbClr val="297ED4"/>
            </a:solidFill>
          </a:ln>
        </p:spPr>
        <p:txBody>
          <a:bodyPr vert="horz" wrap="square" lIns="0" tIns="40640" rIns="0" bIns="0" rtlCol="0">
            <a:spAutoFit/>
          </a:bodyPr>
          <a:lstStyle/>
          <a:p>
            <a:pPr marL="91440">
              <a:lnSpc>
                <a:spcPct val="100000"/>
              </a:lnSpc>
              <a:spcBef>
                <a:spcPts val="320"/>
              </a:spcBef>
            </a:pPr>
            <a:r>
              <a:rPr sz="1800" spc="-35" dirty="0">
                <a:latin typeface="Trebuchet MS" panose="020B0603020202020204"/>
                <a:cs typeface="Trebuchet MS" panose="020B0603020202020204"/>
              </a:rPr>
              <a:t>ALTER</a:t>
            </a:r>
            <a:r>
              <a:rPr sz="1800" spc="-90" dirty="0">
                <a:latin typeface="Trebuchet MS" panose="020B0603020202020204"/>
                <a:cs typeface="Trebuchet MS" panose="020B0603020202020204"/>
              </a:rPr>
              <a:t> </a:t>
            </a:r>
            <a:r>
              <a:rPr sz="1800" spc="-20" dirty="0">
                <a:latin typeface="Trebuchet MS" panose="020B0603020202020204"/>
                <a:cs typeface="Trebuchet MS" panose="020B0603020202020204"/>
              </a:rPr>
              <a:t>TABLE</a:t>
            </a:r>
            <a:endParaRPr sz="1800">
              <a:latin typeface="Trebuchet MS" panose="020B0603020202020204"/>
              <a:cs typeface="Trebuchet MS" panose="020B0603020202020204"/>
            </a:endParaRPr>
          </a:p>
          <a:p>
            <a:pPr marL="91440" marR="1835150">
              <a:lnSpc>
                <a:spcPct val="120000"/>
              </a:lnSpc>
            </a:pPr>
            <a:r>
              <a:rPr sz="1800" dirty="0">
                <a:latin typeface="Trebuchet MS" panose="020B0603020202020204"/>
                <a:cs typeface="Trebuchet MS" panose="020B0603020202020204"/>
              </a:rPr>
              <a:t>&lt;table</a:t>
            </a:r>
            <a:r>
              <a:rPr sz="1800" spc="-65" dirty="0">
                <a:latin typeface="Trebuchet MS" panose="020B0603020202020204"/>
                <a:cs typeface="Trebuchet MS" panose="020B0603020202020204"/>
              </a:rPr>
              <a:t> </a:t>
            </a:r>
            <a:r>
              <a:rPr sz="1800" dirty="0">
                <a:latin typeface="Trebuchet MS" panose="020B0603020202020204"/>
                <a:cs typeface="Trebuchet MS" panose="020B0603020202020204"/>
              </a:rPr>
              <a:t>name&gt;</a:t>
            </a:r>
            <a:r>
              <a:rPr sz="1800" spc="-35" dirty="0">
                <a:latin typeface="Trebuchet MS" panose="020B0603020202020204"/>
                <a:cs typeface="Trebuchet MS" panose="020B0603020202020204"/>
              </a:rPr>
              <a:t> </a:t>
            </a:r>
            <a:r>
              <a:rPr sz="1800" spc="-20" dirty="0">
                <a:solidFill>
                  <a:srgbClr val="232852"/>
                </a:solidFill>
                <a:latin typeface="Trebuchet MS" panose="020B0603020202020204"/>
                <a:cs typeface="Trebuchet MS" panose="020B0603020202020204"/>
              </a:rPr>
              <a:t>DROP </a:t>
            </a:r>
            <a:r>
              <a:rPr sz="1800" dirty="0">
                <a:latin typeface="Trebuchet MS" panose="020B0603020202020204"/>
                <a:cs typeface="Trebuchet MS" panose="020B0603020202020204"/>
              </a:rPr>
              <a:t>(&lt;column</a:t>
            </a:r>
            <a:r>
              <a:rPr sz="1800" spc="-85" dirty="0">
                <a:latin typeface="Trebuchet MS" panose="020B0603020202020204"/>
                <a:cs typeface="Trebuchet MS" panose="020B0603020202020204"/>
              </a:rPr>
              <a:t> </a:t>
            </a:r>
            <a:r>
              <a:rPr sz="1800" spc="-10" dirty="0">
                <a:latin typeface="Trebuchet MS" panose="020B0603020202020204"/>
                <a:cs typeface="Trebuchet MS" panose="020B0603020202020204"/>
              </a:rPr>
              <a:t>name&gt;);</a:t>
            </a:r>
            <a:endParaRPr sz="1800">
              <a:latin typeface="Trebuchet MS" panose="020B0603020202020204"/>
              <a:cs typeface="Trebuchet MS" panose="020B0603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2313940">
              <a:lnSpc>
                <a:spcPct val="100000"/>
              </a:lnSpc>
              <a:spcBef>
                <a:spcPts val="105"/>
              </a:spcBef>
            </a:pPr>
            <a:r>
              <a:rPr sz="4400" spc="-35" dirty="0"/>
              <a:t>Truncate</a:t>
            </a:r>
            <a:r>
              <a:rPr sz="4400" spc="-300" dirty="0"/>
              <a:t> </a:t>
            </a:r>
            <a:r>
              <a:rPr sz="4400" spc="-55" dirty="0"/>
              <a:t>Table</a:t>
            </a:r>
            <a:r>
              <a:rPr sz="4400" spc="-220" dirty="0"/>
              <a:t> </a:t>
            </a:r>
            <a:r>
              <a:rPr sz="4400" spc="-50" dirty="0"/>
              <a:t>:</a:t>
            </a:r>
            <a:endParaRPr sz="4400"/>
          </a:p>
        </p:txBody>
      </p:sp>
      <p:graphicFrame>
        <p:nvGraphicFramePr>
          <p:cNvPr id="3" name="object 3"/>
          <p:cNvGraphicFramePr>
            <a:graphicFrameLocks noGrp="1"/>
          </p:cNvGraphicFramePr>
          <p:nvPr/>
        </p:nvGraphicFramePr>
        <p:xfrm>
          <a:off x="476250" y="4074159"/>
          <a:ext cx="8369934" cy="2573655"/>
        </p:xfrm>
        <a:graphic>
          <a:graphicData uri="http://schemas.openxmlformats.org/drawingml/2006/table">
            <a:tbl>
              <a:tblPr firstRow="1" bandRow="1">
                <a:tableStyleId>{2D5ABB26-0587-4C30-8999-92F81FD0307C}</a:tableStyleId>
              </a:tblPr>
              <a:tblGrid>
                <a:gridCol w="8281034"/>
              </a:tblGrid>
              <a:tr h="1558290">
                <a:tc>
                  <a:txBody>
                    <a:bodyPr/>
                    <a:lstStyle/>
                    <a:p>
                      <a:pPr marL="91440">
                        <a:lnSpc>
                          <a:spcPct val="100000"/>
                        </a:lnSpc>
                        <a:spcBef>
                          <a:spcPts val="1525"/>
                        </a:spcBef>
                      </a:pPr>
                      <a:r>
                        <a:rPr sz="2000" b="1" spc="-10" dirty="0">
                          <a:latin typeface="Trebuchet MS" panose="020B0603020202020204"/>
                          <a:cs typeface="Trebuchet MS" panose="020B0603020202020204"/>
                        </a:rPr>
                        <a:t>Syntax:</a:t>
                      </a:r>
                      <a:endParaRPr sz="2000">
                        <a:latin typeface="Trebuchet MS" panose="020B0603020202020204"/>
                        <a:cs typeface="Trebuchet MS" panose="020B0603020202020204"/>
                      </a:endParaRPr>
                    </a:p>
                    <a:p>
                      <a:pPr>
                        <a:lnSpc>
                          <a:spcPct val="100000"/>
                        </a:lnSpc>
                        <a:spcBef>
                          <a:spcPts val="100"/>
                        </a:spcBef>
                      </a:pPr>
                      <a:endParaRPr sz="2000">
                        <a:latin typeface="Times New Roman" panose="02020603050405020304"/>
                        <a:cs typeface="Times New Roman" panose="02020603050405020304"/>
                      </a:endParaRPr>
                    </a:p>
                    <a:p>
                      <a:pPr marL="91440">
                        <a:lnSpc>
                          <a:spcPct val="100000"/>
                        </a:lnSpc>
                      </a:pPr>
                      <a:r>
                        <a:rPr sz="2000" b="1" dirty="0">
                          <a:latin typeface="Trebuchet MS" panose="020B0603020202020204"/>
                          <a:cs typeface="Trebuchet MS" panose="020B0603020202020204"/>
                        </a:rPr>
                        <a:t>TRUNCATE</a:t>
                      </a:r>
                      <a:r>
                        <a:rPr sz="2000" b="1" spc="370" dirty="0">
                          <a:latin typeface="Trebuchet MS" panose="020B0603020202020204"/>
                          <a:cs typeface="Trebuchet MS" panose="020B0603020202020204"/>
                        </a:rPr>
                        <a:t> </a:t>
                      </a:r>
                      <a:r>
                        <a:rPr sz="2000" b="1" dirty="0">
                          <a:latin typeface="Trebuchet MS" panose="020B0603020202020204"/>
                          <a:cs typeface="Trebuchet MS" panose="020B0603020202020204"/>
                        </a:rPr>
                        <a:t>TABLE</a:t>
                      </a:r>
                      <a:r>
                        <a:rPr sz="2000" b="1" spc="405" dirty="0">
                          <a:latin typeface="Trebuchet MS" panose="020B0603020202020204"/>
                          <a:cs typeface="Trebuchet MS" panose="020B0603020202020204"/>
                        </a:rPr>
                        <a:t> </a:t>
                      </a:r>
                      <a:r>
                        <a:rPr sz="2000" b="1" dirty="0">
                          <a:latin typeface="Trebuchet MS" panose="020B0603020202020204"/>
                          <a:cs typeface="Trebuchet MS" panose="020B0603020202020204"/>
                        </a:rPr>
                        <a:t>&lt;table</a:t>
                      </a:r>
                      <a:r>
                        <a:rPr sz="2000" b="1" spc="-100" dirty="0">
                          <a:latin typeface="Trebuchet MS" panose="020B0603020202020204"/>
                          <a:cs typeface="Trebuchet MS" panose="020B0603020202020204"/>
                        </a:rPr>
                        <a:t> </a:t>
                      </a:r>
                      <a:r>
                        <a:rPr sz="2000" b="1" spc="-10" dirty="0">
                          <a:latin typeface="Trebuchet MS" panose="020B0603020202020204"/>
                          <a:cs typeface="Trebuchet MS" panose="020B0603020202020204"/>
                        </a:rPr>
                        <a:t>name&gt;;</a:t>
                      </a:r>
                      <a:endParaRPr sz="2000">
                        <a:latin typeface="Trebuchet MS" panose="020B0603020202020204"/>
                        <a:cs typeface="Trebuchet MS" panose="020B0603020202020204"/>
                      </a:endParaRPr>
                    </a:p>
                  </a:txBody>
                  <a:tcPr marL="0" marR="0" marT="193675" marB="0">
                    <a:lnL w="12700">
                      <a:solidFill>
                        <a:srgbClr val="297ED4"/>
                      </a:solidFill>
                      <a:prstDash val="solid"/>
                    </a:lnL>
                    <a:lnR w="12700">
                      <a:solidFill>
                        <a:srgbClr val="297ED4"/>
                      </a:solidFill>
                      <a:prstDash val="solid"/>
                    </a:lnR>
                    <a:lnT w="12700">
                      <a:solidFill>
                        <a:srgbClr val="297ED4"/>
                      </a:solidFill>
                      <a:prstDash val="solid"/>
                    </a:lnT>
                    <a:lnB w="12700">
                      <a:solidFill>
                        <a:srgbClr val="297ED4"/>
                      </a:solidFill>
                      <a:prstDash val="solid"/>
                    </a:lnB>
                    <a:solidFill>
                      <a:srgbClr val="FFFFFF"/>
                    </a:solidFill>
                  </a:tcPr>
                </a:tc>
              </a:tr>
              <a:tr h="1015365">
                <a:tc>
                  <a:txBody>
                    <a:bodyPr/>
                    <a:lstStyle/>
                    <a:p>
                      <a:pPr marL="91440">
                        <a:lnSpc>
                          <a:spcPct val="100000"/>
                        </a:lnSpc>
                        <a:spcBef>
                          <a:spcPts val="310"/>
                        </a:spcBef>
                      </a:pPr>
                      <a:r>
                        <a:rPr sz="2000" b="1" dirty="0">
                          <a:latin typeface="Trebuchet MS" panose="020B0603020202020204"/>
                          <a:cs typeface="Trebuchet MS" panose="020B0603020202020204"/>
                        </a:rPr>
                        <a:t>Example</a:t>
                      </a:r>
                      <a:r>
                        <a:rPr sz="2000" b="1" spc="-35" dirty="0">
                          <a:latin typeface="Trebuchet MS" panose="020B0603020202020204"/>
                          <a:cs typeface="Trebuchet MS" panose="020B0603020202020204"/>
                        </a:rPr>
                        <a:t> </a:t>
                      </a:r>
                      <a:r>
                        <a:rPr sz="2000" b="1" spc="-50" dirty="0">
                          <a:latin typeface="Trebuchet MS" panose="020B0603020202020204"/>
                          <a:cs typeface="Trebuchet MS" panose="020B0603020202020204"/>
                        </a:rPr>
                        <a:t>:</a:t>
                      </a:r>
                      <a:endParaRPr sz="2000">
                        <a:latin typeface="Trebuchet MS" panose="020B0603020202020204"/>
                        <a:cs typeface="Trebuchet MS" panose="020B0603020202020204"/>
                      </a:endParaRPr>
                    </a:p>
                    <a:p>
                      <a:pPr>
                        <a:lnSpc>
                          <a:spcPct val="100000"/>
                        </a:lnSpc>
                        <a:spcBef>
                          <a:spcPts val="100"/>
                        </a:spcBef>
                      </a:pPr>
                      <a:endParaRPr sz="2000">
                        <a:latin typeface="Times New Roman" panose="02020603050405020304"/>
                        <a:cs typeface="Times New Roman" panose="02020603050405020304"/>
                      </a:endParaRPr>
                    </a:p>
                    <a:p>
                      <a:pPr marL="91440">
                        <a:lnSpc>
                          <a:spcPct val="100000"/>
                        </a:lnSpc>
                        <a:tabLst>
                          <a:tab pos="2437765" algn="l"/>
                        </a:tabLst>
                      </a:pPr>
                      <a:r>
                        <a:rPr sz="2000" b="1" dirty="0">
                          <a:latin typeface="Trebuchet MS" panose="020B0603020202020204"/>
                          <a:cs typeface="Trebuchet MS" panose="020B0603020202020204"/>
                        </a:rPr>
                        <a:t>TRUNCATE</a:t>
                      </a:r>
                      <a:r>
                        <a:rPr sz="2000" b="1" spc="310" dirty="0">
                          <a:latin typeface="Trebuchet MS" panose="020B0603020202020204"/>
                          <a:cs typeface="Trebuchet MS" panose="020B0603020202020204"/>
                        </a:rPr>
                        <a:t> </a:t>
                      </a:r>
                      <a:r>
                        <a:rPr sz="2000" b="1" spc="-10" dirty="0">
                          <a:latin typeface="Trebuchet MS" panose="020B0603020202020204"/>
                          <a:cs typeface="Trebuchet MS" panose="020B0603020202020204"/>
                        </a:rPr>
                        <a:t>TABLE</a:t>
                      </a:r>
                      <a:r>
                        <a:rPr sz="2000" b="1" dirty="0">
                          <a:latin typeface="Trebuchet MS" panose="020B0603020202020204"/>
                          <a:cs typeface="Trebuchet MS" panose="020B0603020202020204"/>
                        </a:rPr>
                        <a:t>	</a:t>
                      </a:r>
                      <a:r>
                        <a:rPr sz="2000" b="1" spc="-10" dirty="0">
                          <a:latin typeface="Trebuchet MS" panose="020B0603020202020204"/>
                          <a:cs typeface="Trebuchet MS" panose="020B0603020202020204"/>
                        </a:rPr>
                        <a:t>student;</a:t>
                      </a:r>
                      <a:endParaRPr sz="2000">
                        <a:latin typeface="Trebuchet MS" panose="020B0603020202020204"/>
                        <a:cs typeface="Trebuchet MS" panose="020B0603020202020204"/>
                      </a:endParaRPr>
                    </a:p>
                  </a:txBody>
                  <a:tcPr marL="0" marR="0" marT="39370" marB="0">
                    <a:lnL w="12700">
                      <a:solidFill>
                        <a:srgbClr val="297ED4"/>
                      </a:solidFill>
                      <a:prstDash val="solid"/>
                    </a:lnL>
                    <a:lnR w="12700">
                      <a:solidFill>
                        <a:srgbClr val="297ED4"/>
                      </a:solidFill>
                      <a:prstDash val="solid"/>
                    </a:lnR>
                    <a:lnT w="12700">
                      <a:solidFill>
                        <a:srgbClr val="297ED4"/>
                      </a:solidFill>
                      <a:prstDash val="solid"/>
                    </a:lnT>
                    <a:lnB w="12700">
                      <a:solidFill>
                        <a:srgbClr val="297ED4"/>
                      </a:solidFill>
                      <a:prstDash val="solid"/>
                    </a:lnB>
                    <a:solidFill>
                      <a:srgbClr val="FFFFFF"/>
                    </a:solidFill>
                  </a:tcPr>
                </a:tc>
              </a:tr>
            </a:tbl>
          </a:graphicData>
        </a:graphic>
      </p:graphicFrame>
      <p:sp>
        <p:nvSpPr>
          <p:cNvPr id="4" name="object 4"/>
          <p:cNvSpPr txBox="1"/>
          <p:nvPr/>
        </p:nvSpPr>
        <p:spPr>
          <a:xfrm>
            <a:off x="535940" y="1526133"/>
            <a:ext cx="8132445" cy="2312670"/>
          </a:xfrm>
          <a:prstGeom prst="rect">
            <a:avLst/>
          </a:prstGeom>
        </p:spPr>
        <p:txBody>
          <a:bodyPr vert="horz" wrap="square" lIns="0" tIns="165100" rIns="0" bIns="0" rtlCol="0">
            <a:spAutoFit/>
          </a:bodyPr>
          <a:lstStyle/>
          <a:p>
            <a:pPr marL="354965" indent="-342265">
              <a:lnSpc>
                <a:spcPct val="100000"/>
              </a:lnSpc>
              <a:spcBef>
                <a:spcPts val="1300"/>
              </a:spcBef>
              <a:buFont typeface="Wingdings" panose="05000000000000000000"/>
              <a:buChar char=""/>
              <a:tabLst>
                <a:tab pos="354965" algn="l"/>
              </a:tabLst>
            </a:pPr>
            <a:r>
              <a:rPr sz="2000" dirty="0">
                <a:latin typeface="Trebuchet MS" panose="020B0603020202020204"/>
                <a:cs typeface="Trebuchet MS" panose="020B0603020202020204"/>
              </a:rPr>
              <a:t>This</a:t>
            </a:r>
            <a:r>
              <a:rPr sz="2000" spc="-15" dirty="0">
                <a:latin typeface="Trebuchet MS" panose="020B0603020202020204"/>
                <a:cs typeface="Trebuchet MS" panose="020B0603020202020204"/>
              </a:rPr>
              <a:t> </a:t>
            </a:r>
            <a:r>
              <a:rPr sz="2000" dirty="0">
                <a:latin typeface="Trebuchet MS" panose="020B0603020202020204"/>
                <a:cs typeface="Trebuchet MS" panose="020B0603020202020204"/>
              </a:rPr>
              <a:t>command</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used</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t</a:t>
            </a:r>
            <a:r>
              <a:rPr sz="2000" dirty="0">
                <a:highlight>
                  <a:srgbClr val="FFFF00"/>
                </a:highlight>
                <a:latin typeface="Trebuchet MS" panose="020B0603020202020204"/>
                <a:cs typeface="Trebuchet MS" panose="020B0603020202020204"/>
              </a:rPr>
              <a:t>o</a:t>
            </a:r>
            <a:r>
              <a:rPr sz="2000" spc="-1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remove</a:t>
            </a:r>
            <a:r>
              <a:rPr sz="2000" spc="-2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all</a:t>
            </a:r>
            <a:r>
              <a:rPr sz="2000" spc="-2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records</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stored</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in</a:t>
            </a:r>
            <a:r>
              <a:rPr sz="2000" spc="-10" dirty="0">
                <a:latin typeface="Trebuchet MS" panose="020B0603020202020204"/>
                <a:cs typeface="Trebuchet MS" panose="020B0603020202020204"/>
              </a:rPr>
              <a:t> database.</a:t>
            </a:r>
            <a:endParaRPr sz="2000">
              <a:latin typeface="Trebuchet MS" panose="020B0603020202020204"/>
              <a:cs typeface="Trebuchet MS" panose="020B0603020202020204"/>
            </a:endParaRPr>
          </a:p>
          <a:p>
            <a:pPr marL="354965" indent="-342265">
              <a:lnSpc>
                <a:spcPct val="100000"/>
              </a:lnSpc>
              <a:spcBef>
                <a:spcPts val="1205"/>
              </a:spcBef>
              <a:buFont typeface="Wingdings" panose="05000000000000000000"/>
              <a:buChar char=""/>
              <a:tabLst>
                <a:tab pos="354965" algn="l"/>
              </a:tabLst>
            </a:pPr>
            <a:r>
              <a:rPr sz="2000" dirty="0">
                <a:latin typeface="Trebuchet MS" panose="020B0603020202020204"/>
                <a:cs typeface="Trebuchet MS" panose="020B0603020202020204"/>
              </a:rPr>
              <a:t>It</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is</a:t>
            </a:r>
            <a:r>
              <a:rPr sz="2000" spc="-15" dirty="0">
                <a:latin typeface="Trebuchet MS" panose="020B0603020202020204"/>
                <a:cs typeface="Trebuchet MS" panose="020B0603020202020204"/>
              </a:rPr>
              <a:t> </a:t>
            </a:r>
            <a:r>
              <a:rPr sz="2000" dirty="0">
                <a:latin typeface="Trebuchet MS" panose="020B0603020202020204"/>
                <a:cs typeface="Trebuchet MS" panose="020B0603020202020204"/>
              </a:rPr>
              <a:t>similar</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30"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DROP</a:t>
            </a:r>
            <a:r>
              <a:rPr sz="2000" spc="-90" dirty="0">
                <a:highlight>
                  <a:srgbClr val="FFFF00"/>
                </a:highlight>
                <a:latin typeface="Trebuchet MS" panose="020B0603020202020204"/>
                <a:cs typeface="Trebuchet MS" panose="020B0603020202020204"/>
              </a:rPr>
              <a:t> </a:t>
            </a:r>
            <a:r>
              <a:rPr sz="2000" spc="-25" dirty="0">
                <a:highlight>
                  <a:srgbClr val="FFFF00"/>
                </a:highlight>
                <a:latin typeface="Trebuchet MS" panose="020B0603020202020204"/>
                <a:cs typeface="Trebuchet MS" panose="020B0603020202020204"/>
              </a:rPr>
              <a:t>TABLE</a:t>
            </a:r>
            <a:r>
              <a:rPr sz="2000" spc="-45"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command.</a:t>
            </a:r>
            <a:endParaRPr sz="2000">
              <a:latin typeface="Trebuchet MS" panose="020B0603020202020204"/>
              <a:cs typeface="Trebuchet MS" panose="020B0603020202020204"/>
            </a:endParaRPr>
          </a:p>
          <a:p>
            <a:pPr marL="354965" indent="-342265">
              <a:lnSpc>
                <a:spcPct val="100000"/>
              </a:lnSpc>
              <a:spcBef>
                <a:spcPts val="1200"/>
              </a:spcBef>
              <a:buFont typeface="Wingdings" panose="05000000000000000000"/>
              <a:buChar char=""/>
              <a:tabLst>
                <a:tab pos="354965" algn="l"/>
              </a:tabLst>
            </a:pPr>
            <a:r>
              <a:rPr sz="2000" dirty="0">
                <a:latin typeface="Trebuchet MS" panose="020B0603020202020204"/>
                <a:cs typeface="Trebuchet MS" panose="020B0603020202020204"/>
              </a:rPr>
              <a:t>When</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you</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place</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truncate</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table</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command</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your</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table</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will</a:t>
            </a:r>
            <a:r>
              <a:rPr sz="2000" spc="-10" dirty="0">
                <a:latin typeface="Trebuchet MS" panose="020B0603020202020204"/>
                <a:cs typeface="Trebuchet MS" panose="020B0603020202020204"/>
              </a:rPr>
              <a:t> </a:t>
            </a:r>
            <a:r>
              <a:rPr sz="2000" dirty="0">
                <a:latin typeface="Trebuchet MS" panose="020B0603020202020204"/>
                <a:cs typeface="Trebuchet MS" panose="020B0603020202020204"/>
              </a:rPr>
              <a:t>be</a:t>
            </a:r>
            <a:r>
              <a:rPr sz="2000" spc="-25"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empty.</a:t>
            </a:r>
            <a:endParaRPr sz="2000">
              <a:highlight>
                <a:srgbClr val="FFFF00"/>
              </a:highlight>
              <a:latin typeface="Trebuchet MS" panose="020B0603020202020204"/>
              <a:cs typeface="Trebuchet MS" panose="020B0603020202020204"/>
            </a:endParaRPr>
          </a:p>
          <a:p>
            <a:pPr marL="354965" indent="-342265">
              <a:lnSpc>
                <a:spcPct val="100000"/>
              </a:lnSpc>
              <a:spcBef>
                <a:spcPts val="1200"/>
              </a:spcBef>
              <a:buFont typeface="Wingdings" panose="05000000000000000000"/>
              <a:buChar char=""/>
              <a:tabLst>
                <a:tab pos="354965" algn="l"/>
              </a:tabLst>
            </a:pPr>
            <a:r>
              <a:rPr sz="2000" dirty="0">
                <a:latin typeface="Trebuchet MS" panose="020B0603020202020204"/>
                <a:cs typeface="Trebuchet MS" panose="020B0603020202020204"/>
              </a:rPr>
              <a:t>Only</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difference</a:t>
            </a:r>
            <a:r>
              <a:rPr sz="2000" spc="-65" dirty="0">
                <a:latin typeface="Trebuchet MS" panose="020B0603020202020204"/>
                <a:cs typeface="Trebuchet MS" panose="020B0603020202020204"/>
              </a:rPr>
              <a:t> </a:t>
            </a:r>
            <a:r>
              <a:rPr sz="2000" dirty="0">
                <a:latin typeface="Trebuchet MS" panose="020B0603020202020204"/>
                <a:cs typeface="Trebuchet MS" panose="020B0603020202020204"/>
              </a:rPr>
              <a:t>between</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drop</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&amp;</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truncate</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is</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truncate</a:t>
            </a:r>
            <a:r>
              <a:rPr sz="2000" spc="-50"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removes</a:t>
            </a:r>
            <a:endParaRPr sz="2000">
              <a:highlight>
                <a:srgbClr val="FFFF00"/>
              </a:highlight>
              <a:latin typeface="Trebuchet MS" panose="020B0603020202020204"/>
              <a:cs typeface="Trebuchet MS" panose="020B0603020202020204"/>
            </a:endParaRPr>
          </a:p>
          <a:p>
            <a:pPr marL="355600">
              <a:lnSpc>
                <a:spcPct val="100000"/>
              </a:lnSpc>
              <a:spcBef>
                <a:spcPts val="1200"/>
              </a:spcBef>
            </a:pPr>
            <a:r>
              <a:rPr sz="2000" dirty="0">
                <a:highlight>
                  <a:srgbClr val="FFFF00"/>
                </a:highlight>
                <a:latin typeface="Trebuchet MS" panose="020B0603020202020204"/>
                <a:cs typeface="Trebuchet MS" panose="020B0603020202020204"/>
              </a:rPr>
              <a:t>all</a:t>
            </a:r>
            <a:r>
              <a:rPr sz="2000" spc="-3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records</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from</a:t>
            </a:r>
            <a:r>
              <a:rPr sz="2000" spc="-15" dirty="0">
                <a:latin typeface="Trebuchet MS" panose="020B0603020202020204"/>
                <a:cs typeface="Trebuchet MS" panose="020B0603020202020204"/>
              </a:rPr>
              <a:t> </a:t>
            </a:r>
            <a:r>
              <a:rPr sz="2000" dirty="0">
                <a:latin typeface="Trebuchet MS" panose="020B0603020202020204"/>
                <a:cs typeface="Trebuchet MS" panose="020B0603020202020204"/>
              </a:rPr>
              <a:t>table</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but</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not</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remove</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table</a:t>
            </a:r>
            <a:r>
              <a:rPr sz="2000" spc="-25"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definition</a:t>
            </a:r>
            <a:r>
              <a:rPr sz="2000" spc="-2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or</a:t>
            </a:r>
            <a:r>
              <a:rPr sz="2000" spc="-20"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structure.</a:t>
            </a:r>
            <a:endParaRPr sz="2000" spc="-10" dirty="0">
              <a:highlight>
                <a:srgbClr val="FFFF00"/>
              </a:highlight>
              <a:latin typeface="Trebuchet MS" panose="020B0603020202020204"/>
              <a:cs typeface="Trebuchet MS" panose="020B0603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2850515">
              <a:lnSpc>
                <a:spcPct val="100000"/>
              </a:lnSpc>
              <a:spcBef>
                <a:spcPts val="105"/>
              </a:spcBef>
            </a:pPr>
            <a:r>
              <a:rPr sz="4400" dirty="0"/>
              <a:t>Drop</a:t>
            </a:r>
            <a:r>
              <a:rPr sz="4400" spc="-225" dirty="0"/>
              <a:t> </a:t>
            </a:r>
            <a:r>
              <a:rPr sz="4400" spc="-55" dirty="0"/>
              <a:t>Table</a:t>
            </a:r>
            <a:r>
              <a:rPr sz="4400" spc="-125" dirty="0"/>
              <a:t> </a:t>
            </a:r>
            <a:r>
              <a:rPr sz="4400" spc="-50" dirty="0"/>
              <a:t>:</a:t>
            </a:r>
            <a:endParaRPr sz="4400"/>
          </a:p>
        </p:txBody>
      </p:sp>
      <p:graphicFrame>
        <p:nvGraphicFramePr>
          <p:cNvPr id="3" name="object 3"/>
          <p:cNvGraphicFramePr>
            <a:graphicFrameLocks noGrp="1"/>
          </p:cNvGraphicFramePr>
          <p:nvPr/>
        </p:nvGraphicFramePr>
        <p:xfrm>
          <a:off x="476250" y="4074159"/>
          <a:ext cx="8369934" cy="2573655"/>
        </p:xfrm>
        <a:graphic>
          <a:graphicData uri="http://schemas.openxmlformats.org/drawingml/2006/table">
            <a:tbl>
              <a:tblPr firstRow="1" bandRow="1">
                <a:tableStyleId>{2D5ABB26-0587-4C30-8999-92F81FD0307C}</a:tableStyleId>
              </a:tblPr>
              <a:tblGrid>
                <a:gridCol w="8281034"/>
              </a:tblGrid>
              <a:tr h="1558290">
                <a:tc>
                  <a:txBody>
                    <a:bodyPr/>
                    <a:lstStyle/>
                    <a:p>
                      <a:pPr marL="91440">
                        <a:lnSpc>
                          <a:spcPct val="100000"/>
                        </a:lnSpc>
                        <a:spcBef>
                          <a:spcPts val="1525"/>
                        </a:spcBef>
                      </a:pPr>
                      <a:r>
                        <a:rPr sz="2000" b="1" spc="-10" dirty="0">
                          <a:latin typeface="Trebuchet MS" panose="020B0603020202020204"/>
                          <a:cs typeface="Trebuchet MS" panose="020B0603020202020204"/>
                        </a:rPr>
                        <a:t>Syntax:</a:t>
                      </a:r>
                      <a:endParaRPr sz="2000">
                        <a:latin typeface="Trebuchet MS" panose="020B0603020202020204"/>
                        <a:cs typeface="Trebuchet MS" panose="020B0603020202020204"/>
                      </a:endParaRPr>
                    </a:p>
                    <a:p>
                      <a:pPr>
                        <a:lnSpc>
                          <a:spcPct val="100000"/>
                        </a:lnSpc>
                        <a:spcBef>
                          <a:spcPts val="100"/>
                        </a:spcBef>
                      </a:pPr>
                      <a:endParaRPr sz="2000">
                        <a:latin typeface="Times New Roman" panose="02020603050405020304"/>
                        <a:cs typeface="Times New Roman" panose="02020603050405020304"/>
                      </a:endParaRPr>
                    </a:p>
                    <a:p>
                      <a:pPr marL="91440">
                        <a:lnSpc>
                          <a:spcPct val="100000"/>
                        </a:lnSpc>
                      </a:pPr>
                      <a:r>
                        <a:rPr sz="2000" b="1" dirty="0">
                          <a:latin typeface="Trebuchet MS" panose="020B0603020202020204"/>
                          <a:cs typeface="Trebuchet MS" panose="020B0603020202020204"/>
                        </a:rPr>
                        <a:t>DROP</a:t>
                      </a:r>
                      <a:r>
                        <a:rPr sz="2000" b="1" spc="425" dirty="0">
                          <a:latin typeface="Trebuchet MS" panose="020B0603020202020204"/>
                          <a:cs typeface="Trebuchet MS" panose="020B0603020202020204"/>
                        </a:rPr>
                        <a:t> </a:t>
                      </a:r>
                      <a:r>
                        <a:rPr sz="2000" b="1" dirty="0">
                          <a:latin typeface="Trebuchet MS" panose="020B0603020202020204"/>
                          <a:cs typeface="Trebuchet MS" panose="020B0603020202020204"/>
                        </a:rPr>
                        <a:t>TABLE</a:t>
                      </a:r>
                      <a:r>
                        <a:rPr sz="2000" b="1" spc="475" dirty="0">
                          <a:latin typeface="Trebuchet MS" panose="020B0603020202020204"/>
                          <a:cs typeface="Trebuchet MS" panose="020B0603020202020204"/>
                        </a:rPr>
                        <a:t> </a:t>
                      </a:r>
                      <a:r>
                        <a:rPr sz="2000" b="1" dirty="0">
                          <a:latin typeface="Trebuchet MS" panose="020B0603020202020204"/>
                          <a:cs typeface="Trebuchet MS" panose="020B0603020202020204"/>
                        </a:rPr>
                        <a:t>&lt;table</a:t>
                      </a:r>
                      <a:r>
                        <a:rPr sz="2000" b="1" spc="-70" dirty="0">
                          <a:latin typeface="Trebuchet MS" panose="020B0603020202020204"/>
                          <a:cs typeface="Trebuchet MS" panose="020B0603020202020204"/>
                        </a:rPr>
                        <a:t> </a:t>
                      </a:r>
                      <a:r>
                        <a:rPr sz="2000" b="1" spc="-10" dirty="0">
                          <a:latin typeface="Trebuchet MS" panose="020B0603020202020204"/>
                          <a:cs typeface="Trebuchet MS" panose="020B0603020202020204"/>
                        </a:rPr>
                        <a:t>name&gt;;</a:t>
                      </a:r>
                      <a:endParaRPr sz="2000">
                        <a:latin typeface="Trebuchet MS" panose="020B0603020202020204"/>
                        <a:cs typeface="Trebuchet MS" panose="020B0603020202020204"/>
                      </a:endParaRPr>
                    </a:p>
                  </a:txBody>
                  <a:tcPr marL="0" marR="0" marT="193675" marB="0">
                    <a:lnL w="12700">
                      <a:solidFill>
                        <a:srgbClr val="297ED4"/>
                      </a:solidFill>
                      <a:prstDash val="solid"/>
                    </a:lnL>
                    <a:lnR w="12700">
                      <a:solidFill>
                        <a:srgbClr val="297ED4"/>
                      </a:solidFill>
                      <a:prstDash val="solid"/>
                    </a:lnR>
                    <a:lnT w="12700">
                      <a:solidFill>
                        <a:srgbClr val="297ED4"/>
                      </a:solidFill>
                      <a:prstDash val="solid"/>
                    </a:lnT>
                    <a:lnB w="12700">
                      <a:solidFill>
                        <a:srgbClr val="297ED4"/>
                      </a:solidFill>
                      <a:prstDash val="solid"/>
                    </a:lnB>
                    <a:solidFill>
                      <a:srgbClr val="FFFFFF"/>
                    </a:solidFill>
                  </a:tcPr>
                </a:tc>
              </a:tr>
              <a:tr h="1015365">
                <a:tc>
                  <a:txBody>
                    <a:bodyPr/>
                    <a:lstStyle/>
                    <a:p>
                      <a:pPr marL="91440">
                        <a:lnSpc>
                          <a:spcPct val="100000"/>
                        </a:lnSpc>
                        <a:spcBef>
                          <a:spcPts val="310"/>
                        </a:spcBef>
                      </a:pPr>
                      <a:r>
                        <a:rPr sz="2000" b="1" dirty="0">
                          <a:latin typeface="Trebuchet MS" panose="020B0603020202020204"/>
                          <a:cs typeface="Trebuchet MS" panose="020B0603020202020204"/>
                        </a:rPr>
                        <a:t>Example</a:t>
                      </a:r>
                      <a:r>
                        <a:rPr sz="2000" b="1" spc="-35" dirty="0">
                          <a:latin typeface="Trebuchet MS" panose="020B0603020202020204"/>
                          <a:cs typeface="Trebuchet MS" panose="020B0603020202020204"/>
                        </a:rPr>
                        <a:t> </a:t>
                      </a:r>
                      <a:r>
                        <a:rPr sz="2000" b="1" spc="-50" dirty="0">
                          <a:latin typeface="Trebuchet MS" panose="020B0603020202020204"/>
                          <a:cs typeface="Trebuchet MS" panose="020B0603020202020204"/>
                        </a:rPr>
                        <a:t>:</a:t>
                      </a:r>
                      <a:endParaRPr sz="2000">
                        <a:latin typeface="Trebuchet MS" panose="020B0603020202020204"/>
                        <a:cs typeface="Trebuchet MS" panose="020B0603020202020204"/>
                      </a:endParaRPr>
                    </a:p>
                    <a:p>
                      <a:pPr>
                        <a:lnSpc>
                          <a:spcPct val="100000"/>
                        </a:lnSpc>
                        <a:spcBef>
                          <a:spcPts val="100"/>
                        </a:spcBef>
                      </a:pPr>
                      <a:endParaRPr sz="2000">
                        <a:latin typeface="Times New Roman" panose="02020603050405020304"/>
                        <a:cs typeface="Times New Roman" panose="02020603050405020304"/>
                      </a:endParaRPr>
                    </a:p>
                    <a:p>
                      <a:pPr marL="91440">
                        <a:lnSpc>
                          <a:spcPct val="100000"/>
                        </a:lnSpc>
                        <a:tabLst>
                          <a:tab pos="1837055" algn="l"/>
                        </a:tabLst>
                      </a:pPr>
                      <a:r>
                        <a:rPr sz="2000" b="1" dirty="0">
                          <a:latin typeface="Trebuchet MS" panose="020B0603020202020204"/>
                          <a:cs typeface="Trebuchet MS" panose="020B0603020202020204"/>
                        </a:rPr>
                        <a:t>DROP</a:t>
                      </a:r>
                      <a:r>
                        <a:rPr sz="2000" b="1" spc="465" dirty="0">
                          <a:latin typeface="Trebuchet MS" panose="020B0603020202020204"/>
                          <a:cs typeface="Trebuchet MS" panose="020B0603020202020204"/>
                        </a:rPr>
                        <a:t> </a:t>
                      </a:r>
                      <a:r>
                        <a:rPr sz="2000" b="1" spc="-20" dirty="0">
                          <a:latin typeface="Trebuchet MS" panose="020B0603020202020204"/>
                          <a:cs typeface="Trebuchet MS" panose="020B0603020202020204"/>
                        </a:rPr>
                        <a:t>TABLE</a:t>
                      </a:r>
                      <a:r>
                        <a:rPr sz="2000" b="1" dirty="0">
                          <a:latin typeface="Trebuchet MS" panose="020B0603020202020204"/>
                          <a:cs typeface="Trebuchet MS" panose="020B0603020202020204"/>
                        </a:rPr>
                        <a:t>	</a:t>
                      </a:r>
                      <a:r>
                        <a:rPr sz="2000" b="1" spc="-10" dirty="0">
                          <a:latin typeface="Trebuchet MS" panose="020B0603020202020204"/>
                          <a:cs typeface="Trebuchet MS" panose="020B0603020202020204"/>
                        </a:rPr>
                        <a:t>student;</a:t>
                      </a:r>
                      <a:endParaRPr sz="2000">
                        <a:latin typeface="Trebuchet MS" panose="020B0603020202020204"/>
                        <a:cs typeface="Trebuchet MS" panose="020B0603020202020204"/>
                      </a:endParaRPr>
                    </a:p>
                  </a:txBody>
                  <a:tcPr marL="0" marR="0" marT="39370" marB="0">
                    <a:lnL w="12700">
                      <a:solidFill>
                        <a:srgbClr val="297ED4"/>
                      </a:solidFill>
                      <a:prstDash val="solid"/>
                    </a:lnL>
                    <a:lnR w="12700">
                      <a:solidFill>
                        <a:srgbClr val="297ED4"/>
                      </a:solidFill>
                      <a:prstDash val="solid"/>
                    </a:lnR>
                    <a:lnT w="12700">
                      <a:solidFill>
                        <a:srgbClr val="297ED4"/>
                      </a:solidFill>
                      <a:prstDash val="solid"/>
                    </a:lnT>
                    <a:lnB w="12700">
                      <a:solidFill>
                        <a:srgbClr val="297ED4"/>
                      </a:solidFill>
                      <a:prstDash val="solid"/>
                    </a:lnB>
                    <a:solidFill>
                      <a:srgbClr val="FFFFFF"/>
                    </a:solidFill>
                  </a:tcPr>
                </a:tc>
              </a:tr>
            </a:tbl>
          </a:graphicData>
        </a:graphic>
      </p:graphicFrame>
      <p:sp>
        <p:nvSpPr>
          <p:cNvPr id="4" name="object 4"/>
          <p:cNvSpPr txBox="1"/>
          <p:nvPr/>
        </p:nvSpPr>
        <p:spPr>
          <a:xfrm>
            <a:off x="535940" y="1526133"/>
            <a:ext cx="8076565" cy="1398270"/>
          </a:xfrm>
          <a:prstGeom prst="rect">
            <a:avLst/>
          </a:prstGeom>
        </p:spPr>
        <p:txBody>
          <a:bodyPr vert="horz" wrap="square" lIns="0" tIns="165100" rIns="0" bIns="0" rtlCol="0">
            <a:spAutoFit/>
          </a:bodyPr>
          <a:lstStyle/>
          <a:p>
            <a:pPr marL="354965" indent="-342265">
              <a:lnSpc>
                <a:spcPct val="100000"/>
              </a:lnSpc>
              <a:spcBef>
                <a:spcPts val="1300"/>
              </a:spcBef>
              <a:buFont typeface="Wingdings" panose="05000000000000000000"/>
              <a:buChar char=""/>
              <a:tabLst>
                <a:tab pos="354965" algn="l"/>
              </a:tabLst>
            </a:pPr>
            <a:r>
              <a:rPr sz="2000" dirty="0">
                <a:latin typeface="Trebuchet MS" panose="020B0603020202020204"/>
                <a:cs typeface="Trebuchet MS" panose="020B0603020202020204"/>
              </a:rPr>
              <a:t>This</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command</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used</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1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remove</a:t>
            </a:r>
            <a:r>
              <a:rPr sz="2000" spc="-4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table</a:t>
            </a:r>
            <a:r>
              <a:rPr sz="2000" spc="-30"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definition.</a:t>
            </a:r>
            <a:endParaRPr sz="2000">
              <a:highlight>
                <a:srgbClr val="FFFF00"/>
              </a:highlight>
              <a:latin typeface="Trebuchet MS" panose="020B0603020202020204"/>
              <a:cs typeface="Trebuchet MS" panose="020B0603020202020204"/>
            </a:endParaRPr>
          </a:p>
          <a:p>
            <a:pPr marL="355600" marR="5080" indent="-342900">
              <a:lnSpc>
                <a:spcPct val="150000"/>
              </a:lnSpc>
              <a:spcBef>
                <a:spcPts val="5"/>
              </a:spcBef>
              <a:buFont typeface="Wingdings" panose="05000000000000000000"/>
              <a:buChar char=""/>
              <a:tabLst>
                <a:tab pos="355600" algn="l"/>
              </a:tabLst>
            </a:pPr>
            <a:r>
              <a:rPr sz="2000" dirty="0">
                <a:latin typeface="Trebuchet MS" panose="020B0603020202020204"/>
                <a:cs typeface="Trebuchet MS" panose="020B0603020202020204"/>
              </a:rPr>
              <a:t>When</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you</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place</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drop</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table</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command</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it</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will</a:t>
            </a:r>
            <a:r>
              <a:rPr sz="2000" spc="-2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remove</a:t>
            </a:r>
            <a:r>
              <a:rPr sz="2000" spc="-4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all</a:t>
            </a:r>
            <a:r>
              <a:rPr sz="2000" spc="-1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records</a:t>
            </a:r>
            <a:r>
              <a:rPr sz="2000" spc="-40" dirty="0">
                <a:latin typeface="Trebuchet MS" panose="020B0603020202020204"/>
                <a:cs typeface="Trebuchet MS" panose="020B0603020202020204"/>
              </a:rPr>
              <a:t> </a:t>
            </a:r>
            <a:r>
              <a:rPr sz="2000" spc="-10" dirty="0">
                <a:latin typeface="Trebuchet MS" panose="020B0603020202020204"/>
                <a:cs typeface="Trebuchet MS" panose="020B0603020202020204"/>
              </a:rPr>
              <a:t>first </a:t>
            </a:r>
            <a:r>
              <a:rPr sz="2000" dirty="0">
                <a:latin typeface="Trebuchet MS" panose="020B0603020202020204"/>
                <a:cs typeface="Trebuchet MS" panose="020B0603020202020204"/>
              </a:rPr>
              <a:t>then</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remove</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table</a:t>
            </a:r>
            <a:r>
              <a:rPr sz="2000" spc="-40" dirty="0">
                <a:latin typeface="Trebuchet MS" panose="020B0603020202020204"/>
                <a:cs typeface="Trebuchet MS" panose="020B0603020202020204"/>
              </a:rPr>
              <a:t> </a:t>
            </a:r>
            <a:r>
              <a:rPr sz="2000" spc="-10" dirty="0">
                <a:latin typeface="Trebuchet MS" panose="020B0603020202020204"/>
                <a:cs typeface="Trebuchet MS" panose="020B0603020202020204"/>
              </a:rPr>
              <a:t>definition.</a:t>
            </a:r>
            <a:endParaRPr sz="2000">
              <a:latin typeface="Trebuchet MS" panose="020B0603020202020204"/>
              <a:cs typeface="Trebuchet MS" panose="020B0603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3425190">
              <a:lnSpc>
                <a:spcPct val="100000"/>
              </a:lnSpc>
              <a:spcBef>
                <a:spcPts val="105"/>
              </a:spcBef>
            </a:pPr>
            <a:r>
              <a:rPr sz="4400" b="0" spc="-10" dirty="0">
                <a:latin typeface="Trebuchet MS" panose="020B0603020202020204"/>
                <a:cs typeface="Trebuchet MS" panose="020B0603020202020204"/>
              </a:rPr>
              <a:t>RENAME</a:t>
            </a:r>
            <a:endParaRPr sz="4400">
              <a:latin typeface="Trebuchet MS" panose="020B0603020202020204"/>
              <a:cs typeface="Trebuchet MS" panose="020B0603020202020204"/>
            </a:endParaRPr>
          </a:p>
        </p:txBody>
      </p:sp>
      <p:sp>
        <p:nvSpPr>
          <p:cNvPr id="3" name="object 3"/>
          <p:cNvSpPr txBox="1"/>
          <p:nvPr/>
        </p:nvSpPr>
        <p:spPr>
          <a:xfrm>
            <a:off x="535940" y="1622805"/>
            <a:ext cx="6652895" cy="1476375"/>
          </a:xfrm>
          <a:prstGeom prst="rect">
            <a:avLst/>
          </a:prstGeom>
        </p:spPr>
        <p:txBody>
          <a:bodyPr vert="horz" wrap="square" lIns="0" tIns="12065" rIns="0" bIns="0" rtlCol="0">
            <a:spAutoFit/>
          </a:bodyPr>
          <a:lstStyle/>
          <a:p>
            <a:pPr marL="354330" indent="-341630">
              <a:lnSpc>
                <a:spcPct val="100000"/>
              </a:lnSpc>
              <a:spcBef>
                <a:spcPts val="95"/>
              </a:spcBef>
              <a:buChar char="•"/>
              <a:tabLst>
                <a:tab pos="354330" algn="l"/>
              </a:tabLst>
            </a:pPr>
            <a:r>
              <a:rPr sz="2800" dirty="0">
                <a:latin typeface="Trebuchet MS" panose="020B0603020202020204"/>
                <a:cs typeface="Trebuchet MS" panose="020B0603020202020204"/>
              </a:rPr>
              <a:t>This</a:t>
            </a:r>
            <a:r>
              <a:rPr sz="2800" spc="-70" dirty="0">
                <a:latin typeface="Trebuchet MS" panose="020B0603020202020204"/>
                <a:cs typeface="Trebuchet MS" panose="020B0603020202020204"/>
              </a:rPr>
              <a:t> </a:t>
            </a:r>
            <a:r>
              <a:rPr sz="2800" dirty="0">
                <a:latin typeface="Trebuchet MS" panose="020B0603020202020204"/>
                <a:cs typeface="Trebuchet MS" panose="020B0603020202020204"/>
              </a:rPr>
              <a:t>command</a:t>
            </a:r>
            <a:r>
              <a:rPr sz="2800" spc="-50" dirty="0">
                <a:latin typeface="Trebuchet MS" panose="020B0603020202020204"/>
                <a:cs typeface="Trebuchet MS" panose="020B0603020202020204"/>
              </a:rPr>
              <a:t> </a:t>
            </a:r>
            <a:r>
              <a:rPr sz="2800" dirty="0">
                <a:latin typeface="Trebuchet MS" panose="020B0603020202020204"/>
                <a:cs typeface="Trebuchet MS" panose="020B0603020202020204"/>
              </a:rPr>
              <a:t>is</a:t>
            </a:r>
            <a:r>
              <a:rPr sz="2800" spc="-80" dirty="0">
                <a:latin typeface="Trebuchet MS" panose="020B0603020202020204"/>
                <a:cs typeface="Trebuchet MS" panose="020B0603020202020204"/>
              </a:rPr>
              <a:t> </a:t>
            </a:r>
            <a:r>
              <a:rPr sz="2800" dirty="0">
                <a:latin typeface="Trebuchet MS" panose="020B0603020202020204"/>
                <a:cs typeface="Trebuchet MS" panose="020B0603020202020204"/>
              </a:rPr>
              <a:t>used</a:t>
            </a:r>
            <a:r>
              <a:rPr sz="2800" spc="-65" dirty="0">
                <a:latin typeface="Trebuchet MS" panose="020B0603020202020204"/>
                <a:cs typeface="Trebuchet MS" panose="020B0603020202020204"/>
              </a:rPr>
              <a:t> </a:t>
            </a:r>
            <a:r>
              <a:rPr sz="2800" dirty="0">
                <a:latin typeface="Trebuchet MS" panose="020B0603020202020204"/>
                <a:cs typeface="Trebuchet MS" panose="020B0603020202020204"/>
              </a:rPr>
              <a:t>to</a:t>
            </a:r>
            <a:r>
              <a:rPr sz="2800" spc="-95" dirty="0">
                <a:latin typeface="Trebuchet MS" panose="020B0603020202020204"/>
                <a:cs typeface="Trebuchet MS" panose="020B0603020202020204"/>
              </a:rPr>
              <a:t> </a:t>
            </a:r>
            <a:r>
              <a:rPr sz="2800" dirty="0">
                <a:latin typeface="Trebuchet MS" panose="020B0603020202020204"/>
                <a:cs typeface="Trebuchet MS" panose="020B0603020202020204"/>
              </a:rPr>
              <a:t>rename</a:t>
            </a:r>
            <a:r>
              <a:rPr sz="2800" spc="-75" dirty="0">
                <a:latin typeface="Trebuchet MS" panose="020B0603020202020204"/>
                <a:cs typeface="Trebuchet MS" panose="020B0603020202020204"/>
              </a:rPr>
              <a:t> </a:t>
            </a:r>
            <a:r>
              <a:rPr sz="2800" spc="-10" dirty="0">
                <a:latin typeface="Trebuchet MS" panose="020B0603020202020204"/>
                <a:cs typeface="Trebuchet MS" panose="020B0603020202020204"/>
              </a:rPr>
              <a:t>table.</a:t>
            </a:r>
            <a:endParaRPr sz="2800">
              <a:latin typeface="Trebuchet MS" panose="020B0603020202020204"/>
              <a:cs typeface="Trebuchet MS" panose="020B0603020202020204"/>
            </a:endParaRPr>
          </a:p>
          <a:p>
            <a:pPr>
              <a:lnSpc>
                <a:spcPct val="100000"/>
              </a:lnSpc>
              <a:spcBef>
                <a:spcPts val="1455"/>
              </a:spcBef>
            </a:pPr>
            <a:endParaRPr sz="2800">
              <a:latin typeface="Trebuchet MS" panose="020B0603020202020204"/>
              <a:cs typeface="Trebuchet MS" panose="020B0603020202020204"/>
            </a:endParaRPr>
          </a:p>
          <a:p>
            <a:pPr marL="12700">
              <a:lnSpc>
                <a:spcPct val="100000"/>
              </a:lnSpc>
            </a:pPr>
            <a:r>
              <a:rPr sz="2800" b="1" spc="-10" dirty="0">
                <a:latin typeface="Trebuchet MS" panose="020B0603020202020204"/>
                <a:cs typeface="Trebuchet MS" panose="020B0603020202020204"/>
              </a:rPr>
              <a:t>Syntax:</a:t>
            </a:r>
            <a:endParaRPr sz="2800">
              <a:latin typeface="Trebuchet MS" panose="020B0603020202020204"/>
              <a:cs typeface="Trebuchet MS" panose="020B0603020202020204"/>
            </a:endParaRPr>
          </a:p>
        </p:txBody>
      </p:sp>
      <p:sp>
        <p:nvSpPr>
          <p:cNvPr id="4" name="object 4"/>
          <p:cNvSpPr txBox="1"/>
          <p:nvPr/>
        </p:nvSpPr>
        <p:spPr>
          <a:xfrm>
            <a:off x="486016" y="3415550"/>
            <a:ext cx="8281034" cy="720090"/>
          </a:xfrm>
          <a:prstGeom prst="rect">
            <a:avLst/>
          </a:prstGeom>
          <a:ln w="12700">
            <a:solidFill>
              <a:srgbClr val="297ED4"/>
            </a:solidFill>
          </a:ln>
        </p:spPr>
        <p:txBody>
          <a:bodyPr vert="horz" wrap="square" lIns="0" tIns="31115" rIns="0" bIns="0" rtlCol="0">
            <a:spAutoFit/>
          </a:bodyPr>
          <a:lstStyle/>
          <a:p>
            <a:pPr marL="91440">
              <a:lnSpc>
                <a:spcPct val="100000"/>
              </a:lnSpc>
              <a:spcBef>
                <a:spcPts val="245"/>
              </a:spcBef>
            </a:pPr>
            <a:r>
              <a:rPr sz="2400" b="1" dirty="0">
                <a:latin typeface="Trebuchet MS" panose="020B0603020202020204"/>
                <a:cs typeface="Trebuchet MS" panose="020B0603020202020204"/>
              </a:rPr>
              <a:t>Rename</a:t>
            </a:r>
            <a:r>
              <a:rPr sz="2400" b="1" spc="-65" dirty="0">
                <a:latin typeface="Trebuchet MS" panose="020B0603020202020204"/>
                <a:cs typeface="Trebuchet MS" panose="020B0603020202020204"/>
              </a:rPr>
              <a:t> </a:t>
            </a:r>
            <a:r>
              <a:rPr sz="2400" b="1" dirty="0">
                <a:latin typeface="Trebuchet MS" panose="020B0603020202020204"/>
                <a:cs typeface="Trebuchet MS" panose="020B0603020202020204"/>
              </a:rPr>
              <a:t>&lt;old</a:t>
            </a:r>
            <a:r>
              <a:rPr sz="2400" b="1" spc="-10" dirty="0">
                <a:latin typeface="Trebuchet MS" panose="020B0603020202020204"/>
                <a:cs typeface="Trebuchet MS" panose="020B0603020202020204"/>
              </a:rPr>
              <a:t> </a:t>
            </a:r>
            <a:r>
              <a:rPr sz="2400" b="1" dirty="0">
                <a:latin typeface="Trebuchet MS" panose="020B0603020202020204"/>
                <a:cs typeface="Trebuchet MS" panose="020B0603020202020204"/>
              </a:rPr>
              <a:t>table</a:t>
            </a:r>
            <a:r>
              <a:rPr sz="2400" b="1" spc="-40" dirty="0">
                <a:latin typeface="Trebuchet MS" panose="020B0603020202020204"/>
                <a:cs typeface="Trebuchet MS" panose="020B0603020202020204"/>
              </a:rPr>
              <a:t> </a:t>
            </a:r>
            <a:r>
              <a:rPr sz="2400" b="1" dirty="0">
                <a:latin typeface="Trebuchet MS" panose="020B0603020202020204"/>
                <a:cs typeface="Trebuchet MS" panose="020B0603020202020204"/>
              </a:rPr>
              <a:t>name&gt;</a:t>
            </a:r>
            <a:r>
              <a:rPr sz="2400" b="1" spc="-80" dirty="0">
                <a:latin typeface="Trebuchet MS" panose="020B0603020202020204"/>
                <a:cs typeface="Trebuchet MS" panose="020B0603020202020204"/>
              </a:rPr>
              <a:t> </a:t>
            </a:r>
            <a:r>
              <a:rPr sz="2400" b="1" dirty="0">
                <a:solidFill>
                  <a:srgbClr val="FF0000"/>
                </a:solidFill>
                <a:latin typeface="Trebuchet MS" panose="020B0603020202020204"/>
                <a:cs typeface="Trebuchet MS" panose="020B0603020202020204"/>
              </a:rPr>
              <a:t>TO</a:t>
            </a:r>
            <a:r>
              <a:rPr sz="2400" b="1" spc="-25" dirty="0">
                <a:solidFill>
                  <a:srgbClr val="FF0000"/>
                </a:solidFill>
                <a:latin typeface="Trebuchet MS" panose="020B0603020202020204"/>
                <a:cs typeface="Trebuchet MS" panose="020B0603020202020204"/>
              </a:rPr>
              <a:t> </a:t>
            </a:r>
            <a:r>
              <a:rPr sz="2400" b="1" dirty="0">
                <a:latin typeface="Trebuchet MS" panose="020B0603020202020204"/>
                <a:cs typeface="Trebuchet MS" panose="020B0603020202020204"/>
              </a:rPr>
              <a:t>&lt;new</a:t>
            </a:r>
            <a:r>
              <a:rPr sz="2400" b="1" spc="-35" dirty="0">
                <a:latin typeface="Trebuchet MS" panose="020B0603020202020204"/>
                <a:cs typeface="Trebuchet MS" panose="020B0603020202020204"/>
              </a:rPr>
              <a:t> </a:t>
            </a:r>
            <a:r>
              <a:rPr sz="2400" b="1" dirty="0">
                <a:latin typeface="Trebuchet MS" panose="020B0603020202020204"/>
                <a:cs typeface="Trebuchet MS" panose="020B0603020202020204"/>
              </a:rPr>
              <a:t>table</a:t>
            </a:r>
            <a:r>
              <a:rPr sz="2400" b="1" spc="-40" dirty="0">
                <a:latin typeface="Trebuchet MS" panose="020B0603020202020204"/>
                <a:cs typeface="Trebuchet MS" panose="020B0603020202020204"/>
              </a:rPr>
              <a:t> </a:t>
            </a:r>
            <a:r>
              <a:rPr sz="2400" b="1" dirty="0">
                <a:latin typeface="Trebuchet MS" panose="020B0603020202020204"/>
                <a:cs typeface="Trebuchet MS" panose="020B0603020202020204"/>
              </a:rPr>
              <a:t>name&gt;</a:t>
            </a:r>
            <a:r>
              <a:rPr sz="2400" b="1" spc="-35" dirty="0">
                <a:latin typeface="Trebuchet MS" panose="020B0603020202020204"/>
                <a:cs typeface="Trebuchet MS" panose="020B0603020202020204"/>
              </a:rPr>
              <a:t> </a:t>
            </a:r>
            <a:r>
              <a:rPr sz="2400" b="1" spc="-50" dirty="0">
                <a:latin typeface="Trebuchet MS" panose="020B0603020202020204"/>
                <a:cs typeface="Trebuchet MS" panose="020B0603020202020204"/>
              </a:rPr>
              <a:t>;</a:t>
            </a:r>
            <a:endParaRPr sz="2400">
              <a:latin typeface="Trebuchet MS" panose="020B0603020202020204"/>
              <a:cs typeface="Trebuchet MS" panose="020B0603020202020204"/>
            </a:endParaRPr>
          </a:p>
        </p:txBody>
      </p:sp>
      <p:sp>
        <p:nvSpPr>
          <p:cNvPr id="5" name="object 5"/>
          <p:cNvSpPr txBox="1"/>
          <p:nvPr/>
        </p:nvSpPr>
        <p:spPr>
          <a:xfrm>
            <a:off x="486016" y="4572000"/>
            <a:ext cx="8281034" cy="1200785"/>
          </a:xfrm>
          <a:prstGeom prst="rect">
            <a:avLst/>
          </a:prstGeom>
          <a:solidFill>
            <a:srgbClr val="FFFFFF"/>
          </a:solidFill>
          <a:ln w="12700">
            <a:solidFill>
              <a:srgbClr val="297ED4"/>
            </a:solidFill>
          </a:ln>
        </p:spPr>
        <p:txBody>
          <a:bodyPr vert="horz" wrap="square" lIns="0" tIns="37465" rIns="0" bIns="0" rtlCol="0">
            <a:spAutoFit/>
          </a:bodyPr>
          <a:lstStyle/>
          <a:p>
            <a:pPr marL="91440">
              <a:lnSpc>
                <a:spcPct val="100000"/>
              </a:lnSpc>
              <a:spcBef>
                <a:spcPts val="295"/>
              </a:spcBef>
            </a:pPr>
            <a:r>
              <a:rPr sz="2400" b="1" dirty="0">
                <a:latin typeface="Trebuchet MS" panose="020B0603020202020204"/>
                <a:cs typeface="Trebuchet MS" panose="020B0603020202020204"/>
              </a:rPr>
              <a:t>Example</a:t>
            </a:r>
            <a:r>
              <a:rPr sz="2400" b="1" spc="-35" dirty="0">
                <a:latin typeface="Trebuchet MS" panose="020B0603020202020204"/>
                <a:cs typeface="Trebuchet MS" panose="020B0603020202020204"/>
              </a:rPr>
              <a:t> </a:t>
            </a:r>
            <a:r>
              <a:rPr sz="2400" b="1" spc="-50" dirty="0">
                <a:latin typeface="Trebuchet MS" panose="020B0603020202020204"/>
                <a:cs typeface="Trebuchet MS" panose="020B0603020202020204"/>
              </a:rPr>
              <a:t>:</a:t>
            </a:r>
            <a:endParaRPr sz="2400">
              <a:latin typeface="Trebuchet MS" panose="020B0603020202020204"/>
              <a:cs typeface="Trebuchet MS" panose="020B0603020202020204"/>
            </a:endParaRPr>
          </a:p>
          <a:p>
            <a:pPr>
              <a:lnSpc>
                <a:spcPct val="100000"/>
              </a:lnSpc>
              <a:spcBef>
                <a:spcPts val="95"/>
              </a:spcBef>
            </a:pPr>
            <a:endParaRPr sz="2400">
              <a:latin typeface="Trebuchet MS" panose="020B0603020202020204"/>
              <a:cs typeface="Trebuchet MS" panose="020B0603020202020204"/>
            </a:endParaRPr>
          </a:p>
          <a:p>
            <a:pPr marL="91440">
              <a:lnSpc>
                <a:spcPct val="100000"/>
              </a:lnSpc>
            </a:pPr>
            <a:r>
              <a:rPr sz="2400" dirty="0">
                <a:latin typeface="Trebuchet MS" panose="020B0603020202020204"/>
                <a:cs typeface="Trebuchet MS" panose="020B0603020202020204"/>
              </a:rPr>
              <a:t>RENAME</a:t>
            </a:r>
            <a:r>
              <a:rPr sz="2400" spc="-60" dirty="0">
                <a:latin typeface="Trebuchet MS" panose="020B0603020202020204"/>
                <a:cs typeface="Trebuchet MS" panose="020B0603020202020204"/>
              </a:rPr>
              <a:t>  </a:t>
            </a:r>
            <a:r>
              <a:rPr sz="2400" dirty="0">
                <a:latin typeface="Trebuchet MS" panose="020B0603020202020204"/>
                <a:cs typeface="Trebuchet MS" panose="020B0603020202020204"/>
              </a:rPr>
              <a:t>student</a:t>
            </a:r>
            <a:r>
              <a:rPr sz="2400" spc="-55" dirty="0">
                <a:latin typeface="Trebuchet MS" panose="020B0603020202020204"/>
                <a:cs typeface="Trebuchet MS" panose="020B0603020202020204"/>
              </a:rPr>
              <a:t>  </a:t>
            </a:r>
            <a:r>
              <a:rPr sz="2400" b="1" dirty="0">
                <a:latin typeface="Trebuchet MS" panose="020B0603020202020204"/>
                <a:cs typeface="Trebuchet MS" panose="020B0603020202020204"/>
              </a:rPr>
              <a:t>TO</a:t>
            </a:r>
            <a:r>
              <a:rPr sz="2400" b="1" spc="-60" dirty="0">
                <a:latin typeface="Trebuchet MS" panose="020B0603020202020204"/>
                <a:cs typeface="Trebuchet MS" panose="020B0603020202020204"/>
              </a:rPr>
              <a:t> </a:t>
            </a:r>
            <a:r>
              <a:rPr sz="2400" spc="-10" dirty="0">
                <a:latin typeface="Trebuchet MS" panose="020B0603020202020204"/>
                <a:cs typeface="Trebuchet MS" panose="020B0603020202020204"/>
              </a:rPr>
              <a:t>stud;</a:t>
            </a:r>
            <a:endParaRPr sz="2400">
              <a:latin typeface="Trebuchet MS" panose="020B0603020202020204"/>
              <a:cs typeface="Trebuchet MS" panose="020B0603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2443480">
              <a:lnSpc>
                <a:spcPct val="100000"/>
              </a:lnSpc>
              <a:spcBef>
                <a:spcPts val="105"/>
              </a:spcBef>
            </a:pPr>
            <a:r>
              <a:rPr sz="4400" b="0" dirty="0">
                <a:latin typeface="Trebuchet MS" panose="020B0603020202020204"/>
                <a:cs typeface="Trebuchet MS" panose="020B0603020202020204"/>
              </a:rPr>
              <a:t>DML</a:t>
            </a:r>
            <a:r>
              <a:rPr sz="4400" b="0" spc="-175" dirty="0">
                <a:latin typeface="Trebuchet MS" panose="020B0603020202020204"/>
                <a:cs typeface="Trebuchet MS" panose="020B0603020202020204"/>
              </a:rPr>
              <a:t> </a:t>
            </a:r>
            <a:r>
              <a:rPr sz="4400" b="0" spc="-10" dirty="0">
                <a:latin typeface="Trebuchet MS" panose="020B0603020202020204"/>
                <a:cs typeface="Trebuchet MS" panose="020B0603020202020204"/>
              </a:rPr>
              <a:t>COMMANDS</a:t>
            </a:r>
            <a:endParaRPr sz="4400">
              <a:latin typeface="Trebuchet MS" panose="020B0603020202020204"/>
              <a:cs typeface="Trebuchet MS" panose="020B0603020202020204"/>
            </a:endParaRPr>
          </a:p>
        </p:txBody>
      </p:sp>
      <p:sp>
        <p:nvSpPr>
          <p:cNvPr id="3" name="object 3"/>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13</a:t>
            </a:r>
            <a:endParaRPr sz="1400">
              <a:latin typeface="Arial MT"/>
              <a:cs typeface="Arial MT"/>
            </a:endParaRPr>
          </a:p>
        </p:txBody>
      </p:sp>
      <p:graphicFrame>
        <p:nvGraphicFramePr>
          <p:cNvPr id="4" name="object 4"/>
          <p:cNvGraphicFramePr>
            <a:graphicFrameLocks noGrp="1"/>
          </p:cNvGraphicFramePr>
          <p:nvPr/>
        </p:nvGraphicFramePr>
        <p:xfrm>
          <a:off x="374650" y="2127250"/>
          <a:ext cx="8470900" cy="4190365"/>
        </p:xfrm>
        <a:graphic>
          <a:graphicData uri="http://schemas.openxmlformats.org/drawingml/2006/table">
            <a:tbl>
              <a:tblPr firstRow="1" bandRow="1">
                <a:tableStyleId>{2D5ABB26-0587-4C30-8999-92F81FD0307C}</a:tableStyleId>
              </a:tblPr>
              <a:tblGrid>
                <a:gridCol w="1066800"/>
                <a:gridCol w="7315200"/>
              </a:tblGrid>
              <a:tr h="545465">
                <a:tc>
                  <a:txBody>
                    <a:bodyPr/>
                    <a:lstStyle/>
                    <a:p>
                      <a:pPr marL="50800">
                        <a:lnSpc>
                          <a:spcPct val="100000"/>
                        </a:lnSpc>
                        <a:spcBef>
                          <a:spcPts val="295"/>
                        </a:spcBef>
                      </a:pPr>
                      <a:r>
                        <a:rPr sz="1800" b="1" spc="-10" dirty="0">
                          <a:latin typeface="Trebuchet MS" panose="020B0603020202020204"/>
                          <a:cs typeface="Trebuchet MS" panose="020B0603020202020204"/>
                        </a:rPr>
                        <a:t>Sr.No.</a:t>
                      </a:r>
                      <a:endParaRPr sz="1800">
                        <a:latin typeface="Trebuchet MS" panose="020B0603020202020204"/>
                        <a:cs typeface="Trebuchet MS" panose="020B0603020202020204"/>
                      </a:endParaRPr>
                    </a:p>
                  </a:txBody>
                  <a:tcPr marL="0" marR="0" marT="37465" marB="0">
                    <a:lnL w="12700">
                      <a:solidFill>
                        <a:srgbClr val="619DD1"/>
                      </a:solidFill>
                      <a:prstDash val="solid"/>
                    </a:lnL>
                    <a:lnR w="12700">
                      <a:solidFill>
                        <a:srgbClr val="619DD1"/>
                      </a:solidFill>
                      <a:prstDash val="solid"/>
                    </a:lnR>
                    <a:lnT w="12700">
                      <a:solidFill>
                        <a:srgbClr val="619DD1"/>
                      </a:solidFill>
                      <a:prstDash val="solid"/>
                    </a:lnT>
                    <a:lnB w="28575">
                      <a:solidFill>
                        <a:srgbClr val="619DD1"/>
                      </a:solidFill>
                      <a:prstDash val="solid"/>
                    </a:lnB>
                  </a:tcPr>
                </a:tc>
                <a:tc>
                  <a:txBody>
                    <a:bodyPr/>
                    <a:lstStyle/>
                    <a:p>
                      <a:pPr algn="ctr">
                        <a:lnSpc>
                          <a:spcPct val="100000"/>
                        </a:lnSpc>
                        <a:spcBef>
                          <a:spcPts val="295"/>
                        </a:spcBef>
                      </a:pPr>
                      <a:r>
                        <a:rPr sz="1800" b="1" dirty="0">
                          <a:latin typeface="Trebuchet MS" panose="020B0603020202020204"/>
                          <a:cs typeface="Trebuchet MS" panose="020B0603020202020204"/>
                        </a:rPr>
                        <a:t>Command</a:t>
                      </a:r>
                      <a:r>
                        <a:rPr sz="1800" b="1" spc="-60" dirty="0">
                          <a:latin typeface="Trebuchet MS" panose="020B0603020202020204"/>
                          <a:cs typeface="Trebuchet MS" panose="020B0603020202020204"/>
                        </a:rPr>
                        <a:t> </a:t>
                      </a:r>
                      <a:r>
                        <a:rPr sz="1800" b="1" dirty="0">
                          <a:latin typeface="Trebuchet MS" panose="020B0603020202020204"/>
                          <a:cs typeface="Trebuchet MS" panose="020B0603020202020204"/>
                        </a:rPr>
                        <a:t>&amp;</a:t>
                      </a:r>
                      <a:r>
                        <a:rPr sz="1800" b="1" spc="-40" dirty="0">
                          <a:latin typeface="Trebuchet MS" panose="020B0603020202020204"/>
                          <a:cs typeface="Trebuchet MS" panose="020B0603020202020204"/>
                        </a:rPr>
                        <a:t> </a:t>
                      </a:r>
                      <a:r>
                        <a:rPr sz="1800" b="1" spc="-10" dirty="0">
                          <a:latin typeface="Trebuchet MS" panose="020B0603020202020204"/>
                          <a:cs typeface="Trebuchet MS" panose="020B0603020202020204"/>
                        </a:rPr>
                        <a:t>Description</a:t>
                      </a:r>
                      <a:endParaRPr sz="1800">
                        <a:latin typeface="Trebuchet MS" panose="020B0603020202020204"/>
                        <a:cs typeface="Trebuchet MS" panose="020B0603020202020204"/>
                      </a:endParaRPr>
                    </a:p>
                  </a:txBody>
                  <a:tcPr marL="0" marR="0" marT="37465" marB="0">
                    <a:lnL w="12700">
                      <a:solidFill>
                        <a:srgbClr val="619DD1"/>
                      </a:solidFill>
                      <a:prstDash val="solid"/>
                    </a:lnL>
                    <a:lnR w="12700">
                      <a:solidFill>
                        <a:srgbClr val="619DD1"/>
                      </a:solidFill>
                      <a:prstDash val="solid"/>
                    </a:lnR>
                    <a:lnT w="12700">
                      <a:solidFill>
                        <a:srgbClr val="619DD1"/>
                      </a:solidFill>
                      <a:prstDash val="solid"/>
                    </a:lnT>
                    <a:lnB w="28575">
                      <a:solidFill>
                        <a:srgbClr val="619DD1"/>
                      </a:solidFill>
                      <a:prstDash val="solid"/>
                    </a:lnB>
                  </a:tcPr>
                </a:tc>
              </a:tr>
              <a:tr h="911225">
                <a:tc>
                  <a:txBody>
                    <a:bodyPr/>
                    <a:lstStyle/>
                    <a:p>
                      <a:pPr>
                        <a:lnSpc>
                          <a:spcPct val="100000"/>
                        </a:lnSpc>
                        <a:spcBef>
                          <a:spcPts val="370"/>
                        </a:spcBef>
                      </a:pPr>
                      <a:endParaRPr sz="1800">
                        <a:latin typeface="Times New Roman" panose="02020603050405020304"/>
                        <a:cs typeface="Times New Roman" panose="02020603050405020304"/>
                      </a:endParaRPr>
                    </a:p>
                    <a:p>
                      <a:pPr algn="ctr">
                        <a:lnSpc>
                          <a:spcPct val="100000"/>
                        </a:lnSpc>
                      </a:pPr>
                      <a:r>
                        <a:rPr sz="1800" spc="-50" dirty="0">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46990" marB="0">
                    <a:lnL w="12700">
                      <a:solidFill>
                        <a:srgbClr val="619DD1"/>
                      </a:solidFill>
                      <a:prstDash val="solid"/>
                    </a:lnL>
                    <a:lnR w="12700">
                      <a:solidFill>
                        <a:srgbClr val="619DD1"/>
                      </a:solidFill>
                      <a:prstDash val="solid"/>
                    </a:lnR>
                    <a:lnT w="28575">
                      <a:solidFill>
                        <a:srgbClr val="619DD1"/>
                      </a:solidFill>
                      <a:prstDash val="solid"/>
                    </a:lnT>
                    <a:lnB w="12700">
                      <a:solidFill>
                        <a:srgbClr val="619DD1"/>
                      </a:solidFill>
                      <a:prstDash val="solid"/>
                    </a:lnB>
                  </a:tcPr>
                </a:tc>
                <a:tc>
                  <a:txBody>
                    <a:bodyPr/>
                    <a:lstStyle/>
                    <a:p>
                      <a:pPr marL="50800">
                        <a:lnSpc>
                          <a:spcPct val="100000"/>
                        </a:lnSpc>
                        <a:spcBef>
                          <a:spcPts val="295"/>
                        </a:spcBef>
                      </a:pPr>
                      <a:r>
                        <a:rPr sz="1800" spc="-10" dirty="0">
                          <a:latin typeface="Trebuchet MS" panose="020B0603020202020204"/>
                          <a:cs typeface="Trebuchet MS" panose="020B0603020202020204"/>
                        </a:rPr>
                        <a:t>SELECT</a:t>
                      </a:r>
                      <a:endParaRPr sz="1800">
                        <a:latin typeface="Trebuchet MS" panose="020B0603020202020204"/>
                        <a:cs typeface="Trebuchet MS" panose="020B0603020202020204"/>
                      </a:endParaRPr>
                    </a:p>
                    <a:p>
                      <a:pPr marL="50800">
                        <a:lnSpc>
                          <a:spcPct val="100000"/>
                        </a:lnSpc>
                      </a:pPr>
                      <a:r>
                        <a:rPr sz="1800" spc="-10" dirty="0">
                          <a:latin typeface="Trebuchet MS" panose="020B0603020202020204"/>
                          <a:cs typeface="Trebuchet MS" panose="020B0603020202020204"/>
                        </a:rPr>
                        <a:t>Retrieves</a:t>
                      </a:r>
                      <a:r>
                        <a:rPr sz="1800" spc="-25" dirty="0">
                          <a:latin typeface="Trebuchet MS" panose="020B0603020202020204"/>
                          <a:cs typeface="Trebuchet MS" panose="020B0603020202020204"/>
                        </a:rPr>
                        <a:t> </a:t>
                      </a:r>
                      <a:r>
                        <a:rPr sz="1800" dirty="0">
                          <a:latin typeface="Trebuchet MS" panose="020B0603020202020204"/>
                          <a:cs typeface="Trebuchet MS" panose="020B0603020202020204"/>
                        </a:rPr>
                        <a:t>certain</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records</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from</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one</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or</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more</a:t>
                      </a:r>
                      <a:r>
                        <a:rPr sz="1800" spc="-35" dirty="0">
                          <a:latin typeface="Trebuchet MS" panose="020B0603020202020204"/>
                          <a:cs typeface="Trebuchet MS" panose="020B0603020202020204"/>
                        </a:rPr>
                        <a:t> </a:t>
                      </a:r>
                      <a:r>
                        <a:rPr sz="1800" spc="-10" dirty="0">
                          <a:latin typeface="Trebuchet MS" panose="020B0603020202020204"/>
                          <a:cs typeface="Trebuchet MS" panose="020B0603020202020204"/>
                        </a:rPr>
                        <a:t>tables.</a:t>
                      </a:r>
                      <a:endParaRPr sz="1800">
                        <a:latin typeface="Trebuchet MS" panose="020B0603020202020204"/>
                        <a:cs typeface="Trebuchet MS" panose="020B0603020202020204"/>
                      </a:endParaRPr>
                    </a:p>
                  </a:txBody>
                  <a:tcPr marL="0" marR="0" marT="37465" marB="0">
                    <a:lnL w="12700">
                      <a:solidFill>
                        <a:srgbClr val="619DD1"/>
                      </a:solidFill>
                      <a:prstDash val="solid"/>
                    </a:lnL>
                    <a:lnR w="12700">
                      <a:solidFill>
                        <a:srgbClr val="619DD1"/>
                      </a:solidFill>
                      <a:prstDash val="solid"/>
                    </a:lnR>
                    <a:lnT w="28575">
                      <a:solidFill>
                        <a:srgbClr val="619DD1"/>
                      </a:solidFill>
                      <a:prstDash val="solid"/>
                    </a:lnT>
                    <a:lnB w="12700">
                      <a:solidFill>
                        <a:srgbClr val="619DD1"/>
                      </a:solidFill>
                      <a:prstDash val="solid"/>
                    </a:lnB>
                  </a:tcPr>
                </a:tc>
              </a:tr>
              <a:tr h="911225">
                <a:tc>
                  <a:txBody>
                    <a:bodyPr/>
                    <a:lstStyle/>
                    <a:p>
                      <a:pPr>
                        <a:lnSpc>
                          <a:spcPct val="100000"/>
                        </a:lnSpc>
                        <a:spcBef>
                          <a:spcPts val="370"/>
                        </a:spcBef>
                      </a:pPr>
                      <a:endParaRPr sz="1800">
                        <a:latin typeface="Times New Roman" panose="02020603050405020304"/>
                        <a:cs typeface="Times New Roman" panose="02020603050405020304"/>
                      </a:endParaRPr>
                    </a:p>
                    <a:p>
                      <a:pPr algn="ctr">
                        <a:lnSpc>
                          <a:spcPct val="100000"/>
                        </a:lnSpc>
                      </a:pPr>
                      <a:r>
                        <a:rPr sz="1800" spc="-50" dirty="0">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46990" marB="0">
                    <a:lnL w="12700">
                      <a:solidFill>
                        <a:srgbClr val="619DD1"/>
                      </a:solidFill>
                      <a:prstDash val="solid"/>
                    </a:lnL>
                    <a:lnR w="12700">
                      <a:solidFill>
                        <a:srgbClr val="619DD1"/>
                      </a:solidFill>
                      <a:prstDash val="solid"/>
                    </a:lnR>
                    <a:lnT w="12700">
                      <a:solidFill>
                        <a:srgbClr val="619DD1"/>
                      </a:solidFill>
                      <a:prstDash val="solid"/>
                    </a:lnT>
                    <a:lnB w="12700">
                      <a:solidFill>
                        <a:srgbClr val="619DD1"/>
                      </a:solidFill>
                      <a:prstDash val="solid"/>
                    </a:lnB>
                  </a:tcPr>
                </a:tc>
                <a:tc>
                  <a:txBody>
                    <a:bodyPr/>
                    <a:lstStyle/>
                    <a:p>
                      <a:pPr marL="50800">
                        <a:lnSpc>
                          <a:spcPct val="100000"/>
                        </a:lnSpc>
                        <a:spcBef>
                          <a:spcPts val="295"/>
                        </a:spcBef>
                      </a:pPr>
                      <a:r>
                        <a:rPr sz="1800" spc="-10" dirty="0">
                          <a:latin typeface="Trebuchet MS" panose="020B0603020202020204"/>
                          <a:cs typeface="Trebuchet MS" panose="020B0603020202020204"/>
                        </a:rPr>
                        <a:t>INSERT</a:t>
                      </a:r>
                      <a:endParaRPr sz="1800">
                        <a:latin typeface="Trebuchet MS" panose="020B0603020202020204"/>
                        <a:cs typeface="Trebuchet MS" panose="020B0603020202020204"/>
                      </a:endParaRPr>
                    </a:p>
                    <a:p>
                      <a:pPr marL="50800">
                        <a:lnSpc>
                          <a:spcPct val="100000"/>
                        </a:lnSpc>
                      </a:pPr>
                      <a:r>
                        <a:rPr sz="1800" dirty="0">
                          <a:latin typeface="Trebuchet MS" panose="020B0603020202020204"/>
                          <a:cs typeface="Trebuchet MS" panose="020B0603020202020204"/>
                        </a:rPr>
                        <a:t>Creates</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a</a:t>
                      </a:r>
                      <a:r>
                        <a:rPr sz="1800" spc="-35" dirty="0">
                          <a:latin typeface="Trebuchet MS" panose="020B0603020202020204"/>
                          <a:cs typeface="Trebuchet MS" panose="020B0603020202020204"/>
                        </a:rPr>
                        <a:t> </a:t>
                      </a:r>
                      <a:r>
                        <a:rPr sz="1800" spc="-10" dirty="0">
                          <a:latin typeface="Trebuchet MS" panose="020B0603020202020204"/>
                          <a:cs typeface="Trebuchet MS" panose="020B0603020202020204"/>
                        </a:rPr>
                        <a:t>record.</a:t>
                      </a:r>
                      <a:endParaRPr sz="1800">
                        <a:latin typeface="Trebuchet MS" panose="020B0603020202020204"/>
                        <a:cs typeface="Trebuchet MS" panose="020B0603020202020204"/>
                      </a:endParaRPr>
                    </a:p>
                  </a:txBody>
                  <a:tcPr marL="0" marR="0" marT="37465" marB="0">
                    <a:lnL w="12700">
                      <a:solidFill>
                        <a:srgbClr val="619DD1"/>
                      </a:solidFill>
                      <a:prstDash val="solid"/>
                    </a:lnL>
                    <a:lnR w="12700">
                      <a:solidFill>
                        <a:srgbClr val="619DD1"/>
                      </a:solidFill>
                      <a:prstDash val="solid"/>
                    </a:lnR>
                    <a:lnT w="12700">
                      <a:solidFill>
                        <a:srgbClr val="619DD1"/>
                      </a:solidFill>
                      <a:prstDash val="solid"/>
                    </a:lnT>
                    <a:lnB w="12700">
                      <a:solidFill>
                        <a:srgbClr val="619DD1"/>
                      </a:solidFill>
                      <a:prstDash val="solid"/>
                    </a:lnB>
                  </a:tcPr>
                </a:tc>
              </a:tr>
              <a:tr h="911225">
                <a:tc>
                  <a:txBody>
                    <a:bodyPr/>
                    <a:lstStyle/>
                    <a:p>
                      <a:pPr>
                        <a:lnSpc>
                          <a:spcPct val="100000"/>
                        </a:lnSpc>
                        <a:spcBef>
                          <a:spcPts val="375"/>
                        </a:spcBef>
                      </a:pPr>
                      <a:endParaRPr sz="1800">
                        <a:latin typeface="Times New Roman" panose="02020603050405020304"/>
                        <a:cs typeface="Times New Roman" panose="02020603050405020304"/>
                      </a:endParaRPr>
                    </a:p>
                    <a:p>
                      <a:pPr algn="ctr">
                        <a:lnSpc>
                          <a:spcPct val="100000"/>
                        </a:lnSpc>
                      </a:pPr>
                      <a:r>
                        <a:rPr sz="1800" spc="-50" dirty="0">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47625" marB="0">
                    <a:lnL w="12700">
                      <a:solidFill>
                        <a:srgbClr val="619DD1"/>
                      </a:solidFill>
                      <a:prstDash val="solid"/>
                    </a:lnL>
                    <a:lnR w="12700">
                      <a:solidFill>
                        <a:srgbClr val="619DD1"/>
                      </a:solidFill>
                      <a:prstDash val="solid"/>
                    </a:lnR>
                    <a:lnT w="12700">
                      <a:solidFill>
                        <a:srgbClr val="619DD1"/>
                      </a:solidFill>
                      <a:prstDash val="solid"/>
                    </a:lnT>
                    <a:lnB w="12700">
                      <a:solidFill>
                        <a:srgbClr val="619DD1"/>
                      </a:solidFill>
                      <a:prstDash val="solid"/>
                    </a:lnB>
                  </a:tcPr>
                </a:tc>
                <a:tc>
                  <a:txBody>
                    <a:bodyPr/>
                    <a:lstStyle/>
                    <a:p>
                      <a:pPr marL="50800">
                        <a:lnSpc>
                          <a:spcPct val="100000"/>
                        </a:lnSpc>
                        <a:spcBef>
                          <a:spcPts val="295"/>
                        </a:spcBef>
                      </a:pPr>
                      <a:r>
                        <a:rPr sz="1800" spc="-10" dirty="0">
                          <a:latin typeface="Trebuchet MS" panose="020B0603020202020204"/>
                          <a:cs typeface="Trebuchet MS" panose="020B0603020202020204"/>
                        </a:rPr>
                        <a:t>UPDATE</a:t>
                      </a:r>
                      <a:endParaRPr sz="1800">
                        <a:latin typeface="Trebuchet MS" panose="020B0603020202020204"/>
                        <a:cs typeface="Trebuchet MS" panose="020B0603020202020204"/>
                      </a:endParaRPr>
                    </a:p>
                    <a:p>
                      <a:pPr marL="50800">
                        <a:lnSpc>
                          <a:spcPct val="100000"/>
                        </a:lnSpc>
                        <a:spcBef>
                          <a:spcPts val="5"/>
                        </a:spcBef>
                      </a:pPr>
                      <a:r>
                        <a:rPr sz="1800" dirty="0">
                          <a:latin typeface="Trebuchet MS" panose="020B0603020202020204"/>
                          <a:cs typeface="Trebuchet MS" panose="020B0603020202020204"/>
                        </a:rPr>
                        <a:t>Modifies</a:t>
                      </a:r>
                      <a:r>
                        <a:rPr sz="1800" spc="-40" dirty="0">
                          <a:latin typeface="Trebuchet MS" panose="020B0603020202020204"/>
                          <a:cs typeface="Trebuchet MS" panose="020B0603020202020204"/>
                        </a:rPr>
                        <a:t> </a:t>
                      </a:r>
                      <a:r>
                        <a:rPr sz="1800" spc="-10" dirty="0">
                          <a:latin typeface="Trebuchet MS" panose="020B0603020202020204"/>
                          <a:cs typeface="Trebuchet MS" panose="020B0603020202020204"/>
                        </a:rPr>
                        <a:t>records.</a:t>
                      </a:r>
                      <a:endParaRPr sz="1800">
                        <a:latin typeface="Trebuchet MS" panose="020B0603020202020204"/>
                        <a:cs typeface="Trebuchet MS" panose="020B0603020202020204"/>
                      </a:endParaRPr>
                    </a:p>
                  </a:txBody>
                  <a:tcPr marL="0" marR="0" marT="37465" marB="0">
                    <a:lnL w="12700">
                      <a:solidFill>
                        <a:srgbClr val="619DD1"/>
                      </a:solidFill>
                      <a:prstDash val="solid"/>
                    </a:lnL>
                    <a:lnR w="12700">
                      <a:solidFill>
                        <a:srgbClr val="619DD1"/>
                      </a:solidFill>
                      <a:prstDash val="solid"/>
                    </a:lnR>
                    <a:lnT w="12700">
                      <a:solidFill>
                        <a:srgbClr val="619DD1"/>
                      </a:solidFill>
                      <a:prstDash val="solid"/>
                    </a:lnT>
                    <a:lnB w="12700">
                      <a:solidFill>
                        <a:srgbClr val="619DD1"/>
                      </a:solidFill>
                      <a:prstDash val="solid"/>
                    </a:lnB>
                  </a:tcPr>
                </a:tc>
              </a:tr>
              <a:tr h="911225">
                <a:tc>
                  <a:txBody>
                    <a:bodyPr/>
                    <a:lstStyle/>
                    <a:p>
                      <a:pPr>
                        <a:lnSpc>
                          <a:spcPct val="100000"/>
                        </a:lnSpc>
                        <a:spcBef>
                          <a:spcPts val="370"/>
                        </a:spcBef>
                      </a:pPr>
                      <a:endParaRPr sz="1800">
                        <a:latin typeface="Times New Roman" panose="02020603050405020304"/>
                        <a:cs typeface="Times New Roman" panose="02020603050405020304"/>
                      </a:endParaRPr>
                    </a:p>
                    <a:p>
                      <a:pPr algn="ctr">
                        <a:lnSpc>
                          <a:spcPct val="100000"/>
                        </a:lnSpc>
                        <a:spcBef>
                          <a:spcPts val="5"/>
                        </a:spcBef>
                      </a:pPr>
                      <a:r>
                        <a:rPr sz="1800" spc="-50" dirty="0">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46990" marB="0">
                    <a:lnL w="12700">
                      <a:solidFill>
                        <a:srgbClr val="619DD1"/>
                      </a:solidFill>
                      <a:prstDash val="solid"/>
                    </a:lnL>
                    <a:lnR w="12700">
                      <a:solidFill>
                        <a:srgbClr val="619DD1"/>
                      </a:solidFill>
                      <a:prstDash val="solid"/>
                    </a:lnR>
                    <a:lnT w="12700">
                      <a:solidFill>
                        <a:srgbClr val="619DD1"/>
                      </a:solidFill>
                      <a:prstDash val="solid"/>
                    </a:lnT>
                    <a:lnB w="12700">
                      <a:solidFill>
                        <a:srgbClr val="619DD1"/>
                      </a:solidFill>
                      <a:prstDash val="solid"/>
                    </a:lnB>
                  </a:tcPr>
                </a:tc>
                <a:tc>
                  <a:txBody>
                    <a:bodyPr/>
                    <a:lstStyle/>
                    <a:p>
                      <a:pPr marL="50800">
                        <a:lnSpc>
                          <a:spcPct val="100000"/>
                        </a:lnSpc>
                        <a:spcBef>
                          <a:spcPts val="300"/>
                        </a:spcBef>
                      </a:pPr>
                      <a:r>
                        <a:rPr sz="1800" spc="-10" dirty="0">
                          <a:latin typeface="Trebuchet MS" panose="020B0603020202020204"/>
                          <a:cs typeface="Trebuchet MS" panose="020B0603020202020204"/>
                        </a:rPr>
                        <a:t>DELETE</a:t>
                      </a:r>
                      <a:endParaRPr sz="1800">
                        <a:latin typeface="Trebuchet MS" panose="020B0603020202020204"/>
                        <a:cs typeface="Trebuchet MS" panose="020B0603020202020204"/>
                      </a:endParaRPr>
                    </a:p>
                    <a:p>
                      <a:pPr marL="50800">
                        <a:lnSpc>
                          <a:spcPct val="100000"/>
                        </a:lnSpc>
                      </a:pPr>
                      <a:r>
                        <a:rPr sz="1800" dirty="0">
                          <a:latin typeface="Trebuchet MS" panose="020B0603020202020204"/>
                          <a:cs typeface="Trebuchet MS" panose="020B0603020202020204"/>
                        </a:rPr>
                        <a:t>Deletes</a:t>
                      </a:r>
                      <a:r>
                        <a:rPr sz="1800" spc="-70" dirty="0">
                          <a:latin typeface="Trebuchet MS" panose="020B0603020202020204"/>
                          <a:cs typeface="Trebuchet MS" panose="020B0603020202020204"/>
                        </a:rPr>
                        <a:t> </a:t>
                      </a:r>
                      <a:r>
                        <a:rPr sz="1800" spc="-10" dirty="0">
                          <a:latin typeface="Trebuchet MS" panose="020B0603020202020204"/>
                          <a:cs typeface="Trebuchet MS" panose="020B0603020202020204"/>
                        </a:rPr>
                        <a:t>records.</a:t>
                      </a:r>
                      <a:endParaRPr sz="1800">
                        <a:latin typeface="Trebuchet MS" panose="020B0603020202020204"/>
                        <a:cs typeface="Trebuchet MS" panose="020B0603020202020204"/>
                      </a:endParaRPr>
                    </a:p>
                  </a:txBody>
                  <a:tcPr marL="0" marR="0" marT="38100" marB="0">
                    <a:lnL w="12700">
                      <a:solidFill>
                        <a:srgbClr val="619DD1"/>
                      </a:solidFill>
                      <a:prstDash val="solid"/>
                    </a:lnL>
                    <a:lnR w="12700">
                      <a:solidFill>
                        <a:srgbClr val="619DD1"/>
                      </a:solidFill>
                      <a:prstDash val="solid"/>
                    </a:lnR>
                    <a:lnT w="12700">
                      <a:solidFill>
                        <a:srgbClr val="619DD1"/>
                      </a:solidFill>
                      <a:prstDash val="solid"/>
                    </a:lnT>
                    <a:lnB w="12700">
                      <a:solidFill>
                        <a:srgbClr val="619DD1"/>
                      </a:solidFill>
                      <a:prstDash val="soli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3528695">
              <a:lnSpc>
                <a:spcPct val="100000"/>
              </a:lnSpc>
              <a:spcBef>
                <a:spcPts val="105"/>
              </a:spcBef>
            </a:pPr>
            <a:r>
              <a:rPr sz="4400" b="0" spc="-10" dirty="0">
                <a:latin typeface="Trebuchet MS" panose="020B0603020202020204"/>
                <a:cs typeface="Trebuchet MS" panose="020B0603020202020204"/>
              </a:rPr>
              <a:t>SELECT</a:t>
            </a:r>
            <a:endParaRPr sz="4400">
              <a:latin typeface="Trebuchet MS" panose="020B0603020202020204"/>
              <a:cs typeface="Trebuchet MS" panose="020B0603020202020204"/>
            </a:endParaRPr>
          </a:p>
        </p:txBody>
      </p:sp>
      <p:sp>
        <p:nvSpPr>
          <p:cNvPr id="3" name="object 3"/>
          <p:cNvSpPr txBox="1"/>
          <p:nvPr/>
        </p:nvSpPr>
        <p:spPr>
          <a:xfrm>
            <a:off x="535940" y="1625854"/>
            <a:ext cx="6791325" cy="1002030"/>
          </a:xfrm>
          <a:prstGeom prst="rect">
            <a:avLst/>
          </a:prstGeom>
        </p:spPr>
        <p:txBody>
          <a:bodyPr vert="horz" wrap="square" lIns="0" tIns="13335" rIns="0" bIns="0" rtlCol="0">
            <a:spAutoFit/>
          </a:bodyPr>
          <a:lstStyle/>
          <a:p>
            <a:pPr marL="354965" indent="-342265">
              <a:lnSpc>
                <a:spcPct val="100000"/>
              </a:lnSpc>
              <a:spcBef>
                <a:spcPts val="105"/>
              </a:spcBef>
              <a:buFont typeface="Wingdings" panose="05000000000000000000"/>
              <a:buChar char=""/>
              <a:tabLst>
                <a:tab pos="354965" algn="l"/>
              </a:tabLst>
            </a:pPr>
            <a:r>
              <a:rPr sz="2000" spc="-110" dirty="0">
                <a:latin typeface="Trebuchet MS" panose="020B0603020202020204"/>
                <a:cs typeface="Trebuchet MS" panose="020B0603020202020204"/>
              </a:rPr>
              <a:t>To</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retrieve</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data</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stored</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in</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our</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tables,</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we</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use</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40" dirty="0">
                <a:latin typeface="Trebuchet MS" panose="020B0603020202020204"/>
                <a:cs typeface="Trebuchet MS" panose="020B0603020202020204"/>
              </a:rPr>
              <a:t> </a:t>
            </a:r>
            <a:r>
              <a:rPr sz="2000" spc="-10" dirty="0">
                <a:latin typeface="Trebuchet MS" panose="020B0603020202020204"/>
                <a:cs typeface="Trebuchet MS" panose="020B0603020202020204"/>
              </a:rPr>
              <a:t>S</a:t>
            </a:r>
            <a:r>
              <a:rPr sz="2000" spc="-10" dirty="0">
                <a:highlight>
                  <a:srgbClr val="FFFF00"/>
                </a:highlight>
                <a:latin typeface="Trebuchet MS" panose="020B0603020202020204"/>
                <a:cs typeface="Trebuchet MS" panose="020B0603020202020204"/>
              </a:rPr>
              <a:t>ELECT</a:t>
            </a:r>
            <a:endParaRPr sz="2000">
              <a:highlight>
                <a:srgbClr val="FFFF00"/>
              </a:highlight>
              <a:latin typeface="Trebuchet MS" panose="020B0603020202020204"/>
              <a:cs typeface="Trebuchet MS" panose="020B0603020202020204"/>
            </a:endParaRPr>
          </a:p>
          <a:p>
            <a:pPr marL="355600">
              <a:lnSpc>
                <a:spcPct val="100000"/>
              </a:lnSpc>
            </a:pPr>
            <a:r>
              <a:rPr sz="2000" spc="-10" dirty="0">
                <a:highlight>
                  <a:srgbClr val="FFFF00"/>
                </a:highlight>
                <a:latin typeface="Trebuchet MS" panose="020B0603020202020204"/>
                <a:cs typeface="Trebuchet MS" panose="020B0603020202020204"/>
              </a:rPr>
              <a:t>statement.</a:t>
            </a:r>
            <a:endParaRPr sz="2000">
              <a:highlight>
                <a:srgbClr val="FFFF00"/>
              </a:highlight>
              <a:latin typeface="Trebuchet MS" panose="020B0603020202020204"/>
              <a:cs typeface="Trebuchet MS" panose="020B0603020202020204"/>
            </a:endParaRPr>
          </a:p>
          <a:p>
            <a:pPr marL="354965" indent="-342265">
              <a:lnSpc>
                <a:spcPct val="100000"/>
              </a:lnSpc>
              <a:spcBef>
                <a:spcPts val="480"/>
              </a:spcBef>
              <a:buFont typeface="Wingdings" panose="05000000000000000000"/>
              <a:buChar char=""/>
              <a:tabLst>
                <a:tab pos="354965" algn="l"/>
              </a:tabLst>
            </a:pPr>
            <a:r>
              <a:rPr sz="2000" spc="-10" dirty="0">
                <a:latin typeface="Trebuchet MS" panose="020B0603020202020204"/>
                <a:cs typeface="Trebuchet MS" panose="020B0603020202020204"/>
              </a:rPr>
              <a:t>Syntax:</a:t>
            </a:r>
            <a:endParaRPr sz="2000">
              <a:latin typeface="Trebuchet MS" panose="020B0603020202020204"/>
              <a:cs typeface="Trebuchet MS" panose="020B0603020202020204"/>
            </a:endParaRPr>
          </a:p>
        </p:txBody>
      </p:sp>
      <p:sp>
        <p:nvSpPr>
          <p:cNvPr id="4" name="object 4"/>
          <p:cNvSpPr txBox="1"/>
          <p:nvPr/>
        </p:nvSpPr>
        <p:spPr>
          <a:xfrm>
            <a:off x="535940" y="4621148"/>
            <a:ext cx="1522730" cy="391160"/>
          </a:xfrm>
          <a:prstGeom prst="rect">
            <a:avLst/>
          </a:prstGeom>
        </p:spPr>
        <p:txBody>
          <a:bodyPr vert="horz" wrap="square" lIns="0" tIns="12700" rIns="0" bIns="0" rtlCol="0">
            <a:spAutoFit/>
          </a:bodyPr>
          <a:lstStyle/>
          <a:p>
            <a:pPr marL="354965" indent="-342265">
              <a:lnSpc>
                <a:spcPct val="100000"/>
              </a:lnSpc>
              <a:spcBef>
                <a:spcPts val="100"/>
              </a:spcBef>
              <a:buFont typeface="Wingdings" panose="05000000000000000000"/>
              <a:buChar char=""/>
              <a:tabLst>
                <a:tab pos="354965" algn="l"/>
              </a:tabLst>
            </a:pPr>
            <a:r>
              <a:rPr sz="2400" spc="-10" dirty="0">
                <a:latin typeface="Trebuchet MS" panose="020B0603020202020204"/>
                <a:cs typeface="Trebuchet MS" panose="020B0603020202020204"/>
              </a:rPr>
              <a:t>Example</a:t>
            </a:r>
            <a:endParaRPr sz="2400">
              <a:latin typeface="Trebuchet MS" panose="020B0603020202020204"/>
              <a:cs typeface="Trebuchet MS" panose="020B0603020202020204"/>
            </a:endParaRPr>
          </a:p>
        </p:txBody>
      </p:sp>
      <p:sp>
        <p:nvSpPr>
          <p:cNvPr id="5" name="object 5"/>
          <p:cNvSpPr txBox="1"/>
          <p:nvPr/>
        </p:nvSpPr>
        <p:spPr>
          <a:xfrm>
            <a:off x="654494" y="2909061"/>
            <a:ext cx="7849234" cy="1531620"/>
          </a:xfrm>
          <a:prstGeom prst="rect">
            <a:avLst/>
          </a:prstGeom>
          <a:ln w="12700">
            <a:solidFill>
              <a:srgbClr val="297ED4"/>
            </a:solidFill>
          </a:ln>
        </p:spPr>
        <p:txBody>
          <a:bodyPr vert="horz" wrap="square" lIns="0" tIns="149225" rIns="0" bIns="0" rtlCol="0">
            <a:spAutoFit/>
          </a:bodyPr>
          <a:lstStyle/>
          <a:p>
            <a:pPr marL="91440" marR="1669415">
              <a:lnSpc>
                <a:spcPct val="100000"/>
              </a:lnSpc>
              <a:spcBef>
                <a:spcPts val="1175"/>
              </a:spcBef>
            </a:pPr>
            <a:r>
              <a:rPr sz="2000" b="1" dirty="0">
                <a:latin typeface="Trebuchet MS" panose="020B0603020202020204"/>
                <a:cs typeface="Trebuchet MS" panose="020B0603020202020204"/>
              </a:rPr>
              <a:t>SELECT</a:t>
            </a:r>
            <a:r>
              <a:rPr sz="2000" b="1" spc="-75" dirty="0">
                <a:latin typeface="Trebuchet MS" panose="020B0603020202020204"/>
                <a:cs typeface="Trebuchet MS" panose="020B0603020202020204"/>
              </a:rPr>
              <a:t> </a:t>
            </a:r>
            <a:r>
              <a:rPr sz="2000" b="1" dirty="0">
                <a:latin typeface="Trebuchet MS" panose="020B0603020202020204"/>
                <a:cs typeface="Trebuchet MS" panose="020B0603020202020204"/>
              </a:rPr>
              <a:t>*/&lt;fieldname&gt;</a:t>
            </a:r>
            <a:r>
              <a:rPr sz="2000" b="1" spc="-60" dirty="0">
                <a:latin typeface="Trebuchet MS" panose="020B0603020202020204"/>
                <a:cs typeface="Trebuchet MS" panose="020B0603020202020204"/>
              </a:rPr>
              <a:t> </a:t>
            </a:r>
            <a:r>
              <a:rPr sz="2000" b="1" dirty="0">
                <a:solidFill>
                  <a:srgbClr val="FF0000"/>
                </a:solidFill>
                <a:latin typeface="Trebuchet MS" panose="020B0603020202020204"/>
                <a:cs typeface="Trebuchet MS" panose="020B0603020202020204"/>
              </a:rPr>
              <a:t>|</a:t>
            </a:r>
            <a:r>
              <a:rPr sz="2000" b="1" spc="-25" dirty="0">
                <a:solidFill>
                  <a:srgbClr val="FF0000"/>
                </a:solidFill>
                <a:latin typeface="Trebuchet MS" panose="020B0603020202020204"/>
                <a:cs typeface="Trebuchet MS" panose="020B0603020202020204"/>
              </a:rPr>
              <a:t>  </a:t>
            </a:r>
            <a:r>
              <a:rPr sz="2000" b="1" dirty="0">
                <a:latin typeface="Trebuchet MS" panose="020B0603020202020204"/>
                <a:cs typeface="Trebuchet MS" panose="020B0603020202020204"/>
              </a:rPr>
              <a:t>FROM</a:t>
            </a:r>
            <a:r>
              <a:rPr sz="2000" b="1" spc="-25" dirty="0">
                <a:latin typeface="Trebuchet MS" panose="020B0603020202020204"/>
                <a:cs typeface="Trebuchet MS" panose="020B0603020202020204"/>
              </a:rPr>
              <a:t> </a:t>
            </a:r>
            <a:r>
              <a:rPr sz="2000" b="1" dirty="0">
                <a:latin typeface="Trebuchet MS" panose="020B0603020202020204"/>
                <a:cs typeface="Trebuchet MS" panose="020B0603020202020204"/>
              </a:rPr>
              <a:t>&lt;table_name&gt;</a:t>
            </a:r>
            <a:r>
              <a:rPr sz="2000" b="1" spc="-70" dirty="0">
                <a:latin typeface="Trebuchet MS" panose="020B0603020202020204"/>
                <a:cs typeface="Trebuchet MS" panose="020B0603020202020204"/>
              </a:rPr>
              <a:t> </a:t>
            </a:r>
            <a:r>
              <a:rPr sz="2000" b="1" spc="-20" dirty="0">
                <a:latin typeface="Trebuchet MS" panose="020B0603020202020204"/>
                <a:cs typeface="Trebuchet MS" panose="020B0603020202020204"/>
              </a:rPr>
              <a:t>/TAB </a:t>
            </a:r>
            <a:r>
              <a:rPr sz="2000" b="1" dirty="0">
                <a:solidFill>
                  <a:srgbClr val="FF0000"/>
                </a:solidFill>
                <a:latin typeface="Trebuchet MS" panose="020B0603020202020204"/>
                <a:cs typeface="Trebuchet MS" panose="020B0603020202020204"/>
              </a:rPr>
              <a:t>[</a:t>
            </a:r>
            <a:r>
              <a:rPr sz="2000" b="1" spc="-15" dirty="0">
                <a:solidFill>
                  <a:srgbClr val="FF0000"/>
                </a:solidFill>
                <a:latin typeface="Trebuchet MS" panose="020B0603020202020204"/>
                <a:cs typeface="Trebuchet MS" panose="020B0603020202020204"/>
              </a:rPr>
              <a:t> </a:t>
            </a:r>
            <a:r>
              <a:rPr sz="2000" b="1" dirty="0">
                <a:latin typeface="Trebuchet MS" panose="020B0603020202020204"/>
                <a:cs typeface="Trebuchet MS" panose="020B0603020202020204"/>
              </a:rPr>
              <a:t>WHERE</a:t>
            </a:r>
            <a:r>
              <a:rPr sz="2000" b="1" spc="-20" dirty="0">
                <a:latin typeface="Trebuchet MS" panose="020B0603020202020204"/>
                <a:cs typeface="Trebuchet MS" panose="020B0603020202020204"/>
              </a:rPr>
              <a:t>  </a:t>
            </a:r>
            <a:r>
              <a:rPr sz="2000" b="1" dirty="0">
                <a:latin typeface="Trebuchet MS" panose="020B0603020202020204"/>
                <a:cs typeface="Trebuchet MS" panose="020B0603020202020204"/>
              </a:rPr>
              <a:t>&lt;condition&gt;</a:t>
            </a:r>
            <a:r>
              <a:rPr sz="2000" b="1" spc="-35" dirty="0">
                <a:latin typeface="Trebuchet MS" panose="020B0603020202020204"/>
                <a:cs typeface="Trebuchet MS" panose="020B0603020202020204"/>
              </a:rPr>
              <a:t> </a:t>
            </a:r>
            <a:r>
              <a:rPr sz="2000" b="1" spc="-50" dirty="0">
                <a:solidFill>
                  <a:srgbClr val="FF0000"/>
                </a:solidFill>
                <a:latin typeface="Trebuchet MS" panose="020B0603020202020204"/>
                <a:cs typeface="Trebuchet MS" panose="020B0603020202020204"/>
              </a:rPr>
              <a:t>]</a:t>
            </a:r>
            <a:endParaRPr sz="2000">
              <a:latin typeface="Trebuchet MS" panose="020B0603020202020204"/>
              <a:cs typeface="Trebuchet MS" panose="020B0603020202020204"/>
            </a:endParaRPr>
          </a:p>
          <a:p>
            <a:pPr marL="91440">
              <a:lnSpc>
                <a:spcPct val="100000"/>
              </a:lnSpc>
            </a:pPr>
            <a:r>
              <a:rPr sz="2000" b="1" dirty="0">
                <a:solidFill>
                  <a:srgbClr val="FF0000"/>
                </a:solidFill>
                <a:latin typeface="Trebuchet MS" panose="020B0603020202020204"/>
                <a:cs typeface="Trebuchet MS" panose="020B0603020202020204"/>
              </a:rPr>
              <a:t>[</a:t>
            </a:r>
            <a:r>
              <a:rPr sz="2000" b="1" dirty="0">
                <a:latin typeface="Trebuchet MS" panose="020B0603020202020204"/>
                <a:cs typeface="Trebuchet MS" panose="020B0603020202020204"/>
              </a:rPr>
              <a:t>GROUP</a:t>
            </a:r>
            <a:r>
              <a:rPr sz="2000" b="1" spc="-85" dirty="0">
                <a:latin typeface="Trebuchet MS" panose="020B0603020202020204"/>
                <a:cs typeface="Trebuchet MS" panose="020B0603020202020204"/>
              </a:rPr>
              <a:t> </a:t>
            </a:r>
            <a:r>
              <a:rPr sz="2000" b="1" dirty="0">
                <a:latin typeface="Trebuchet MS" panose="020B0603020202020204"/>
                <a:cs typeface="Trebuchet MS" panose="020B0603020202020204"/>
              </a:rPr>
              <a:t>BY</a:t>
            </a:r>
            <a:r>
              <a:rPr sz="2000" b="1" spc="-80" dirty="0">
                <a:latin typeface="Trebuchet MS" panose="020B0603020202020204"/>
                <a:cs typeface="Trebuchet MS" panose="020B0603020202020204"/>
              </a:rPr>
              <a:t> </a:t>
            </a:r>
            <a:r>
              <a:rPr sz="2000" b="1" dirty="0">
                <a:solidFill>
                  <a:srgbClr val="FF0000"/>
                </a:solidFill>
                <a:latin typeface="Trebuchet MS" panose="020B0603020202020204"/>
                <a:cs typeface="Trebuchet MS" panose="020B0603020202020204"/>
              </a:rPr>
              <a:t>&lt;fieldname&gt;</a:t>
            </a:r>
            <a:r>
              <a:rPr sz="2000" b="1" spc="-60" dirty="0">
                <a:solidFill>
                  <a:srgbClr val="FF0000"/>
                </a:solidFill>
                <a:latin typeface="Trebuchet MS" panose="020B0603020202020204"/>
                <a:cs typeface="Trebuchet MS" panose="020B0603020202020204"/>
              </a:rPr>
              <a:t> </a:t>
            </a:r>
            <a:r>
              <a:rPr sz="2000" b="1" spc="-20" dirty="0">
                <a:solidFill>
                  <a:srgbClr val="FF0000"/>
                </a:solidFill>
                <a:latin typeface="Trebuchet MS" panose="020B0603020202020204"/>
                <a:cs typeface="Trebuchet MS" panose="020B0603020202020204"/>
              </a:rPr>
              <a:t>[</a:t>
            </a:r>
            <a:r>
              <a:rPr sz="2000" b="1" spc="-20" dirty="0">
                <a:latin typeface="Trebuchet MS" panose="020B0603020202020204"/>
                <a:cs typeface="Trebuchet MS" panose="020B0603020202020204"/>
              </a:rPr>
              <a:t>HAVING</a:t>
            </a:r>
            <a:r>
              <a:rPr sz="2000" b="1" spc="-50" dirty="0">
                <a:latin typeface="Trebuchet MS" panose="020B0603020202020204"/>
                <a:cs typeface="Trebuchet MS" panose="020B0603020202020204"/>
              </a:rPr>
              <a:t> </a:t>
            </a:r>
            <a:r>
              <a:rPr sz="2000" b="1" spc="-10" dirty="0">
                <a:solidFill>
                  <a:srgbClr val="FF0000"/>
                </a:solidFill>
                <a:latin typeface="Trebuchet MS" panose="020B0603020202020204"/>
                <a:cs typeface="Trebuchet MS" panose="020B0603020202020204"/>
              </a:rPr>
              <a:t>&lt;Condition&gt;]]</a:t>
            </a:r>
            <a:endParaRPr sz="2000">
              <a:latin typeface="Trebuchet MS" panose="020B0603020202020204"/>
              <a:cs typeface="Trebuchet MS" panose="020B0603020202020204"/>
            </a:endParaRPr>
          </a:p>
          <a:p>
            <a:pPr marL="91440">
              <a:lnSpc>
                <a:spcPct val="100000"/>
              </a:lnSpc>
              <a:spcBef>
                <a:spcPts val="5"/>
              </a:spcBef>
            </a:pPr>
            <a:r>
              <a:rPr sz="2000" b="1" dirty="0">
                <a:solidFill>
                  <a:srgbClr val="FF0000"/>
                </a:solidFill>
                <a:latin typeface="Trebuchet MS" panose="020B0603020202020204"/>
                <a:cs typeface="Trebuchet MS" panose="020B0603020202020204"/>
              </a:rPr>
              <a:t>[</a:t>
            </a:r>
            <a:r>
              <a:rPr sz="2000" b="1" dirty="0">
                <a:latin typeface="Trebuchet MS" panose="020B0603020202020204"/>
                <a:cs typeface="Trebuchet MS" panose="020B0603020202020204"/>
              </a:rPr>
              <a:t>ORDER</a:t>
            </a:r>
            <a:r>
              <a:rPr sz="2000" b="1" spc="-20" dirty="0">
                <a:latin typeface="Trebuchet MS" panose="020B0603020202020204"/>
                <a:cs typeface="Trebuchet MS" panose="020B0603020202020204"/>
              </a:rPr>
              <a:t> </a:t>
            </a:r>
            <a:r>
              <a:rPr sz="2000" b="1" dirty="0">
                <a:latin typeface="Trebuchet MS" panose="020B0603020202020204"/>
                <a:cs typeface="Trebuchet MS" panose="020B0603020202020204"/>
              </a:rPr>
              <a:t>BY</a:t>
            </a:r>
            <a:r>
              <a:rPr sz="2000" b="1" spc="-70" dirty="0">
                <a:latin typeface="Trebuchet MS" panose="020B0603020202020204"/>
                <a:cs typeface="Trebuchet MS" panose="020B0603020202020204"/>
              </a:rPr>
              <a:t> </a:t>
            </a:r>
            <a:r>
              <a:rPr sz="2000" b="1" dirty="0">
                <a:solidFill>
                  <a:srgbClr val="FF0000"/>
                </a:solidFill>
                <a:latin typeface="Trebuchet MS" panose="020B0603020202020204"/>
                <a:cs typeface="Trebuchet MS" panose="020B0603020202020204"/>
              </a:rPr>
              <a:t>&lt;fieldname&gt;</a:t>
            </a:r>
            <a:r>
              <a:rPr sz="2000" b="1" spc="-35" dirty="0">
                <a:solidFill>
                  <a:srgbClr val="FF0000"/>
                </a:solidFill>
                <a:latin typeface="Trebuchet MS" panose="020B0603020202020204"/>
                <a:cs typeface="Trebuchet MS" panose="020B0603020202020204"/>
              </a:rPr>
              <a:t>  </a:t>
            </a:r>
            <a:r>
              <a:rPr sz="2000" b="1" spc="-10" dirty="0">
                <a:solidFill>
                  <a:srgbClr val="FF0000"/>
                </a:solidFill>
                <a:latin typeface="Trebuchet MS" panose="020B0603020202020204"/>
                <a:cs typeface="Trebuchet MS" panose="020B0603020202020204"/>
              </a:rPr>
              <a:t>[</a:t>
            </a:r>
            <a:r>
              <a:rPr sz="2000" b="1" spc="-10" dirty="0">
                <a:latin typeface="Trebuchet MS" panose="020B0603020202020204"/>
                <a:cs typeface="Trebuchet MS" panose="020B0603020202020204"/>
              </a:rPr>
              <a:t>ORDER</a:t>
            </a:r>
            <a:r>
              <a:rPr sz="2000" b="1" spc="-10" dirty="0">
                <a:solidFill>
                  <a:srgbClr val="FF0000"/>
                </a:solidFill>
                <a:latin typeface="Trebuchet MS" panose="020B0603020202020204"/>
                <a:cs typeface="Trebuchet MS" panose="020B0603020202020204"/>
              </a:rPr>
              <a:t>]]</a:t>
            </a:r>
            <a:r>
              <a:rPr sz="2000" b="1" spc="-10" dirty="0">
                <a:latin typeface="Trebuchet MS" panose="020B0603020202020204"/>
                <a:cs typeface="Trebuchet MS" panose="020B0603020202020204"/>
              </a:rPr>
              <a:t>;</a:t>
            </a:r>
            <a:endParaRPr sz="2000">
              <a:latin typeface="Trebuchet MS" panose="020B0603020202020204"/>
              <a:cs typeface="Trebuchet MS" panose="020B0603020202020204"/>
            </a:endParaRPr>
          </a:p>
        </p:txBody>
      </p:sp>
      <p:sp>
        <p:nvSpPr>
          <p:cNvPr id="6" name="object 6"/>
          <p:cNvSpPr txBox="1"/>
          <p:nvPr/>
        </p:nvSpPr>
        <p:spPr>
          <a:xfrm>
            <a:off x="654494" y="5334000"/>
            <a:ext cx="7849234" cy="1371600"/>
          </a:xfrm>
          <a:prstGeom prst="rect">
            <a:avLst/>
          </a:prstGeom>
          <a:solidFill>
            <a:srgbClr val="FFFFFF"/>
          </a:solidFill>
          <a:ln w="12700">
            <a:solidFill>
              <a:srgbClr val="297ED4"/>
            </a:solidFill>
          </a:ln>
        </p:spPr>
        <p:txBody>
          <a:bodyPr vert="horz" wrap="square" lIns="0" tIns="25400" rIns="0" bIns="0" rtlCol="0">
            <a:spAutoFit/>
          </a:bodyPr>
          <a:lstStyle/>
          <a:p>
            <a:pPr marL="91440">
              <a:lnSpc>
                <a:spcPct val="100000"/>
              </a:lnSpc>
              <a:spcBef>
                <a:spcPts val="200"/>
              </a:spcBef>
            </a:pPr>
            <a:r>
              <a:rPr sz="1800" b="1" dirty="0">
                <a:latin typeface="Trebuchet MS" panose="020B0603020202020204"/>
                <a:cs typeface="Trebuchet MS" panose="020B0603020202020204"/>
              </a:rPr>
              <a:t>SELECT</a:t>
            </a:r>
            <a:r>
              <a:rPr sz="1800" b="1" spc="-55" dirty="0">
                <a:latin typeface="Trebuchet MS" panose="020B0603020202020204"/>
                <a:cs typeface="Trebuchet MS" panose="020B0603020202020204"/>
              </a:rPr>
              <a:t> </a:t>
            </a:r>
            <a:r>
              <a:rPr sz="1800" b="1" dirty="0">
                <a:latin typeface="Trebuchet MS" panose="020B0603020202020204"/>
                <a:cs typeface="Trebuchet MS" panose="020B0603020202020204"/>
              </a:rPr>
              <a:t>*</a:t>
            </a:r>
            <a:r>
              <a:rPr sz="1800" b="1" spc="-40" dirty="0">
                <a:latin typeface="Trebuchet MS" panose="020B0603020202020204"/>
                <a:cs typeface="Trebuchet MS" panose="020B0603020202020204"/>
              </a:rPr>
              <a:t> </a:t>
            </a:r>
            <a:r>
              <a:rPr sz="1800" b="1" dirty="0">
                <a:latin typeface="Trebuchet MS" panose="020B0603020202020204"/>
                <a:cs typeface="Trebuchet MS" panose="020B0603020202020204"/>
              </a:rPr>
              <a:t>FROM</a:t>
            </a:r>
            <a:r>
              <a:rPr sz="1800" b="1" spc="-40" dirty="0">
                <a:latin typeface="Trebuchet MS" panose="020B0603020202020204"/>
                <a:cs typeface="Trebuchet MS" panose="020B0603020202020204"/>
              </a:rPr>
              <a:t> </a:t>
            </a:r>
            <a:r>
              <a:rPr sz="1800" b="1" spc="-20" dirty="0">
                <a:latin typeface="Trebuchet MS" panose="020B0603020202020204"/>
                <a:cs typeface="Trebuchet MS" panose="020B0603020202020204"/>
              </a:rPr>
              <a:t>emp;</a:t>
            </a:r>
            <a:endParaRPr sz="1800">
              <a:latin typeface="Trebuchet MS" panose="020B0603020202020204"/>
              <a:cs typeface="Trebuchet MS" panose="020B0603020202020204"/>
            </a:endParaRPr>
          </a:p>
          <a:p>
            <a:pPr marL="91440" marR="3647440">
              <a:lnSpc>
                <a:spcPct val="100000"/>
              </a:lnSpc>
            </a:pPr>
            <a:r>
              <a:rPr sz="1800" b="1" dirty="0">
                <a:latin typeface="Trebuchet MS" panose="020B0603020202020204"/>
                <a:cs typeface="Trebuchet MS" panose="020B0603020202020204"/>
              </a:rPr>
              <a:t>SELECT</a:t>
            </a:r>
            <a:r>
              <a:rPr sz="1800" b="1" spc="-75" dirty="0">
                <a:latin typeface="Trebuchet MS" panose="020B0603020202020204"/>
                <a:cs typeface="Trebuchet MS" panose="020B0603020202020204"/>
              </a:rPr>
              <a:t> </a:t>
            </a:r>
            <a:r>
              <a:rPr sz="1800" b="1" dirty="0">
                <a:latin typeface="Trebuchet MS" panose="020B0603020202020204"/>
                <a:cs typeface="Trebuchet MS" panose="020B0603020202020204"/>
              </a:rPr>
              <a:t>rlno,</a:t>
            </a:r>
            <a:r>
              <a:rPr sz="1800" b="1" spc="-60" dirty="0">
                <a:latin typeface="Trebuchet MS" panose="020B0603020202020204"/>
                <a:cs typeface="Trebuchet MS" panose="020B0603020202020204"/>
              </a:rPr>
              <a:t> </a:t>
            </a:r>
            <a:r>
              <a:rPr sz="1800" b="1" dirty="0">
                <a:latin typeface="Trebuchet MS" panose="020B0603020202020204"/>
                <a:cs typeface="Trebuchet MS" panose="020B0603020202020204"/>
              </a:rPr>
              <a:t>name,</a:t>
            </a:r>
            <a:r>
              <a:rPr sz="1800" b="1" spc="-45" dirty="0">
                <a:latin typeface="Trebuchet MS" panose="020B0603020202020204"/>
                <a:cs typeface="Trebuchet MS" panose="020B0603020202020204"/>
              </a:rPr>
              <a:t> </a:t>
            </a:r>
            <a:r>
              <a:rPr sz="1800" b="1" dirty="0">
                <a:latin typeface="Trebuchet MS" panose="020B0603020202020204"/>
                <a:cs typeface="Trebuchet MS" panose="020B0603020202020204"/>
              </a:rPr>
              <a:t>stream</a:t>
            </a:r>
            <a:r>
              <a:rPr sz="1800" b="1" spc="-40" dirty="0">
                <a:latin typeface="Trebuchet MS" panose="020B0603020202020204"/>
                <a:cs typeface="Trebuchet MS" panose="020B0603020202020204"/>
              </a:rPr>
              <a:t> </a:t>
            </a:r>
            <a:r>
              <a:rPr sz="1800" b="1" dirty="0">
                <a:latin typeface="Trebuchet MS" panose="020B0603020202020204"/>
                <a:cs typeface="Trebuchet MS" panose="020B0603020202020204"/>
              </a:rPr>
              <a:t>FROM</a:t>
            </a:r>
            <a:r>
              <a:rPr sz="1800" b="1" spc="-55" dirty="0">
                <a:latin typeface="Trebuchet MS" panose="020B0603020202020204"/>
                <a:cs typeface="Trebuchet MS" panose="020B0603020202020204"/>
              </a:rPr>
              <a:t> </a:t>
            </a:r>
            <a:r>
              <a:rPr sz="1800" b="1" spc="-20" dirty="0">
                <a:latin typeface="Trebuchet MS" panose="020B0603020202020204"/>
                <a:cs typeface="Trebuchet MS" panose="020B0603020202020204"/>
              </a:rPr>
              <a:t>stud </a:t>
            </a:r>
            <a:r>
              <a:rPr sz="1800" b="1" dirty="0">
                <a:latin typeface="Trebuchet MS" panose="020B0603020202020204"/>
                <a:cs typeface="Trebuchet MS" panose="020B0603020202020204"/>
              </a:rPr>
              <a:t>WHERE</a:t>
            </a:r>
            <a:r>
              <a:rPr sz="1800" b="1" spc="-75" dirty="0">
                <a:latin typeface="Trebuchet MS" panose="020B0603020202020204"/>
                <a:cs typeface="Trebuchet MS" panose="020B0603020202020204"/>
              </a:rPr>
              <a:t> </a:t>
            </a:r>
            <a:r>
              <a:rPr sz="1800" b="1" dirty="0">
                <a:latin typeface="Trebuchet MS" panose="020B0603020202020204"/>
                <a:cs typeface="Trebuchet MS" panose="020B0603020202020204"/>
              </a:rPr>
              <a:t>stream</a:t>
            </a:r>
            <a:r>
              <a:rPr sz="1800" b="1" spc="-50" dirty="0">
                <a:latin typeface="Trebuchet MS" panose="020B0603020202020204"/>
                <a:cs typeface="Trebuchet MS" panose="020B0603020202020204"/>
              </a:rPr>
              <a:t> </a:t>
            </a:r>
            <a:r>
              <a:rPr sz="1800" b="1" spc="-10" dirty="0">
                <a:latin typeface="Trebuchet MS" panose="020B0603020202020204"/>
                <a:cs typeface="Trebuchet MS" panose="020B0603020202020204"/>
              </a:rPr>
              <a:t>=‘BSCIT’</a:t>
            </a:r>
            <a:endParaRPr sz="1800">
              <a:latin typeface="Trebuchet MS" panose="020B0603020202020204"/>
              <a:cs typeface="Trebuchet MS" panose="020B0603020202020204"/>
            </a:endParaRPr>
          </a:p>
          <a:p>
            <a:pPr marL="91440">
              <a:lnSpc>
                <a:spcPct val="100000"/>
              </a:lnSpc>
            </a:pPr>
            <a:r>
              <a:rPr sz="1800" b="1" dirty="0">
                <a:latin typeface="Trebuchet MS" panose="020B0603020202020204"/>
                <a:cs typeface="Trebuchet MS" panose="020B0603020202020204"/>
              </a:rPr>
              <a:t>ORDER</a:t>
            </a:r>
            <a:r>
              <a:rPr sz="1800" b="1" spc="-15" dirty="0">
                <a:latin typeface="Trebuchet MS" panose="020B0603020202020204"/>
                <a:cs typeface="Trebuchet MS" panose="020B0603020202020204"/>
              </a:rPr>
              <a:t> </a:t>
            </a:r>
            <a:r>
              <a:rPr sz="1800" b="1" dirty="0">
                <a:latin typeface="Trebuchet MS" panose="020B0603020202020204"/>
                <a:cs typeface="Trebuchet MS" panose="020B0603020202020204"/>
              </a:rPr>
              <a:t>BY</a:t>
            </a:r>
            <a:r>
              <a:rPr sz="1800" b="1" spc="-65" dirty="0">
                <a:latin typeface="Trebuchet MS" panose="020B0603020202020204"/>
                <a:cs typeface="Trebuchet MS" panose="020B0603020202020204"/>
              </a:rPr>
              <a:t> </a:t>
            </a:r>
            <a:r>
              <a:rPr sz="1800" b="1" dirty="0">
                <a:latin typeface="Trebuchet MS" panose="020B0603020202020204"/>
                <a:cs typeface="Trebuchet MS" panose="020B0603020202020204"/>
              </a:rPr>
              <a:t>rlno</a:t>
            </a:r>
            <a:r>
              <a:rPr sz="1800" b="1" spc="-35" dirty="0">
                <a:latin typeface="Trebuchet MS" panose="020B0603020202020204"/>
                <a:cs typeface="Trebuchet MS" panose="020B0603020202020204"/>
              </a:rPr>
              <a:t> </a:t>
            </a:r>
            <a:r>
              <a:rPr sz="1800" b="1" spc="-10" dirty="0">
                <a:solidFill>
                  <a:srgbClr val="FF0000"/>
                </a:solidFill>
                <a:latin typeface="Trebuchet MS" panose="020B0603020202020204"/>
                <a:cs typeface="Trebuchet MS" panose="020B0603020202020204"/>
              </a:rPr>
              <a:t>DESC</a:t>
            </a:r>
            <a:r>
              <a:rPr sz="1800" b="1" spc="-10" dirty="0">
                <a:latin typeface="Trebuchet MS" panose="020B0603020202020204"/>
                <a:cs typeface="Trebuchet MS" panose="020B0603020202020204"/>
              </a:rPr>
              <a:t>;</a:t>
            </a:r>
            <a:endParaRPr sz="1800">
              <a:latin typeface="Trebuchet MS" panose="020B0603020202020204"/>
              <a:cs typeface="Trebuchet MS" panose="020B0603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3528695">
              <a:lnSpc>
                <a:spcPct val="100000"/>
              </a:lnSpc>
              <a:spcBef>
                <a:spcPts val="105"/>
              </a:spcBef>
            </a:pPr>
            <a:r>
              <a:rPr sz="4400" b="0" spc="-10" dirty="0">
                <a:latin typeface="Trebuchet MS" panose="020B0603020202020204"/>
                <a:cs typeface="Trebuchet MS" panose="020B0603020202020204"/>
              </a:rPr>
              <a:t>SELECT</a:t>
            </a:r>
            <a:endParaRPr sz="4400">
              <a:latin typeface="Trebuchet MS" panose="020B0603020202020204"/>
              <a:cs typeface="Trebuchet MS" panose="020B0603020202020204"/>
            </a:endParaRPr>
          </a:p>
        </p:txBody>
      </p:sp>
      <p:sp>
        <p:nvSpPr>
          <p:cNvPr id="3" name="object 3"/>
          <p:cNvSpPr txBox="1"/>
          <p:nvPr/>
        </p:nvSpPr>
        <p:spPr>
          <a:xfrm>
            <a:off x="535940" y="1625854"/>
            <a:ext cx="6791325" cy="1002030"/>
          </a:xfrm>
          <a:prstGeom prst="rect">
            <a:avLst/>
          </a:prstGeom>
        </p:spPr>
        <p:txBody>
          <a:bodyPr vert="horz" wrap="square" lIns="0" tIns="13335" rIns="0" bIns="0" rtlCol="0">
            <a:spAutoFit/>
          </a:bodyPr>
          <a:lstStyle/>
          <a:p>
            <a:pPr marL="354965" indent="-342265">
              <a:lnSpc>
                <a:spcPct val="100000"/>
              </a:lnSpc>
              <a:spcBef>
                <a:spcPts val="105"/>
              </a:spcBef>
              <a:buFont typeface="Wingdings" panose="05000000000000000000"/>
              <a:buChar char=""/>
              <a:tabLst>
                <a:tab pos="354965" algn="l"/>
              </a:tabLst>
            </a:pPr>
            <a:r>
              <a:rPr sz="2000" spc="-110" dirty="0">
                <a:latin typeface="Trebuchet MS" panose="020B0603020202020204"/>
                <a:cs typeface="Trebuchet MS" panose="020B0603020202020204"/>
              </a:rPr>
              <a:t>To</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retrieve</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data</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stored</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in</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our</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tables,</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we</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use</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40" dirty="0">
                <a:latin typeface="Trebuchet MS" panose="020B0603020202020204"/>
                <a:cs typeface="Trebuchet MS" panose="020B0603020202020204"/>
              </a:rPr>
              <a:t> </a:t>
            </a:r>
            <a:r>
              <a:rPr sz="2000" spc="-10" dirty="0">
                <a:latin typeface="Trebuchet MS" panose="020B0603020202020204"/>
                <a:cs typeface="Trebuchet MS" panose="020B0603020202020204"/>
              </a:rPr>
              <a:t>SELECT</a:t>
            </a:r>
            <a:endParaRPr sz="2000">
              <a:latin typeface="Trebuchet MS" panose="020B0603020202020204"/>
              <a:cs typeface="Trebuchet MS" panose="020B0603020202020204"/>
            </a:endParaRPr>
          </a:p>
          <a:p>
            <a:pPr marL="355600">
              <a:lnSpc>
                <a:spcPct val="100000"/>
              </a:lnSpc>
            </a:pPr>
            <a:r>
              <a:rPr sz="2000" spc="-10" dirty="0">
                <a:latin typeface="Trebuchet MS" panose="020B0603020202020204"/>
                <a:cs typeface="Trebuchet MS" panose="020B0603020202020204"/>
              </a:rPr>
              <a:t>statement.</a:t>
            </a:r>
            <a:endParaRPr sz="2000">
              <a:latin typeface="Trebuchet MS" panose="020B0603020202020204"/>
              <a:cs typeface="Trebuchet MS" panose="020B0603020202020204"/>
            </a:endParaRPr>
          </a:p>
          <a:p>
            <a:pPr marL="354965" indent="-342265">
              <a:lnSpc>
                <a:spcPct val="100000"/>
              </a:lnSpc>
              <a:spcBef>
                <a:spcPts val="480"/>
              </a:spcBef>
              <a:buFont typeface="Wingdings" panose="05000000000000000000"/>
              <a:buChar char=""/>
              <a:tabLst>
                <a:tab pos="354965" algn="l"/>
              </a:tabLst>
            </a:pPr>
            <a:r>
              <a:rPr sz="2000" spc="-10" dirty="0">
                <a:latin typeface="Trebuchet MS" panose="020B0603020202020204"/>
                <a:cs typeface="Trebuchet MS" panose="020B0603020202020204"/>
              </a:rPr>
              <a:t>Syntax:</a:t>
            </a:r>
            <a:endParaRPr sz="2000">
              <a:latin typeface="Trebuchet MS" panose="020B0603020202020204"/>
              <a:cs typeface="Trebuchet MS" panose="020B0603020202020204"/>
            </a:endParaRPr>
          </a:p>
        </p:txBody>
      </p:sp>
      <p:sp>
        <p:nvSpPr>
          <p:cNvPr id="4" name="object 4"/>
          <p:cNvSpPr txBox="1"/>
          <p:nvPr/>
        </p:nvSpPr>
        <p:spPr>
          <a:xfrm>
            <a:off x="535940" y="4621148"/>
            <a:ext cx="1522730" cy="391160"/>
          </a:xfrm>
          <a:prstGeom prst="rect">
            <a:avLst/>
          </a:prstGeom>
        </p:spPr>
        <p:txBody>
          <a:bodyPr vert="horz" wrap="square" lIns="0" tIns="12700" rIns="0" bIns="0" rtlCol="0">
            <a:spAutoFit/>
          </a:bodyPr>
          <a:lstStyle/>
          <a:p>
            <a:pPr marL="354965" indent="-342265">
              <a:lnSpc>
                <a:spcPct val="100000"/>
              </a:lnSpc>
              <a:spcBef>
                <a:spcPts val="100"/>
              </a:spcBef>
              <a:buFont typeface="Wingdings" panose="05000000000000000000"/>
              <a:buChar char=""/>
              <a:tabLst>
                <a:tab pos="354965" algn="l"/>
              </a:tabLst>
            </a:pPr>
            <a:r>
              <a:rPr sz="2400" spc="-10" dirty="0">
                <a:latin typeface="Trebuchet MS" panose="020B0603020202020204"/>
                <a:cs typeface="Trebuchet MS" panose="020B0603020202020204"/>
              </a:rPr>
              <a:t>Example</a:t>
            </a:r>
            <a:endParaRPr sz="2400">
              <a:latin typeface="Trebuchet MS" panose="020B0603020202020204"/>
              <a:cs typeface="Trebuchet MS" panose="020B0603020202020204"/>
            </a:endParaRPr>
          </a:p>
        </p:txBody>
      </p:sp>
      <p:sp>
        <p:nvSpPr>
          <p:cNvPr id="5" name="object 5"/>
          <p:cNvSpPr txBox="1"/>
          <p:nvPr/>
        </p:nvSpPr>
        <p:spPr>
          <a:xfrm>
            <a:off x="654494" y="2909061"/>
            <a:ext cx="7849234" cy="1380490"/>
          </a:xfrm>
          <a:prstGeom prst="rect">
            <a:avLst/>
          </a:prstGeom>
          <a:ln w="12700">
            <a:solidFill>
              <a:srgbClr val="297ED4"/>
            </a:solidFill>
          </a:ln>
        </p:spPr>
        <p:txBody>
          <a:bodyPr vert="horz" wrap="square" lIns="0" tIns="149225" rIns="0" bIns="0" rtlCol="0">
            <a:spAutoFit/>
          </a:bodyPr>
          <a:lstStyle/>
          <a:p>
            <a:pPr marL="91440" marR="1546860">
              <a:lnSpc>
                <a:spcPct val="100000"/>
              </a:lnSpc>
              <a:spcBef>
                <a:spcPts val="1175"/>
              </a:spcBef>
            </a:pPr>
            <a:r>
              <a:rPr sz="2000" b="1" dirty="0">
                <a:latin typeface="Trebuchet MS" panose="020B0603020202020204"/>
                <a:cs typeface="Trebuchet MS" panose="020B0603020202020204"/>
              </a:rPr>
              <a:t>SELECT</a:t>
            </a:r>
            <a:r>
              <a:rPr sz="2000" b="1" spc="-70" dirty="0">
                <a:latin typeface="Trebuchet MS" panose="020B0603020202020204"/>
                <a:cs typeface="Trebuchet MS" panose="020B0603020202020204"/>
              </a:rPr>
              <a:t> </a:t>
            </a:r>
            <a:r>
              <a:rPr sz="2000" b="1" dirty="0">
                <a:latin typeface="Trebuchet MS" panose="020B0603020202020204"/>
                <a:cs typeface="Trebuchet MS" panose="020B0603020202020204"/>
              </a:rPr>
              <a:t>*/&lt;fieldname&gt;</a:t>
            </a:r>
            <a:r>
              <a:rPr sz="2000" b="1" spc="-60" dirty="0">
                <a:latin typeface="Trebuchet MS" panose="020B0603020202020204"/>
                <a:cs typeface="Trebuchet MS" panose="020B0603020202020204"/>
              </a:rPr>
              <a:t> </a:t>
            </a:r>
            <a:r>
              <a:rPr sz="2000" b="1" dirty="0">
                <a:solidFill>
                  <a:srgbClr val="FF0000"/>
                </a:solidFill>
                <a:latin typeface="Trebuchet MS" panose="020B0603020202020204"/>
                <a:cs typeface="Trebuchet MS" panose="020B0603020202020204"/>
              </a:rPr>
              <a:t>|</a:t>
            </a:r>
            <a:r>
              <a:rPr sz="2000" b="1" spc="-25" dirty="0">
                <a:solidFill>
                  <a:srgbClr val="FF0000"/>
                </a:solidFill>
                <a:latin typeface="Trebuchet MS" panose="020B0603020202020204"/>
                <a:cs typeface="Trebuchet MS" panose="020B0603020202020204"/>
              </a:rPr>
              <a:t>  </a:t>
            </a:r>
            <a:r>
              <a:rPr sz="2000" b="1" dirty="0">
                <a:latin typeface="Trebuchet MS" panose="020B0603020202020204"/>
                <a:cs typeface="Trebuchet MS" panose="020B0603020202020204"/>
              </a:rPr>
              <a:t>FROM</a:t>
            </a:r>
            <a:r>
              <a:rPr sz="2000" b="1" spc="-20" dirty="0">
                <a:latin typeface="Trebuchet MS" panose="020B0603020202020204"/>
                <a:cs typeface="Trebuchet MS" panose="020B0603020202020204"/>
              </a:rPr>
              <a:t> </a:t>
            </a:r>
            <a:r>
              <a:rPr sz="2000" b="1" dirty="0">
                <a:latin typeface="Trebuchet MS" panose="020B0603020202020204"/>
                <a:cs typeface="Trebuchet MS" panose="020B0603020202020204"/>
              </a:rPr>
              <a:t>&lt;table_name&gt;</a:t>
            </a:r>
            <a:r>
              <a:rPr sz="2000" b="1" spc="-70" dirty="0">
                <a:latin typeface="Trebuchet MS" panose="020B0603020202020204"/>
                <a:cs typeface="Trebuchet MS" panose="020B0603020202020204"/>
              </a:rPr>
              <a:t> </a:t>
            </a:r>
            <a:r>
              <a:rPr sz="2000" b="1" dirty="0">
                <a:solidFill>
                  <a:srgbClr val="FF0000"/>
                </a:solidFill>
                <a:latin typeface="Trebuchet MS" panose="020B0603020202020204"/>
                <a:cs typeface="Trebuchet MS" panose="020B0603020202020204"/>
              </a:rPr>
              <a:t>|</a:t>
            </a:r>
            <a:r>
              <a:rPr sz="2000" b="1" spc="-60" dirty="0">
                <a:solidFill>
                  <a:srgbClr val="FF0000"/>
                </a:solidFill>
                <a:latin typeface="Trebuchet MS" panose="020B0603020202020204"/>
                <a:cs typeface="Trebuchet MS" panose="020B0603020202020204"/>
              </a:rPr>
              <a:t> </a:t>
            </a:r>
            <a:r>
              <a:rPr sz="2000" b="1" spc="-25" dirty="0">
                <a:latin typeface="Trebuchet MS" panose="020B0603020202020204"/>
                <a:cs typeface="Trebuchet MS" panose="020B0603020202020204"/>
              </a:rPr>
              <a:t>TAB </a:t>
            </a:r>
            <a:r>
              <a:rPr sz="2000" b="1" dirty="0">
                <a:solidFill>
                  <a:srgbClr val="FF0000"/>
                </a:solidFill>
                <a:latin typeface="Trebuchet MS" panose="020B0603020202020204"/>
                <a:cs typeface="Trebuchet MS" panose="020B0603020202020204"/>
              </a:rPr>
              <a:t>[</a:t>
            </a:r>
            <a:r>
              <a:rPr sz="2000" b="1" spc="-15" dirty="0">
                <a:solidFill>
                  <a:srgbClr val="FF0000"/>
                </a:solidFill>
                <a:latin typeface="Trebuchet MS" panose="020B0603020202020204"/>
                <a:cs typeface="Trebuchet MS" panose="020B0603020202020204"/>
              </a:rPr>
              <a:t> </a:t>
            </a:r>
            <a:r>
              <a:rPr sz="2000" b="1" dirty="0">
                <a:latin typeface="Trebuchet MS" panose="020B0603020202020204"/>
                <a:cs typeface="Trebuchet MS" panose="020B0603020202020204"/>
              </a:rPr>
              <a:t>WHERE</a:t>
            </a:r>
            <a:r>
              <a:rPr sz="2000" b="1" spc="-20" dirty="0">
                <a:latin typeface="Trebuchet MS" panose="020B0603020202020204"/>
                <a:cs typeface="Trebuchet MS" panose="020B0603020202020204"/>
              </a:rPr>
              <a:t>  </a:t>
            </a:r>
            <a:r>
              <a:rPr sz="2000" b="1" dirty="0">
                <a:latin typeface="Trebuchet MS" panose="020B0603020202020204"/>
                <a:cs typeface="Trebuchet MS" panose="020B0603020202020204"/>
              </a:rPr>
              <a:t>&lt;condition&gt;</a:t>
            </a:r>
            <a:r>
              <a:rPr sz="2000" b="1" spc="-35" dirty="0">
                <a:latin typeface="Trebuchet MS" panose="020B0603020202020204"/>
                <a:cs typeface="Trebuchet MS" panose="020B0603020202020204"/>
              </a:rPr>
              <a:t> </a:t>
            </a:r>
            <a:r>
              <a:rPr sz="2000" b="1" spc="-50" dirty="0">
                <a:solidFill>
                  <a:srgbClr val="FF0000"/>
                </a:solidFill>
                <a:latin typeface="Trebuchet MS" panose="020B0603020202020204"/>
                <a:cs typeface="Trebuchet MS" panose="020B0603020202020204"/>
              </a:rPr>
              <a:t>]</a:t>
            </a:r>
            <a:endParaRPr sz="2000">
              <a:latin typeface="Trebuchet MS" panose="020B0603020202020204"/>
              <a:cs typeface="Trebuchet MS" panose="020B0603020202020204"/>
            </a:endParaRPr>
          </a:p>
          <a:p>
            <a:pPr marL="91440">
              <a:lnSpc>
                <a:spcPct val="100000"/>
              </a:lnSpc>
            </a:pPr>
            <a:r>
              <a:rPr sz="2000" b="1" dirty="0">
                <a:solidFill>
                  <a:srgbClr val="FF0000"/>
                </a:solidFill>
                <a:latin typeface="Trebuchet MS" panose="020B0603020202020204"/>
                <a:cs typeface="Trebuchet MS" panose="020B0603020202020204"/>
              </a:rPr>
              <a:t>[</a:t>
            </a:r>
            <a:r>
              <a:rPr sz="2000" b="1" dirty="0">
                <a:latin typeface="Trebuchet MS" panose="020B0603020202020204"/>
                <a:cs typeface="Trebuchet MS" panose="020B0603020202020204"/>
              </a:rPr>
              <a:t>GROUP</a:t>
            </a:r>
            <a:r>
              <a:rPr sz="2000" b="1" spc="-85" dirty="0">
                <a:latin typeface="Trebuchet MS" panose="020B0603020202020204"/>
                <a:cs typeface="Trebuchet MS" panose="020B0603020202020204"/>
              </a:rPr>
              <a:t> </a:t>
            </a:r>
            <a:r>
              <a:rPr sz="2000" b="1" dirty="0">
                <a:latin typeface="Trebuchet MS" panose="020B0603020202020204"/>
                <a:cs typeface="Trebuchet MS" panose="020B0603020202020204"/>
              </a:rPr>
              <a:t>BY</a:t>
            </a:r>
            <a:r>
              <a:rPr sz="2000" b="1" spc="-80" dirty="0">
                <a:latin typeface="Trebuchet MS" panose="020B0603020202020204"/>
                <a:cs typeface="Trebuchet MS" panose="020B0603020202020204"/>
              </a:rPr>
              <a:t> </a:t>
            </a:r>
            <a:r>
              <a:rPr sz="2000" b="1" dirty="0">
                <a:solidFill>
                  <a:srgbClr val="FF0000"/>
                </a:solidFill>
                <a:latin typeface="Trebuchet MS" panose="020B0603020202020204"/>
                <a:cs typeface="Trebuchet MS" panose="020B0603020202020204"/>
              </a:rPr>
              <a:t>&lt;fieldname&gt;</a:t>
            </a:r>
            <a:r>
              <a:rPr lang="en-US" altLang="en-US" sz="2000" b="1" dirty="0">
                <a:solidFill>
                  <a:srgbClr val="FF0000"/>
                </a:solidFill>
                <a:latin typeface="Trebuchet MS" panose="020B0603020202020204"/>
                <a:cs typeface="Trebuchet MS" panose="020B0603020202020204"/>
              </a:rPr>
              <a:t>                </a:t>
            </a:r>
            <a:r>
              <a:rPr sz="2000" b="1" spc="-60" dirty="0">
                <a:solidFill>
                  <a:schemeClr val="accent1">
                    <a:lumMod val="75000"/>
                  </a:schemeClr>
                </a:solidFill>
                <a:highlight>
                  <a:srgbClr val="00FFFF"/>
                </a:highlight>
                <a:latin typeface="Trebuchet MS" panose="020B0603020202020204"/>
                <a:cs typeface="Trebuchet MS" panose="020B0603020202020204"/>
              </a:rPr>
              <a:t> </a:t>
            </a:r>
            <a:r>
              <a:rPr sz="2000" b="1" spc="-20" dirty="0">
                <a:solidFill>
                  <a:schemeClr val="tx1"/>
                </a:solidFill>
                <a:highlight>
                  <a:srgbClr val="00FFFF"/>
                </a:highlight>
                <a:latin typeface="Trebuchet MS" panose="020B0603020202020204"/>
                <a:cs typeface="Trebuchet MS" panose="020B0603020202020204"/>
              </a:rPr>
              <a:t>[HAVING</a:t>
            </a:r>
            <a:r>
              <a:rPr sz="2000" b="1" spc="-50" dirty="0">
                <a:solidFill>
                  <a:schemeClr val="tx1"/>
                </a:solidFill>
                <a:highlight>
                  <a:srgbClr val="00FFFF"/>
                </a:highlight>
                <a:latin typeface="Trebuchet MS" panose="020B0603020202020204"/>
                <a:cs typeface="Trebuchet MS" panose="020B0603020202020204"/>
              </a:rPr>
              <a:t> </a:t>
            </a:r>
            <a:r>
              <a:rPr sz="2000" b="1" spc="-10" dirty="0">
                <a:solidFill>
                  <a:schemeClr val="tx1"/>
                </a:solidFill>
                <a:highlight>
                  <a:srgbClr val="00FFFF"/>
                </a:highlight>
                <a:latin typeface="Trebuchet MS" panose="020B0603020202020204"/>
                <a:cs typeface="Trebuchet MS" panose="020B0603020202020204"/>
              </a:rPr>
              <a:t>&lt;Condition&gt;]]</a:t>
            </a:r>
            <a:endParaRPr sz="2000">
              <a:solidFill>
                <a:schemeClr val="tx1"/>
              </a:solidFill>
              <a:highlight>
                <a:srgbClr val="00FFFF"/>
              </a:highlight>
              <a:latin typeface="Trebuchet MS" panose="020B0603020202020204"/>
              <a:cs typeface="Trebuchet MS" panose="020B0603020202020204"/>
            </a:endParaRPr>
          </a:p>
          <a:p>
            <a:pPr marL="91440">
              <a:lnSpc>
                <a:spcPct val="100000"/>
              </a:lnSpc>
              <a:spcBef>
                <a:spcPts val="5"/>
              </a:spcBef>
            </a:pPr>
            <a:r>
              <a:rPr sz="2000" b="1" dirty="0">
                <a:solidFill>
                  <a:srgbClr val="FF0000"/>
                </a:solidFill>
                <a:latin typeface="Trebuchet MS" panose="020B0603020202020204"/>
                <a:cs typeface="Trebuchet MS" panose="020B0603020202020204"/>
              </a:rPr>
              <a:t>[</a:t>
            </a:r>
            <a:r>
              <a:rPr sz="2000" b="1" dirty="0">
                <a:latin typeface="Trebuchet MS" panose="020B0603020202020204"/>
                <a:cs typeface="Trebuchet MS" panose="020B0603020202020204"/>
              </a:rPr>
              <a:t>ORDER</a:t>
            </a:r>
            <a:r>
              <a:rPr sz="2000" b="1" spc="-20" dirty="0">
                <a:latin typeface="Trebuchet MS" panose="020B0603020202020204"/>
                <a:cs typeface="Trebuchet MS" panose="020B0603020202020204"/>
              </a:rPr>
              <a:t> </a:t>
            </a:r>
            <a:r>
              <a:rPr sz="2000" b="1" dirty="0">
                <a:latin typeface="Trebuchet MS" panose="020B0603020202020204"/>
                <a:cs typeface="Trebuchet MS" panose="020B0603020202020204"/>
              </a:rPr>
              <a:t>BY</a:t>
            </a:r>
            <a:r>
              <a:rPr sz="2000" b="1" spc="-70" dirty="0">
                <a:latin typeface="Trebuchet MS" panose="020B0603020202020204"/>
                <a:cs typeface="Trebuchet MS" panose="020B0603020202020204"/>
              </a:rPr>
              <a:t> </a:t>
            </a:r>
            <a:r>
              <a:rPr sz="2000" b="1" dirty="0">
                <a:solidFill>
                  <a:srgbClr val="FF0000"/>
                </a:solidFill>
                <a:latin typeface="Trebuchet MS" panose="020B0603020202020204"/>
                <a:cs typeface="Trebuchet MS" panose="020B0603020202020204"/>
              </a:rPr>
              <a:t>&lt;fieldname&gt;</a:t>
            </a:r>
            <a:r>
              <a:rPr sz="2000" b="1" spc="-35" dirty="0">
                <a:solidFill>
                  <a:srgbClr val="FF0000"/>
                </a:solidFill>
                <a:latin typeface="Trebuchet MS" panose="020B0603020202020204"/>
                <a:cs typeface="Trebuchet MS" panose="020B0603020202020204"/>
              </a:rPr>
              <a:t> </a:t>
            </a:r>
            <a:r>
              <a:rPr lang="en-US" altLang="en-US" sz="2000" b="1" spc="-35" dirty="0">
                <a:solidFill>
                  <a:srgbClr val="FF0000"/>
                </a:solidFill>
                <a:latin typeface="Trebuchet MS" panose="020B0603020202020204"/>
                <a:cs typeface="Trebuchet MS" panose="020B0603020202020204"/>
              </a:rPr>
              <a:t>                </a:t>
            </a:r>
            <a:r>
              <a:rPr sz="2000" b="1" spc="-35" dirty="0">
                <a:solidFill>
                  <a:srgbClr val="FF0000"/>
                </a:solidFill>
                <a:highlight>
                  <a:srgbClr val="00FFFF"/>
                </a:highlight>
                <a:latin typeface="Trebuchet MS" panose="020B0603020202020204"/>
                <a:cs typeface="Trebuchet MS" panose="020B0603020202020204"/>
              </a:rPr>
              <a:t> </a:t>
            </a:r>
            <a:r>
              <a:rPr sz="2000" b="1" spc="-10" dirty="0">
                <a:solidFill>
                  <a:srgbClr val="FF0000"/>
                </a:solidFill>
                <a:highlight>
                  <a:srgbClr val="00FFFF"/>
                </a:highlight>
                <a:latin typeface="Trebuchet MS" panose="020B0603020202020204"/>
                <a:cs typeface="Trebuchet MS" panose="020B0603020202020204"/>
              </a:rPr>
              <a:t>[</a:t>
            </a:r>
            <a:r>
              <a:rPr sz="2000" b="1" spc="-10" dirty="0">
                <a:highlight>
                  <a:srgbClr val="00FFFF"/>
                </a:highlight>
                <a:latin typeface="Trebuchet MS" panose="020B0603020202020204"/>
                <a:cs typeface="Trebuchet MS" panose="020B0603020202020204"/>
              </a:rPr>
              <a:t>ORDER</a:t>
            </a:r>
            <a:r>
              <a:rPr sz="2000" b="1" spc="-10" dirty="0">
                <a:solidFill>
                  <a:srgbClr val="FF0000"/>
                </a:solidFill>
                <a:highlight>
                  <a:srgbClr val="00FFFF"/>
                </a:highlight>
                <a:latin typeface="Trebuchet MS" panose="020B0603020202020204"/>
                <a:cs typeface="Trebuchet MS" panose="020B0603020202020204"/>
              </a:rPr>
              <a:t>]]</a:t>
            </a:r>
            <a:r>
              <a:rPr sz="2000" b="1" spc="-10" dirty="0">
                <a:highlight>
                  <a:srgbClr val="00FFFF"/>
                </a:highlight>
                <a:latin typeface="Trebuchet MS" panose="020B0603020202020204"/>
                <a:cs typeface="Trebuchet MS" panose="020B0603020202020204"/>
              </a:rPr>
              <a:t>;</a:t>
            </a:r>
            <a:endParaRPr sz="2000" b="1" spc="-10" dirty="0">
              <a:highlight>
                <a:srgbClr val="00FFFF"/>
              </a:highlight>
              <a:latin typeface="Trebuchet MS" panose="020B0603020202020204"/>
              <a:cs typeface="Trebuchet MS" panose="020B0603020202020204"/>
            </a:endParaRPr>
          </a:p>
        </p:txBody>
      </p:sp>
      <p:sp>
        <p:nvSpPr>
          <p:cNvPr id="6" name="object 6"/>
          <p:cNvSpPr txBox="1"/>
          <p:nvPr/>
        </p:nvSpPr>
        <p:spPr>
          <a:xfrm>
            <a:off x="654494" y="5334000"/>
            <a:ext cx="7849234" cy="1371600"/>
          </a:xfrm>
          <a:prstGeom prst="rect">
            <a:avLst/>
          </a:prstGeom>
          <a:solidFill>
            <a:srgbClr val="FFFFFF"/>
          </a:solidFill>
          <a:ln w="12700">
            <a:solidFill>
              <a:srgbClr val="297ED4"/>
            </a:solidFill>
          </a:ln>
        </p:spPr>
        <p:txBody>
          <a:bodyPr vert="horz" wrap="square" lIns="0" tIns="25400" rIns="0" bIns="0" rtlCol="0">
            <a:spAutoFit/>
          </a:bodyPr>
          <a:lstStyle/>
          <a:p>
            <a:pPr marL="91440">
              <a:lnSpc>
                <a:spcPct val="100000"/>
              </a:lnSpc>
              <a:spcBef>
                <a:spcPts val="200"/>
              </a:spcBef>
            </a:pPr>
            <a:r>
              <a:rPr sz="1800" b="1" dirty="0">
                <a:latin typeface="Trebuchet MS" panose="020B0603020202020204"/>
                <a:cs typeface="Trebuchet MS" panose="020B0603020202020204"/>
              </a:rPr>
              <a:t>SELECT</a:t>
            </a:r>
            <a:r>
              <a:rPr sz="1800" b="1" spc="-55" dirty="0">
                <a:latin typeface="Trebuchet MS" panose="020B0603020202020204"/>
                <a:cs typeface="Trebuchet MS" panose="020B0603020202020204"/>
              </a:rPr>
              <a:t> </a:t>
            </a:r>
            <a:r>
              <a:rPr sz="1800" b="1" dirty="0">
                <a:latin typeface="Trebuchet MS" panose="020B0603020202020204"/>
                <a:cs typeface="Trebuchet MS" panose="020B0603020202020204"/>
              </a:rPr>
              <a:t>*</a:t>
            </a:r>
            <a:r>
              <a:rPr sz="1800" b="1" spc="-40" dirty="0">
                <a:latin typeface="Trebuchet MS" panose="020B0603020202020204"/>
                <a:cs typeface="Trebuchet MS" panose="020B0603020202020204"/>
              </a:rPr>
              <a:t> </a:t>
            </a:r>
            <a:r>
              <a:rPr sz="1800" b="1" dirty="0">
                <a:latin typeface="Trebuchet MS" panose="020B0603020202020204"/>
                <a:cs typeface="Trebuchet MS" panose="020B0603020202020204"/>
              </a:rPr>
              <a:t>FROM</a:t>
            </a:r>
            <a:r>
              <a:rPr sz="1800" b="1" spc="-40" dirty="0">
                <a:latin typeface="Trebuchet MS" panose="020B0603020202020204"/>
                <a:cs typeface="Trebuchet MS" panose="020B0603020202020204"/>
              </a:rPr>
              <a:t> </a:t>
            </a:r>
            <a:r>
              <a:rPr sz="1800" b="1" spc="-20" dirty="0">
                <a:latin typeface="Trebuchet MS" panose="020B0603020202020204"/>
                <a:cs typeface="Trebuchet MS" panose="020B0603020202020204"/>
              </a:rPr>
              <a:t>emp;</a:t>
            </a:r>
            <a:endParaRPr sz="1800">
              <a:latin typeface="Trebuchet MS" panose="020B0603020202020204"/>
              <a:cs typeface="Trebuchet MS" panose="020B0603020202020204"/>
            </a:endParaRPr>
          </a:p>
          <a:p>
            <a:pPr marL="91440" marR="3647440">
              <a:lnSpc>
                <a:spcPct val="100000"/>
              </a:lnSpc>
            </a:pPr>
            <a:r>
              <a:rPr sz="1800" b="1" dirty="0">
                <a:latin typeface="Trebuchet MS" panose="020B0603020202020204"/>
                <a:cs typeface="Trebuchet MS" panose="020B0603020202020204"/>
              </a:rPr>
              <a:t>SELECT</a:t>
            </a:r>
            <a:r>
              <a:rPr sz="1800" b="1" spc="-75" dirty="0">
                <a:latin typeface="Trebuchet MS" panose="020B0603020202020204"/>
                <a:cs typeface="Trebuchet MS" panose="020B0603020202020204"/>
              </a:rPr>
              <a:t> </a:t>
            </a:r>
            <a:r>
              <a:rPr sz="1800" b="1" dirty="0">
                <a:latin typeface="Trebuchet MS" panose="020B0603020202020204"/>
                <a:cs typeface="Trebuchet MS" panose="020B0603020202020204"/>
              </a:rPr>
              <a:t>rlno,</a:t>
            </a:r>
            <a:r>
              <a:rPr sz="1800" b="1" spc="-60" dirty="0">
                <a:latin typeface="Trebuchet MS" panose="020B0603020202020204"/>
                <a:cs typeface="Trebuchet MS" panose="020B0603020202020204"/>
              </a:rPr>
              <a:t> </a:t>
            </a:r>
            <a:r>
              <a:rPr sz="1800" b="1" dirty="0">
                <a:latin typeface="Trebuchet MS" panose="020B0603020202020204"/>
                <a:cs typeface="Trebuchet MS" panose="020B0603020202020204"/>
              </a:rPr>
              <a:t>name,</a:t>
            </a:r>
            <a:r>
              <a:rPr sz="1800" b="1" spc="-45" dirty="0">
                <a:latin typeface="Trebuchet MS" panose="020B0603020202020204"/>
                <a:cs typeface="Trebuchet MS" panose="020B0603020202020204"/>
              </a:rPr>
              <a:t> </a:t>
            </a:r>
            <a:r>
              <a:rPr sz="1800" b="1" dirty="0">
                <a:latin typeface="Trebuchet MS" panose="020B0603020202020204"/>
                <a:cs typeface="Trebuchet MS" panose="020B0603020202020204"/>
              </a:rPr>
              <a:t>stream</a:t>
            </a:r>
            <a:r>
              <a:rPr sz="1800" b="1" spc="-40" dirty="0">
                <a:latin typeface="Trebuchet MS" panose="020B0603020202020204"/>
                <a:cs typeface="Trebuchet MS" panose="020B0603020202020204"/>
              </a:rPr>
              <a:t> </a:t>
            </a:r>
            <a:r>
              <a:rPr sz="1800" b="1" dirty="0">
                <a:latin typeface="Trebuchet MS" panose="020B0603020202020204"/>
                <a:cs typeface="Trebuchet MS" panose="020B0603020202020204"/>
              </a:rPr>
              <a:t>FROM</a:t>
            </a:r>
            <a:r>
              <a:rPr sz="1800" b="1" spc="-55" dirty="0">
                <a:latin typeface="Trebuchet MS" panose="020B0603020202020204"/>
                <a:cs typeface="Trebuchet MS" panose="020B0603020202020204"/>
              </a:rPr>
              <a:t> </a:t>
            </a:r>
            <a:r>
              <a:rPr sz="1800" b="1" spc="-20" dirty="0">
                <a:latin typeface="Trebuchet MS" panose="020B0603020202020204"/>
                <a:cs typeface="Trebuchet MS" panose="020B0603020202020204"/>
              </a:rPr>
              <a:t>stud </a:t>
            </a:r>
            <a:r>
              <a:rPr sz="1800" b="1" dirty="0">
                <a:latin typeface="Trebuchet MS" panose="020B0603020202020204"/>
                <a:cs typeface="Trebuchet MS" panose="020B0603020202020204"/>
              </a:rPr>
              <a:t>WHERE</a:t>
            </a:r>
            <a:r>
              <a:rPr sz="1800" b="1" spc="-75" dirty="0">
                <a:latin typeface="Trebuchet MS" panose="020B0603020202020204"/>
                <a:cs typeface="Trebuchet MS" panose="020B0603020202020204"/>
              </a:rPr>
              <a:t> </a:t>
            </a:r>
            <a:r>
              <a:rPr sz="1800" b="1" dirty="0">
                <a:latin typeface="Trebuchet MS" panose="020B0603020202020204"/>
                <a:cs typeface="Trebuchet MS" panose="020B0603020202020204"/>
              </a:rPr>
              <a:t>stream</a:t>
            </a:r>
            <a:r>
              <a:rPr sz="1800" b="1" spc="-50" dirty="0">
                <a:latin typeface="Trebuchet MS" panose="020B0603020202020204"/>
                <a:cs typeface="Trebuchet MS" panose="020B0603020202020204"/>
              </a:rPr>
              <a:t> </a:t>
            </a:r>
            <a:r>
              <a:rPr sz="1800" b="1" spc="-10" dirty="0">
                <a:latin typeface="Trebuchet MS" panose="020B0603020202020204"/>
                <a:cs typeface="Trebuchet MS" panose="020B0603020202020204"/>
              </a:rPr>
              <a:t>=‘BSCIT’</a:t>
            </a:r>
            <a:endParaRPr sz="1800">
              <a:latin typeface="Trebuchet MS" panose="020B0603020202020204"/>
              <a:cs typeface="Trebuchet MS" panose="020B0603020202020204"/>
            </a:endParaRPr>
          </a:p>
          <a:p>
            <a:pPr marL="91440">
              <a:lnSpc>
                <a:spcPct val="100000"/>
              </a:lnSpc>
            </a:pPr>
            <a:r>
              <a:rPr sz="1800" b="1" dirty="0">
                <a:latin typeface="Trebuchet MS" panose="020B0603020202020204"/>
                <a:cs typeface="Trebuchet MS" panose="020B0603020202020204"/>
              </a:rPr>
              <a:t>ORDER</a:t>
            </a:r>
            <a:r>
              <a:rPr sz="1800" b="1" spc="-15" dirty="0">
                <a:latin typeface="Trebuchet MS" panose="020B0603020202020204"/>
                <a:cs typeface="Trebuchet MS" panose="020B0603020202020204"/>
              </a:rPr>
              <a:t> </a:t>
            </a:r>
            <a:r>
              <a:rPr sz="1800" b="1" dirty="0">
                <a:latin typeface="Trebuchet MS" panose="020B0603020202020204"/>
                <a:cs typeface="Trebuchet MS" panose="020B0603020202020204"/>
              </a:rPr>
              <a:t>BY</a:t>
            </a:r>
            <a:r>
              <a:rPr sz="1800" b="1" spc="-65" dirty="0">
                <a:latin typeface="Trebuchet MS" panose="020B0603020202020204"/>
                <a:cs typeface="Trebuchet MS" panose="020B0603020202020204"/>
              </a:rPr>
              <a:t> </a:t>
            </a:r>
            <a:r>
              <a:rPr sz="1800" b="1" dirty="0">
                <a:latin typeface="Trebuchet MS" panose="020B0603020202020204"/>
                <a:cs typeface="Trebuchet MS" panose="020B0603020202020204"/>
              </a:rPr>
              <a:t>rlno</a:t>
            </a:r>
            <a:r>
              <a:rPr sz="1800" b="1" spc="-35" dirty="0">
                <a:latin typeface="Trebuchet MS" panose="020B0603020202020204"/>
                <a:cs typeface="Trebuchet MS" panose="020B0603020202020204"/>
              </a:rPr>
              <a:t> </a:t>
            </a:r>
            <a:r>
              <a:rPr sz="1800" b="1" spc="-10" dirty="0">
                <a:solidFill>
                  <a:srgbClr val="FF0000"/>
                </a:solidFill>
                <a:latin typeface="Trebuchet MS" panose="020B0603020202020204"/>
                <a:cs typeface="Trebuchet MS" panose="020B0603020202020204"/>
              </a:rPr>
              <a:t>DESC</a:t>
            </a:r>
            <a:r>
              <a:rPr sz="1800" b="1" spc="-10" dirty="0">
                <a:latin typeface="Trebuchet MS" panose="020B0603020202020204"/>
                <a:cs typeface="Trebuchet MS" panose="020B0603020202020204"/>
              </a:rPr>
              <a:t>;</a:t>
            </a:r>
            <a:endParaRPr sz="1800">
              <a:latin typeface="Trebuchet MS" panose="020B0603020202020204"/>
              <a:cs typeface="Trebuchet MS" panose="020B0603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1162050">
              <a:lnSpc>
                <a:spcPct val="100000"/>
              </a:lnSpc>
              <a:spcBef>
                <a:spcPts val="105"/>
              </a:spcBef>
            </a:pPr>
            <a:r>
              <a:rPr sz="4400" dirty="0"/>
              <a:t>Insert</a:t>
            </a:r>
            <a:r>
              <a:rPr sz="4400" spc="-70" dirty="0"/>
              <a:t> </a:t>
            </a:r>
            <a:r>
              <a:rPr sz="4400" dirty="0"/>
              <a:t>syntax</a:t>
            </a:r>
            <a:r>
              <a:rPr sz="4400" spc="-55" dirty="0"/>
              <a:t> </a:t>
            </a:r>
            <a:r>
              <a:rPr sz="4400" dirty="0"/>
              <a:t>&amp;</a:t>
            </a:r>
            <a:r>
              <a:rPr sz="4400" spc="-70" dirty="0"/>
              <a:t> </a:t>
            </a:r>
            <a:r>
              <a:rPr sz="4400" spc="-10" dirty="0"/>
              <a:t>example:</a:t>
            </a:r>
            <a:endParaRPr sz="4400"/>
          </a:p>
        </p:txBody>
      </p:sp>
      <p:sp>
        <p:nvSpPr>
          <p:cNvPr id="3" name="object 3"/>
          <p:cNvSpPr txBox="1"/>
          <p:nvPr/>
        </p:nvSpPr>
        <p:spPr>
          <a:xfrm>
            <a:off x="502183" y="2971800"/>
            <a:ext cx="8281034" cy="1796414"/>
          </a:xfrm>
          <a:prstGeom prst="rect">
            <a:avLst/>
          </a:prstGeom>
          <a:ln w="12700">
            <a:solidFill>
              <a:srgbClr val="297ED4"/>
            </a:solidFill>
          </a:ln>
        </p:spPr>
        <p:txBody>
          <a:bodyPr vert="horz" wrap="square" lIns="0" tIns="69215" rIns="0" bIns="0" rtlCol="0">
            <a:spAutoFit/>
          </a:bodyPr>
          <a:lstStyle/>
          <a:p>
            <a:pPr marL="91440">
              <a:lnSpc>
                <a:spcPct val="100000"/>
              </a:lnSpc>
              <a:spcBef>
                <a:spcPts val="545"/>
              </a:spcBef>
            </a:pPr>
            <a:r>
              <a:rPr sz="1800" b="1" spc="-10" dirty="0">
                <a:latin typeface="Trebuchet MS" panose="020B0603020202020204"/>
                <a:cs typeface="Trebuchet MS" panose="020B0603020202020204"/>
              </a:rPr>
              <a:t>Syntax:</a:t>
            </a:r>
            <a:endParaRPr sz="1800">
              <a:latin typeface="Trebuchet MS" panose="020B0603020202020204"/>
              <a:cs typeface="Trebuchet MS" panose="020B0603020202020204"/>
            </a:endParaRPr>
          </a:p>
          <a:p>
            <a:pPr>
              <a:lnSpc>
                <a:spcPct val="100000"/>
              </a:lnSpc>
              <a:spcBef>
                <a:spcPts val="75"/>
              </a:spcBef>
            </a:pPr>
            <a:endParaRPr sz="1800">
              <a:latin typeface="Trebuchet MS" panose="020B0603020202020204"/>
              <a:cs typeface="Trebuchet MS" panose="020B0603020202020204"/>
            </a:endParaRPr>
          </a:p>
          <a:p>
            <a:pPr marL="91440" marR="2334260">
              <a:lnSpc>
                <a:spcPct val="100000"/>
              </a:lnSpc>
            </a:pPr>
            <a:r>
              <a:rPr sz="1800" b="1" spc="-10" dirty="0">
                <a:latin typeface="Trebuchet MS" panose="020B0603020202020204"/>
                <a:cs typeface="Trebuchet MS" panose="020B0603020202020204"/>
              </a:rPr>
              <a:t>INSERT</a:t>
            </a:r>
            <a:r>
              <a:rPr sz="1800" b="1" spc="-105" dirty="0">
                <a:latin typeface="Trebuchet MS" panose="020B0603020202020204"/>
                <a:cs typeface="Trebuchet MS" panose="020B0603020202020204"/>
              </a:rPr>
              <a:t> </a:t>
            </a:r>
            <a:r>
              <a:rPr sz="1800" b="1" dirty="0">
                <a:latin typeface="Trebuchet MS" panose="020B0603020202020204"/>
                <a:cs typeface="Trebuchet MS" panose="020B0603020202020204"/>
              </a:rPr>
              <a:t>INTO</a:t>
            </a:r>
            <a:r>
              <a:rPr sz="1800" b="1" spc="409" dirty="0">
                <a:latin typeface="Trebuchet MS" panose="020B0603020202020204"/>
                <a:cs typeface="Trebuchet MS" panose="020B0603020202020204"/>
              </a:rPr>
              <a:t> </a:t>
            </a:r>
            <a:r>
              <a:rPr sz="1800" b="1" dirty="0">
                <a:latin typeface="Trebuchet MS" panose="020B0603020202020204"/>
                <a:cs typeface="Trebuchet MS" panose="020B0603020202020204"/>
              </a:rPr>
              <a:t>&lt;table</a:t>
            </a:r>
            <a:r>
              <a:rPr sz="1800" b="1" spc="-70" dirty="0">
                <a:latin typeface="Trebuchet MS" panose="020B0603020202020204"/>
                <a:cs typeface="Trebuchet MS" panose="020B0603020202020204"/>
              </a:rPr>
              <a:t> </a:t>
            </a:r>
            <a:r>
              <a:rPr sz="1800" b="1" dirty="0">
                <a:latin typeface="Trebuchet MS" panose="020B0603020202020204"/>
                <a:cs typeface="Trebuchet MS" panose="020B0603020202020204"/>
              </a:rPr>
              <a:t>name&gt;</a:t>
            </a:r>
            <a:r>
              <a:rPr sz="1800" b="1" spc="-65" dirty="0">
                <a:latin typeface="Trebuchet MS" panose="020B0603020202020204"/>
                <a:cs typeface="Trebuchet MS" panose="020B0603020202020204"/>
              </a:rPr>
              <a:t> </a:t>
            </a:r>
            <a:r>
              <a:rPr sz="1800" b="1" dirty="0">
                <a:latin typeface="Trebuchet MS" panose="020B0603020202020204"/>
                <a:cs typeface="Trebuchet MS" panose="020B0603020202020204"/>
              </a:rPr>
              <a:t>[(&lt;field</a:t>
            </a:r>
            <a:r>
              <a:rPr sz="1800" b="1" spc="-55" dirty="0">
                <a:latin typeface="Trebuchet MS" panose="020B0603020202020204"/>
                <a:cs typeface="Trebuchet MS" panose="020B0603020202020204"/>
              </a:rPr>
              <a:t> </a:t>
            </a:r>
            <a:r>
              <a:rPr sz="1800" b="1" dirty="0">
                <a:latin typeface="Trebuchet MS" panose="020B0603020202020204"/>
                <a:cs typeface="Trebuchet MS" panose="020B0603020202020204"/>
              </a:rPr>
              <a:t>name&gt;,…)]</a:t>
            </a:r>
            <a:r>
              <a:rPr sz="1800" b="1" spc="-65" dirty="0">
                <a:latin typeface="Trebuchet MS" panose="020B0603020202020204"/>
                <a:cs typeface="Trebuchet MS" panose="020B0603020202020204"/>
              </a:rPr>
              <a:t> </a:t>
            </a:r>
            <a:r>
              <a:rPr sz="1800" b="1" spc="-10" dirty="0">
                <a:latin typeface="Trebuchet MS" panose="020B0603020202020204"/>
                <a:cs typeface="Trebuchet MS" panose="020B0603020202020204"/>
              </a:rPr>
              <a:t>VALUES </a:t>
            </a:r>
            <a:r>
              <a:rPr sz="1800" b="1" spc="-50" dirty="0">
                <a:latin typeface="Trebuchet MS" panose="020B0603020202020204"/>
                <a:cs typeface="Trebuchet MS" panose="020B0603020202020204"/>
              </a:rPr>
              <a:t>(</a:t>
            </a:r>
            <a:endParaRPr sz="1800">
              <a:latin typeface="Trebuchet MS" panose="020B0603020202020204"/>
              <a:cs typeface="Trebuchet MS" panose="020B0603020202020204"/>
            </a:endParaRPr>
          </a:p>
          <a:p>
            <a:pPr marL="91440">
              <a:lnSpc>
                <a:spcPct val="100000"/>
              </a:lnSpc>
            </a:pPr>
            <a:r>
              <a:rPr sz="1800" b="1" spc="-10" dirty="0">
                <a:latin typeface="Trebuchet MS" panose="020B0603020202020204"/>
                <a:cs typeface="Trebuchet MS" panose="020B0603020202020204"/>
              </a:rPr>
              <a:t>&lt;value1&gt;,&lt;value2&gt;…..</a:t>
            </a:r>
            <a:endParaRPr sz="1800">
              <a:latin typeface="Trebuchet MS" panose="020B0603020202020204"/>
              <a:cs typeface="Trebuchet MS" panose="020B0603020202020204"/>
            </a:endParaRPr>
          </a:p>
          <a:p>
            <a:pPr marL="228600">
              <a:lnSpc>
                <a:spcPct val="100000"/>
              </a:lnSpc>
            </a:pPr>
            <a:r>
              <a:rPr sz="1800" b="1" spc="-25" dirty="0">
                <a:latin typeface="Trebuchet MS" panose="020B0603020202020204"/>
                <a:cs typeface="Trebuchet MS" panose="020B0603020202020204"/>
              </a:rPr>
              <a:t>);</a:t>
            </a:r>
            <a:endParaRPr sz="1800">
              <a:latin typeface="Trebuchet MS" panose="020B0603020202020204"/>
              <a:cs typeface="Trebuchet MS" panose="020B0603020202020204"/>
            </a:endParaRPr>
          </a:p>
        </p:txBody>
      </p:sp>
      <p:sp>
        <p:nvSpPr>
          <p:cNvPr id="4" name="object 4"/>
          <p:cNvSpPr txBox="1"/>
          <p:nvPr/>
        </p:nvSpPr>
        <p:spPr>
          <a:xfrm>
            <a:off x="481393" y="5029200"/>
            <a:ext cx="8281034" cy="1035050"/>
          </a:xfrm>
          <a:prstGeom prst="rect">
            <a:avLst/>
          </a:prstGeom>
          <a:solidFill>
            <a:srgbClr val="FFFFFF"/>
          </a:solidFill>
          <a:ln w="12700">
            <a:solidFill>
              <a:srgbClr val="297ED4"/>
            </a:solidFill>
          </a:ln>
        </p:spPr>
        <p:txBody>
          <a:bodyPr vert="horz" wrap="square" lIns="0" tIns="100965" rIns="0" bIns="0" rtlCol="0">
            <a:spAutoFit/>
          </a:bodyPr>
          <a:lstStyle/>
          <a:p>
            <a:pPr marL="91440">
              <a:lnSpc>
                <a:spcPct val="100000"/>
              </a:lnSpc>
              <a:spcBef>
                <a:spcPts val="795"/>
              </a:spcBef>
            </a:pPr>
            <a:r>
              <a:rPr sz="1800" b="1" spc="-10" dirty="0">
                <a:latin typeface="Trebuchet MS" panose="020B0603020202020204"/>
                <a:cs typeface="Trebuchet MS" panose="020B0603020202020204"/>
              </a:rPr>
              <a:t>Example:</a:t>
            </a:r>
            <a:endParaRPr sz="1800">
              <a:latin typeface="Trebuchet MS" panose="020B0603020202020204"/>
              <a:cs typeface="Trebuchet MS" panose="020B0603020202020204"/>
            </a:endParaRPr>
          </a:p>
          <a:p>
            <a:pPr>
              <a:lnSpc>
                <a:spcPct val="100000"/>
              </a:lnSpc>
              <a:spcBef>
                <a:spcPts val="65"/>
              </a:spcBef>
            </a:pPr>
            <a:endParaRPr sz="1800">
              <a:latin typeface="Trebuchet MS" panose="020B0603020202020204"/>
              <a:cs typeface="Trebuchet MS" panose="020B0603020202020204"/>
            </a:endParaRPr>
          </a:p>
          <a:p>
            <a:pPr marL="91440">
              <a:lnSpc>
                <a:spcPct val="100000"/>
              </a:lnSpc>
              <a:spcBef>
                <a:spcPts val="5"/>
              </a:spcBef>
            </a:pPr>
            <a:r>
              <a:rPr sz="1800" b="1" dirty="0">
                <a:latin typeface="Trebuchet MS" panose="020B0603020202020204"/>
                <a:cs typeface="Trebuchet MS" panose="020B0603020202020204"/>
              </a:rPr>
              <a:t>Insert</a:t>
            </a:r>
            <a:r>
              <a:rPr sz="1800" b="1" spc="-40" dirty="0">
                <a:latin typeface="Trebuchet MS" panose="020B0603020202020204"/>
                <a:cs typeface="Trebuchet MS" panose="020B0603020202020204"/>
              </a:rPr>
              <a:t> </a:t>
            </a:r>
            <a:r>
              <a:rPr sz="1800" b="1" dirty="0">
                <a:latin typeface="Trebuchet MS" panose="020B0603020202020204"/>
                <a:cs typeface="Trebuchet MS" panose="020B0603020202020204"/>
              </a:rPr>
              <a:t>into</a:t>
            </a:r>
            <a:r>
              <a:rPr sz="1800" b="1" spc="-50" dirty="0">
                <a:latin typeface="Trebuchet MS" panose="020B0603020202020204"/>
                <a:cs typeface="Trebuchet MS" panose="020B0603020202020204"/>
              </a:rPr>
              <a:t> </a:t>
            </a:r>
            <a:r>
              <a:rPr sz="1800" b="1" dirty="0">
                <a:latin typeface="Trebuchet MS" panose="020B0603020202020204"/>
                <a:cs typeface="Trebuchet MS" panose="020B0603020202020204"/>
              </a:rPr>
              <a:t>stud</a:t>
            </a:r>
            <a:r>
              <a:rPr sz="1800" b="1" spc="-35" dirty="0">
                <a:latin typeface="Trebuchet MS" panose="020B0603020202020204"/>
                <a:cs typeface="Trebuchet MS" panose="020B0603020202020204"/>
              </a:rPr>
              <a:t> </a:t>
            </a:r>
            <a:r>
              <a:rPr sz="1800" b="1" dirty="0">
                <a:latin typeface="Trebuchet MS" panose="020B0603020202020204"/>
                <a:cs typeface="Trebuchet MS" panose="020B0603020202020204"/>
              </a:rPr>
              <a:t>values(</a:t>
            </a:r>
            <a:r>
              <a:rPr sz="1800" b="1" spc="-40" dirty="0">
                <a:latin typeface="Trebuchet MS" panose="020B0603020202020204"/>
                <a:cs typeface="Trebuchet MS" panose="020B0603020202020204"/>
              </a:rPr>
              <a:t> </a:t>
            </a:r>
            <a:r>
              <a:rPr sz="1800" b="1" dirty="0">
                <a:latin typeface="Trebuchet MS" panose="020B0603020202020204"/>
                <a:cs typeface="Trebuchet MS" panose="020B0603020202020204"/>
              </a:rPr>
              <a:t>1</a:t>
            </a:r>
            <a:r>
              <a:rPr sz="1800" b="1" spc="-40" dirty="0">
                <a:latin typeface="Trebuchet MS" panose="020B0603020202020204"/>
                <a:cs typeface="Trebuchet MS" panose="020B0603020202020204"/>
              </a:rPr>
              <a:t> </a:t>
            </a:r>
            <a:r>
              <a:rPr sz="1800" b="1" dirty="0">
                <a:latin typeface="Trebuchet MS" panose="020B0603020202020204"/>
                <a:cs typeface="Trebuchet MS" panose="020B0603020202020204"/>
              </a:rPr>
              <a:t>,’john’,</a:t>
            </a:r>
            <a:r>
              <a:rPr sz="1800" b="1" spc="-45" dirty="0">
                <a:latin typeface="Trebuchet MS" panose="020B0603020202020204"/>
                <a:cs typeface="Trebuchet MS" panose="020B0603020202020204"/>
              </a:rPr>
              <a:t> </a:t>
            </a:r>
            <a:r>
              <a:rPr sz="1800" b="1" dirty="0">
                <a:latin typeface="Trebuchet MS" panose="020B0603020202020204"/>
                <a:cs typeface="Trebuchet MS" panose="020B0603020202020204"/>
              </a:rPr>
              <a:t>‘bscit’,</a:t>
            </a:r>
            <a:r>
              <a:rPr sz="1800" b="1" spc="-30" dirty="0">
                <a:latin typeface="Trebuchet MS" panose="020B0603020202020204"/>
                <a:cs typeface="Trebuchet MS" panose="020B0603020202020204"/>
              </a:rPr>
              <a:t> </a:t>
            </a:r>
            <a:r>
              <a:rPr sz="1800" b="1" spc="-10" dirty="0">
                <a:latin typeface="Trebuchet MS" panose="020B0603020202020204"/>
                <a:cs typeface="Trebuchet MS" panose="020B0603020202020204"/>
              </a:rPr>
              <a:t>‘01-</a:t>
            </a:r>
            <a:r>
              <a:rPr sz="1800" b="1" spc="-20" dirty="0">
                <a:latin typeface="Trebuchet MS" panose="020B0603020202020204"/>
                <a:cs typeface="Trebuchet MS" panose="020B0603020202020204"/>
              </a:rPr>
              <a:t>jan-</a:t>
            </a:r>
            <a:r>
              <a:rPr sz="1800" b="1" dirty="0">
                <a:latin typeface="Trebuchet MS" panose="020B0603020202020204"/>
                <a:cs typeface="Trebuchet MS" panose="020B0603020202020204"/>
              </a:rPr>
              <a:t>03’</a:t>
            </a:r>
            <a:r>
              <a:rPr sz="1800" b="1" spc="-114" dirty="0">
                <a:latin typeface="Trebuchet MS" panose="020B0603020202020204"/>
                <a:cs typeface="Trebuchet MS" panose="020B0603020202020204"/>
              </a:rPr>
              <a:t> </a:t>
            </a:r>
            <a:r>
              <a:rPr sz="1800" b="1" spc="-25" dirty="0">
                <a:latin typeface="Trebuchet MS" panose="020B0603020202020204"/>
                <a:cs typeface="Trebuchet MS" panose="020B0603020202020204"/>
              </a:rPr>
              <a:t>);</a:t>
            </a:r>
            <a:endParaRPr sz="1800">
              <a:latin typeface="Trebuchet MS" panose="020B0603020202020204"/>
              <a:cs typeface="Trebuchet MS" panose="020B0603020202020204"/>
            </a:endParaRPr>
          </a:p>
        </p:txBody>
      </p:sp>
      <p:sp>
        <p:nvSpPr>
          <p:cNvPr id="5" name="object 5"/>
          <p:cNvSpPr txBox="1"/>
          <p:nvPr/>
        </p:nvSpPr>
        <p:spPr>
          <a:xfrm>
            <a:off x="578612" y="1778254"/>
            <a:ext cx="7673975" cy="636270"/>
          </a:xfrm>
          <a:prstGeom prst="rect">
            <a:avLst/>
          </a:prstGeom>
        </p:spPr>
        <p:txBody>
          <a:bodyPr vert="horz" wrap="square" lIns="0" tIns="13335" rIns="0" bIns="0" rtlCol="0">
            <a:spAutoFit/>
          </a:bodyPr>
          <a:lstStyle/>
          <a:p>
            <a:pPr marL="355600" marR="5080" indent="-342900">
              <a:lnSpc>
                <a:spcPct val="100000"/>
              </a:lnSpc>
              <a:spcBef>
                <a:spcPts val="105"/>
              </a:spcBef>
              <a:buFont typeface="Wingdings" panose="05000000000000000000"/>
              <a:buChar char=""/>
              <a:tabLst>
                <a:tab pos="355600" algn="l"/>
              </a:tabLst>
            </a:pPr>
            <a:r>
              <a:rPr sz="2000" spc="-10" dirty="0">
                <a:latin typeface="Trebuchet MS" panose="020B0603020202020204"/>
                <a:cs typeface="Trebuchet MS" panose="020B0603020202020204"/>
              </a:rPr>
              <a:t>It’s</a:t>
            </a:r>
            <a:r>
              <a:rPr sz="2000" spc="-15" dirty="0">
                <a:latin typeface="Trebuchet MS" panose="020B0603020202020204"/>
                <a:cs typeface="Trebuchet MS" panose="020B0603020202020204"/>
              </a:rPr>
              <a:t> </a:t>
            </a:r>
            <a:r>
              <a:rPr sz="2000" dirty="0">
                <a:latin typeface="Trebuchet MS" panose="020B0603020202020204"/>
                <a:cs typeface="Trebuchet MS" panose="020B0603020202020204"/>
              </a:rPr>
              <a:t>a</a:t>
            </a:r>
            <a:r>
              <a:rPr sz="2000" spc="-15" dirty="0">
                <a:latin typeface="Trebuchet MS" panose="020B0603020202020204"/>
                <a:cs typeface="Trebuchet MS" panose="020B0603020202020204"/>
              </a:rPr>
              <a:t> </a:t>
            </a:r>
            <a:r>
              <a:rPr sz="2000" dirty="0">
                <a:latin typeface="Trebuchet MS" panose="020B0603020202020204"/>
                <a:cs typeface="Trebuchet MS" panose="020B0603020202020204"/>
              </a:rPr>
              <a:t>DML</a:t>
            </a:r>
            <a:r>
              <a:rPr sz="2000" spc="-80" dirty="0">
                <a:latin typeface="Trebuchet MS" panose="020B0603020202020204"/>
                <a:cs typeface="Trebuchet MS" panose="020B0603020202020204"/>
              </a:rPr>
              <a:t> </a:t>
            </a:r>
            <a:r>
              <a:rPr sz="2000" dirty="0">
                <a:latin typeface="Trebuchet MS" panose="020B0603020202020204"/>
                <a:cs typeface="Trebuchet MS" panose="020B0603020202020204"/>
              </a:rPr>
              <a:t>command</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which</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is</a:t>
            </a:r>
            <a:r>
              <a:rPr sz="2000" spc="-10" dirty="0">
                <a:latin typeface="Trebuchet MS" panose="020B0603020202020204"/>
                <a:cs typeface="Trebuchet MS" panose="020B0603020202020204"/>
              </a:rPr>
              <a:t> </a:t>
            </a:r>
            <a:r>
              <a:rPr sz="2000" dirty="0">
                <a:latin typeface="Trebuchet MS" panose="020B0603020202020204"/>
                <a:cs typeface="Trebuchet MS" panose="020B0603020202020204"/>
              </a:rPr>
              <a:t>used</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2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enter</a:t>
            </a:r>
            <a:r>
              <a:rPr sz="2000" spc="-3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data</a:t>
            </a:r>
            <a:r>
              <a:rPr sz="2000" spc="-4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inside</a:t>
            </a:r>
            <a:r>
              <a:rPr sz="2000" spc="-3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a</a:t>
            </a:r>
            <a:r>
              <a:rPr sz="2000" spc="-1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field</a:t>
            </a:r>
            <a:r>
              <a:rPr sz="2000" spc="-35" dirty="0">
                <a:highlight>
                  <a:srgbClr val="FFFF00"/>
                </a:highlight>
                <a:latin typeface="Trebuchet MS" panose="020B0603020202020204"/>
                <a:cs typeface="Trebuchet MS" panose="020B0603020202020204"/>
              </a:rPr>
              <a:t> </a:t>
            </a:r>
            <a:r>
              <a:rPr sz="2000" spc="-25" dirty="0">
                <a:highlight>
                  <a:srgbClr val="FFFF00"/>
                </a:highlight>
                <a:latin typeface="Trebuchet MS" panose="020B0603020202020204"/>
                <a:cs typeface="Trebuchet MS" panose="020B0603020202020204"/>
              </a:rPr>
              <a:t>of </a:t>
            </a:r>
            <a:r>
              <a:rPr sz="2000" spc="-10" dirty="0">
                <a:highlight>
                  <a:srgbClr val="FFFF00"/>
                </a:highlight>
                <a:latin typeface="Trebuchet MS" panose="020B0603020202020204"/>
                <a:cs typeface="Trebuchet MS" panose="020B0603020202020204"/>
              </a:rPr>
              <a:t>table.</a:t>
            </a:r>
            <a:endParaRPr sz="2000" spc="-10" dirty="0">
              <a:highlight>
                <a:srgbClr val="FFFF00"/>
              </a:highlight>
              <a:latin typeface="Trebuchet MS" panose="020B0603020202020204"/>
              <a:cs typeface="Trebuchet MS" panose="020B0603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3416300">
              <a:lnSpc>
                <a:spcPct val="100000"/>
              </a:lnSpc>
              <a:spcBef>
                <a:spcPts val="105"/>
              </a:spcBef>
            </a:pPr>
            <a:r>
              <a:rPr sz="4400" spc="-70" dirty="0"/>
              <a:t>UPDATE</a:t>
            </a:r>
            <a:endParaRPr sz="4400"/>
          </a:p>
        </p:txBody>
      </p:sp>
      <p:sp>
        <p:nvSpPr>
          <p:cNvPr id="3" name="object 3"/>
          <p:cNvSpPr txBox="1"/>
          <p:nvPr/>
        </p:nvSpPr>
        <p:spPr>
          <a:xfrm>
            <a:off x="474370" y="1712823"/>
            <a:ext cx="6783070" cy="757555"/>
          </a:xfrm>
          <a:prstGeom prst="rect">
            <a:avLst/>
          </a:prstGeom>
        </p:spPr>
        <p:txBody>
          <a:bodyPr vert="horz" wrap="square" lIns="0" tIns="73660" rIns="0" bIns="0" rtlCol="0">
            <a:spAutoFit/>
          </a:bodyPr>
          <a:lstStyle/>
          <a:p>
            <a:pPr marL="354965" indent="-342265">
              <a:lnSpc>
                <a:spcPct val="100000"/>
              </a:lnSpc>
              <a:spcBef>
                <a:spcPts val="580"/>
              </a:spcBef>
              <a:buFont typeface="Wingdings" panose="05000000000000000000"/>
              <a:buChar char=""/>
              <a:tabLst>
                <a:tab pos="354965" algn="l"/>
              </a:tabLst>
            </a:pPr>
            <a:r>
              <a:rPr sz="2000" dirty="0">
                <a:latin typeface="Trebuchet MS" panose="020B0603020202020204"/>
                <a:cs typeface="Trebuchet MS" panose="020B0603020202020204"/>
              </a:rPr>
              <a:t>Update</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command</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used</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2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update</a:t>
            </a:r>
            <a:r>
              <a:rPr sz="2000" spc="-4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the</a:t>
            </a:r>
            <a:r>
              <a:rPr sz="2000" spc="-3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records</a:t>
            </a:r>
            <a:r>
              <a:rPr sz="2000" spc="-4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of</a:t>
            </a:r>
            <a:r>
              <a:rPr sz="2000" spc="-2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a</a:t>
            </a:r>
            <a:r>
              <a:rPr sz="2000" spc="-20"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table.</a:t>
            </a:r>
            <a:endParaRPr sz="2000">
              <a:highlight>
                <a:srgbClr val="FFFF00"/>
              </a:highlight>
              <a:latin typeface="Trebuchet MS" panose="020B0603020202020204"/>
              <a:cs typeface="Trebuchet MS" panose="020B0603020202020204"/>
            </a:endParaRPr>
          </a:p>
          <a:p>
            <a:pPr marL="354965" indent="-342265">
              <a:lnSpc>
                <a:spcPct val="100000"/>
              </a:lnSpc>
              <a:spcBef>
                <a:spcPts val="480"/>
              </a:spcBef>
              <a:buFont typeface="Wingdings" panose="05000000000000000000"/>
              <a:buChar char=""/>
              <a:tabLst>
                <a:tab pos="354965" algn="l"/>
              </a:tabLst>
            </a:pPr>
            <a:r>
              <a:rPr sz="2000" dirty="0">
                <a:latin typeface="Trebuchet MS" panose="020B0603020202020204"/>
                <a:cs typeface="Trebuchet MS" panose="020B0603020202020204"/>
              </a:rPr>
              <a:t>We</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can</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modify</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existing</a:t>
            </a:r>
            <a:r>
              <a:rPr sz="2000" spc="-60" dirty="0">
                <a:latin typeface="Trebuchet MS" panose="020B0603020202020204"/>
                <a:cs typeface="Trebuchet MS" panose="020B0603020202020204"/>
              </a:rPr>
              <a:t> </a:t>
            </a:r>
            <a:r>
              <a:rPr sz="2000" dirty="0">
                <a:latin typeface="Trebuchet MS" panose="020B0603020202020204"/>
                <a:cs typeface="Trebuchet MS" panose="020B0603020202020204"/>
              </a:rPr>
              <a:t>data</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with</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4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help</a:t>
            </a:r>
            <a:r>
              <a:rPr sz="2000" spc="-4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of</a:t>
            </a:r>
            <a:r>
              <a:rPr sz="2000" spc="-30"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Update.</a:t>
            </a:r>
            <a:endParaRPr sz="2000" spc="-10" dirty="0">
              <a:highlight>
                <a:srgbClr val="FFFF00"/>
              </a:highlight>
              <a:latin typeface="Trebuchet MS" panose="020B0603020202020204"/>
              <a:cs typeface="Trebuchet MS" panose="020B0603020202020204"/>
            </a:endParaRPr>
          </a:p>
        </p:txBody>
      </p:sp>
      <p:sp>
        <p:nvSpPr>
          <p:cNvPr id="4" name="object 4"/>
          <p:cNvSpPr txBox="1"/>
          <p:nvPr/>
        </p:nvSpPr>
        <p:spPr>
          <a:xfrm>
            <a:off x="395541" y="2838957"/>
            <a:ext cx="8281034" cy="2016760"/>
          </a:xfrm>
          <a:prstGeom prst="rect">
            <a:avLst/>
          </a:prstGeom>
          <a:ln w="12700">
            <a:solidFill>
              <a:srgbClr val="297ED4"/>
            </a:solidFill>
          </a:ln>
        </p:spPr>
        <p:txBody>
          <a:bodyPr vert="horz" wrap="square" lIns="0" tIns="86995" rIns="0" bIns="0" rtlCol="0">
            <a:spAutoFit/>
          </a:bodyPr>
          <a:lstStyle/>
          <a:p>
            <a:pPr marL="91440">
              <a:lnSpc>
                <a:spcPct val="100000"/>
              </a:lnSpc>
              <a:spcBef>
                <a:spcPts val="685"/>
              </a:spcBef>
            </a:pPr>
            <a:r>
              <a:rPr sz="2000" b="1" spc="-10" dirty="0">
                <a:latin typeface="Trebuchet MS" panose="020B0603020202020204"/>
                <a:cs typeface="Trebuchet MS" panose="020B0603020202020204"/>
              </a:rPr>
              <a:t>Syntax:</a:t>
            </a:r>
            <a:endParaRPr sz="2000">
              <a:latin typeface="Trebuchet MS" panose="020B0603020202020204"/>
              <a:cs typeface="Trebuchet MS" panose="020B0603020202020204"/>
            </a:endParaRPr>
          </a:p>
          <a:p>
            <a:pPr>
              <a:lnSpc>
                <a:spcPct val="100000"/>
              </a:lnSpc>
              <a:spcBef>
                <a:spcPts val="80"/>
              </a:spcBef>
            </a:pPr>
            <a:endParaRPr sz="2000">
              <a:latin typeface="Trebuchet MS" panose="020B0603020202020204"/>
              <a:cs typeface="Trebuchet MS" panose="020B0603020202020204"/>
            </a:endParaRPr>
          </a:p>
          <a:p>
            <a:pPr marL="91440" marR="2974340">
              <a:lnSpc>
                <a:spcPct val="100000"/>
              </a:lnSpc>
            </a:pPr>
            <a:r>
              <a:rPr sz="2000" b="1" spc="-25" dirty="0">
                <a:latin typeface="Trebuchet MS" panose="020B0603020202020204"/>
                <a:cs typeface="Trebuchet MS" panose="020B0603020202020204"/>
              </a:rPr>
              <a:t>UPDATE</a:t>
            </a:r>
            <a:r>
              <a:rPr sz="2000" b="1" spc="-105" dirty="0">
                <a:latin typeface="Trebuchet MS" panose="020B0603020202020204"/>
                <a:cs typeface="Trebuchet MS" panose="020B0603020202020204"/>
              </a:rPr>
              <a:t> </a:t>
            </a:r>
            <a:r>
              <a:rPr sz="2000" b="1" spc="-20" dirty="0">
                <a:latin typeface="Trebuchet MS" panose="020B0603020202020204"/>
                <a:cs typeface="Trebuchet MS" panose="020B0603020202020204"/>
              </a:rPr>
              <a:t>TABLE</a:t>
            </a:r>
            <a:r>
              <a:rPr sz="2000" b="1" spc="-60" dirty="0">
                <a:latin typeface="Trebuchet MS" panose="020B0603020202020204"/>
                <a:cs typeface="Trebuchet MS" panose="020B0603020202020204"/>
              </a:rPr>
              <a:t> </a:t>
            </a:r>
            <a:r>
              <a:rPr sz="2000" b="1" dirty="0">
                <a:latin typeface="Trebuchet MS" panose="020B0603020202020204"/>
                <a:cs typeface="Trebuchet MS" panose="020B0603020202020204"/>
              </a:rPr>
              <a:t>SET</a:t>
            </a:r>
            <a:r>
              <a:rPr sz="2000" b="1" spc="-85" dirty="0">
                <a:latin typeface="Trebuchet MS" panose="020B0603020202020204"/>
                <a:cs typeface="Trebuchet MS" panose="020B0603020202020204"/>
              </a:rPr>
              <a:t> </a:t>
            </a:r>
            <a:r>
              <a:rPr sz="2000" b="1" dirty="0">
                <a:latin typeface="Trebuchet MS" panose="020B0603020202020204"/>
                <a:cs typeface="Trebuchet MS" panose="020B0603020202020204"/>
              </a:rPr>
              <a:t>&lt;column_name&gt;</a:t>
            </a:r>
            <a:r>
              <a:rPr sz="2000" b="1" spc="-90" dirty="0">
                <a:latin typeface="Trebuchet MS" panose="020B0603020202020204"/>
                <a:cs typeface="Trebuchet MS" panose="020B0603020202020204"/>
              </a:rPr>
              <a:t> </a:t>
            </a:r>
            <a:r>
              <a:rPr sz="2000" b="1" dirty="0">
                <a:latin typeface="Trebuchet MS" panose="020B0603020202020204"/>
                <a:cs typeface="Trebuchet MS" panose="020B0603020202020204"/>
              </a:rPr>
              <a:t>=</a:t>
            </a:r>
            <a:r>
              <a:rPr sz="2000" b="1" spc="-55" dirty="0">
                <a:latin typeface="Trebuchet MS" panose="020B0603020202020204"/>
                <a:cs typeface="Trebuchet MS" panose="020B0603020202020204"/>
              </a:rPr>
              <a:t> </a:t>
            </a:r>
            <a:r>
              <a:rPr sz="2000" b="1" spc="-10" dirty="0">
                <a:latin typeface="Trebuchet MS" panose="020B0603020202020204"/>
                <a:cs typeface="Trebuchet MS" panose="020B0603020202020204"/>
              </a:rPr>
              <a:t>value </a:t>
            </a:r>
            <a:r>
              <a:rPr sz="2000" b="1" dirty="0">
                <a:latin typeface="Trebuchet MS" panose="020B0603020202020204"/>
                <a:cs typeface="Trebuchet MS" panose="020B0603020202020204"/>
              </a:rPr>
              <a:t>[,</a:t>
            </a:r>
            <a:r>
              <a:rPr sz="2000" b="1" spc="-40" dirty="0">
                <a:latin typeface="Trebuchet MS" panose="020B0603020202020204"/>
                <a:cs typeface="Trebuchet MS" panose="020B0603020202020204"/>
              </a:rPr>
              <a:t> </a:t>
            </a:r>
            <a:r>
              <a:rPr sz="2000" b="1" dirty="0">
                <a:latin typeface="Trebuchet MS" panose="020B0603020202020204"/>
                <a:cs typeface="Trebuchet MS" panose="020B0603020202020204"/>
              </a:rPr>
              <a:t>&lt;column_name&gt;</a:t>
            </a:r>
            <a:r>
              <a:rPr sz="2000" b="1" spc="-70" dirty="0">
                <a:latin typeface="Trebuchet MS" panose="020B0603020202020204"/>
                <a:cs typeface="Trebuchet MS" panose="020B0603020202020204"/>
              </a:rPr>
              <a:t> </a:t>
            </a:r>
            <a:r>
              <a:rPr sz="2000" b="1" dirty="0">
                <a:latin typeface="Trebuchet MS" panose="020B0603020202020204"/>
                <a:cs typeface="Trebuchet MS" panose="020B0603020202020204"/>
              </a:rPr>
              <a:t>=</a:t>
            </a:r>
            <a:r>
              <a:rPr sz="2000" b="1" spc="-30" dirty="0">
                <a:latin typeface="Trebuchet MS" panose="020B0603020202020204"/>
                <a:cs typeface="Trebuchet MS" panose="020B0603020202020204"/>
              </a:rPr>
              <a:t> </a:t>
            </a:r>
            <a:r>
              <a:rPr sz="2000" b="1" spc="-10" dirty="0">
                <a:latin typeface="Trebuchet MS" panose="020B0603020202020204"/>
                <a:cs typeface="Trebuchet MS" panose="020B0603020202020204"/>
              </a:rPr>
              <a:t>value….]</a:t>
            </a:r>
            <a:endParaRPr sz="2000">
              <a:latin typeface="Trebuchet MS" panose="020B0603020202020204"/>
              <a:cs typeface="Trebuchet MS" panose="020B0603020202020204"/>
            </a:endParaRPr>
          </a:p>
          <a:p>
            <a:pPr marL="91440">
              <a:lnSpc>
                <a:spcPct val="100000"/>
              </a:lnSpc>
            </a:pPr>
            <a:r>
              <a:rPr sz="2000" b="1" dirty="0">
                <a:latin typeface="Trebuchet MS" panose="020B0603020202020204"/>
                <a:cs typeface="Trebuchet MS" panose="020B0603020202020204"/>
              </a:rPr>
              <a:t>[</a:t>
            </a:r>
            <a:r>
              <a:rPr sz="2000" b="1" spc="-5" dirty="0">
                <a:latin typeface="Trebuchet MS" panose="020B0603020202020204"/>
                <a:cs typeface="Trebuchet MS" panose="020B0603020202020204"/>
              </a:rPr>
              <a:t> </a:t>
            </a:r>
            <a:r>
              <a:rPr sz="2000" b="1" dirty="0">
                <a:highlight>
                  <a:srgbClr val="FFFF00"/>
                </a:highlight>
                <a:latin typeface="Trebuchet MS" panose="020B0603020202020204"/>
                <a:cs typeface="Trebuchet MS" panose="020B0603020202020204"/>
              </a:rPr>
              <a:t>WHERE</a:t>
            </a:r>
            <a:r>
              <a:rPr sz="2000" b="1" spc="-35" dirty="0">
                <a:highlight>
                  <a:srgbClr val="FFFF00"/>
                </a:highlight>
                <a:latin typeface="Trebuchet MS" panose="020B0603020202020204"/>
                <a:cs typeface="Trebuchet MS" panose="020B0603020202020204"/>
              </a:rPr>
              <a:t> </a:t>
            </a:r>
            <a:r>
              <a:rPr sz="2000" b="1" spc="-10" dirty="0">
                <a:latin typeface="Trebuchet MS" panose="020B0603020202020204"/>
                <a:cs typeface="Trebuchet MS" panose="020B0603020202020204"/>
              </a:rPr>
              <a:t>&lt;condition&gt;];</a:t>
            </a:r>
            <a:endParaRPr sz="2000">
              <a:latin typeface="Trebuchet MS" panose="020B0603020202020204"/>
              <a:cs typeface="Trebuchet MS" panose="020B0603020202020204"/>
            </a:endParaRPr>
          </a:p>
        </p:txBody>
      </p:sp>
      <p:sp>
        <p:nvSpPr>
          <p:cNvPr id="5" name="object 5"/>
          <p:cNvSpPr txBox="1"/>
          <p:nvPr/>
        </p:nvSpPr>
        <p:spPr>
          <a:xfrm>
            <a:off x="395541" y="5105362"/>
            <a:ext cx="8281034" cy="1492250"/>
          </a:xfrm>
          <a:prstGeom prst="rect">
            <a:avLst/>
          </a:prstGeom>
          <a:solidFill>
            <a:srgbClr val="FFFFFF"/>
          </a:solidFill>
          <a:ln w="12700">
            <a:solidFill>
              <a:srgbClr val="297ED4"/>
            </a:solidFill>
          </a:ln>
        </p:spPr>
        <p:txBody>
          <a:bodyPr vert="horz" wrap="square" lIns="0" tIns="282575" rIns="0" bIns="0" rtlCol="0">
            <a:spAutoFit/>
          </a:bodyPr>
          <a:lstStyle/>
          <a:p>
            <a:pPr marL="91440">
              <a:lnSpc>
                <a:spcPct val="100000"/>
              </a:lnSpc>
              <a:spcBef>
                <a:spcPts val="2225"/>
              </a:spcBef>
            </a:pPr>
            <a:r>
              <a:rPr sz="2000" b="1" spc="-10" dirty="0">
                <a:latin typeface="Trebuchet MS" panose="020B0603020202020204"/>
                <a:cs typeface="Trebuchet MS" panose="020B0603020202020204"/>
              </a:rPr>
              <a:t>Example:</a:t>
            </a:r>
            <a:endParaRPr sz="2000">
              <a:latin typeface="Trebuchet MS" panose="020B0603020202020204"/>
              <a:cs typeface="Trebuchet MS" panose="020B0603020202020204"/>
            </a:endParaRPr>
          </a:p>
          <a:p>
            <a:pPr>
              <a:lnSpc>
                <a:spcPct val="100000"/>
              </a:lnSpc>
              <a:spcBef>
                <a:spcPts val="75"/>
              </a:spcBef>
            </a:pPr>
            <a:endParaRPr sz="2000">
              <a:latin typeface="Trebuchet MS" panose="020B0603020202020204"/>
              <a:cs typeface="Trebuchet MS" panose="020B0603020202020204"/>
            </a:endParaRPr>
          </a:p>
          <a:p>
            <a:pPr marL="91440">
              <a:lnSpc>
                <a:spcPct val="100000"/>
              </a:lnSpc>
              <a:spcBef>
                <a:spcPts val="5"/>
              </a:spcBef>
            </a:pPr>
            <a:r>
              <a:rPr sz="2000" b="1" dirty="0">
                <a:latin typeface="Trebuchet MS" panose="020B0603020202020204"/>
                <a:cs typeface="Trebuchet MS" panose="020B0603020202020204"/>
              </a:rPr>
              <a:t>UPDATE</a:t>
            </a:r>
            <a:r>
              <a:rPr sz="2000" b="1" spc="475" dirty="0">
                <a:latin typeface="Trebuchet MS" panose="020B0603020202020204"/>
                <a:cs typeface="Trebuchet MS" panose="020B0603020202020204"/>
              </a:rPr>
              <a:t> </a:t>
            </a:r>
            <a:r>
              <a:rPr sz="2000" b="1" dirty="0">
                <a:latin typeface="Trebuchet MS" panose="020B0603020202020204"/>
                <a:cs typeface="Trebuchet MS" panose="020B0603020202020204"/>
              </a:rPr>
              <a:t>stud</a:t>
            </a:r>
            <a:r>
              <a:rPr sz="2000" b="1" spc="-65" dirty="0">
                <a:latin typeface="Trebuchet MS" panose="020B0603020202020204"/>
                <a:cs typeface="Trebuchet MS" panose="020B0603020202020204"/>
              </a:rPr>
              <a:t> </a:t>
            </a:r>
            <a:r>
              <a:rPr sz="2000" b="1" dirty="0">
                <a:latin typeface="Trebuchet MS" panose="020B0603020202020204"/>
                <a:cs typeface="Trebuchet MS" panose="020B0603020202020204"/>
              </a:rPr>
              <a:t>set</a:t>
            </a:r>
            <a:r>
              <a:rPr sz="2000" b="1" spc="-55" dirty="0">
                <a:latin typeface="Trebuchet MS" panose="020B0603020202020204"/>
                <a:cs typeface="Trebuchet MS" panose="020B0603020202020204"/>
              </a:rPr>
              <a:t> </a:t>
            </a:r>
            <a:r>
              <a:rPr sz="2000" b="1" dirty="0">
                <a:latin typeface="Trebuchet MS" panose="020B0603020202020204"/>
                <a:cs typeface="Trebuchet MS" panose="020B0603020202020204"/>
              </a:rPr>
              <a:t>DIV=‘B’</a:t>
            </a:r>
            <a:r>
              <a:rPr sz="2000" b="1" spc="-120" dirty="0">
                <a:latin typeface="Trebuchet MS" panose="020B0603020202020204"/>
                <a:cs typeface="Trebuchet MS" panose="020B0603020202020204"/>
              </a:rPr>
              <a:t> </a:t>
            </a:r>
            <a:r>
              <a:rPr sz="2000" b="1" dirty="0">
                <a:latin typeface="Trebuchet MS" panose="020B0603020202020204"/>
                <a:cs typeface="Trebuchet MS" panose="020B0603020202020204"/>
              </a:rPr>
              <a:t>where</a:t>
            </a:r>
            <a:r>
              <a:rPr sz="2000" b="1" spc="-90" dirty="0">
                <a:latin typeface="Trebuchet MS" panose="020B0603020202020204"/>
                <a:cs typeface="Trebuchet MS" panose="020B0603020202020204"/>
              </a:rPr>
              <a:t> </a:t>
            </a:r>
            <a:r>
              <a:rPr sz="2000" b="1" spc="-10" dirty="0">
                <a:latin typeface="Trebuchet MS" panose="020B0603020202020204"/>
                <a:cs typeface="Trebuchet MS" panose="020B0603020202020204"/>
              </a:rPr>
              <a:t>rlno=5;</a:t>
            </a:r>
            <a:endParaRPr sz="2000">
              <a:latin typeface="Trebuchet MS" panose="020B0603020202020204"/>
              <a:cs typeface="Trebuchet MS" panose="020B0603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3446780">
              <a:lnSpc>
                <a:spcPct val="100000"/>
              </a:lnSpc>
              <a:spcBef>
                <a:spcPts val="105"/>
              </a:spcBef>
            </a:pPr>
            <a:r>
              <a:rPr sz="4400" spc="-10" dirty="0"/>
              <a:t>DELETE</a:t>
            </a:r>
            <a:endParaRPr sz="4400"/>
          </a:p>
        </p:txBody>
      </p:sp>
      <p:sp>
        <p:nvSpPr>
          <p:cNvPr id="3" name="object 3"/>
          <p:cNvSpPr txBox="1"/>
          <p:nvPr/>
        </p:nvSpPr>
        <p:spPr>
          <a:xfrm>
            <a:off x="535940" y="1658493"/>
            <a:ext cx="7451725" cy="330835"/>
          </a:xfrm>
          <a:prstGeom prst="rect">
            <a:avLst/>
          </a:prstGeom>
        </p:spPr>
        <p:txBody>
          <a:bodyPr vert="horz" wrap="square" lIns="0" tIns="13335" rIns="0" bIns="0" rtlCol="0">
            <a:spAutoFit/>
          </a:bodyPr>
          <a:lstStyle/>
          <a:p>
            <a:pPr marL="354965" indent="-342265">
              <a:lnSpc>
                <a:spcPct val="100000"/>
              </a:lnSpc>
              <a:spcBef>
                <a:spcPts val="105"/>
              </a:spcBef>
              <a:buFont typeface="Wingdings" panose="05000000000000000000"/>
              <a:buChar char=""/>
              <a:tabLst>
                <a:tab pos="354965" algn="l"/>
              </a:tabLst>
            </a:pPr>
            <a:r>
              <a:rPr sz="2000" dirty="0">
                <a:latin typeface="Trebuchet MS" panose="020B0603020202020204"/>
                <a:cs typeface="Trebuchet MS" panose="020B0603020202020204"/>
              </a:rPr>
              <a:t>This</a:t>
            </a:r>
            <a:r>
              <a:rPr sz="2000" spc="-15" dirty="0">
                <a:latin typeface="Trebuchet MS" panose="020B0603020202020204"/>
                <a:cs typeface="Trebuchet MS" panose="020B0603020202020204"/>
              </a:rPr>
              <a:t> </a:t>
            </a:r>
            <a:r>
              <a:rPr sz="2000" dirty="0">
                <a:latin typeface="Trebuchet MS" panose="020B0603020202020204"/>
                <a:cs typeface="Trebuchet MS" panose="020B0603020202020204"/>
              </a:rPr>
              <a:t>command</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is used</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15"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remove</a:t>
            </a:r>
            <a:r>
              <a:rPr sz="2000" spc="-30" dirty="0">
                <a:highlight>
                  <a:srgbClr val="FFFF00"/>
                </a:highlight>
                <a:latin typeface="Trebuchet MS" panose="020B0603020202020204"/>
                <a:cs typeface="Trebuchet MS" panose="020B0603020202020204"/>
              </a:rPr>
              <a:t> </a:t>
            </a:r>
            <a:r>
              <a:rPr sz="2000" dirty="0">
                <a:latin typeface="Trebuchet MS" panose="020B0603020202020204"/>
                <a:cs typeface="Trebuchet MS" panose="020B0603020202020204"/>
              </a:rPr>
              <a:t>one</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or</a:t>
            </a:r>
            <a:r>
              <a:rPr sz="2000" spc="-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all</a:t>
            </a:r>
            <a:r>
              <a:rPr sz="2000" spc="-2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records</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from</a:t>
            </a:r>
            <a:r>
              <a:rPr sz="2000" spc="-30" dirty="0">
                <a:latin typeface="Trebuchet MS" panose="020B0603020202020204"/>
                <a:cs typeface="Trebuchet MS" panose="020B0603020202020204"/>
              </a:rPr>
              <a:t> </a:t>
            </a:r>
            <a:r>
              <a:rPr sz="2000" spc="-10" dirty="0">
                <a:latin typeface="Trebuchet MS" panose="020B0603020202020204"/>
                <a:cs typeface="Trebuchet MS" panose="020B0603020202020204"/>
              </a:rPr>
              <a:t>table</a:t>
            </a:r>
            <a:endParaRPr sz="2000">
              <a:latin typeface="Trebuchet MS" panose="020B0603020202020204"/>
              <a:cs typeface="Trebuchet MS" panose="020B0603020202020204"/>
            </a:endParaRPr>
          </a:p>
        </p:txBody>
      </p:sp>
      <p:sp>
        <p:nvSpPr>
          <p:cNvPr id="4" name="object 4"/>
          <p:cNvSpPr txBox="1"/>
          <p:nvPr/>
        </p:nvSpPr>
        <p:spPr>
          <a:xfrm>
            <a:off x="474040" y="2971800"/>
            <a:ext cx="8281034" cy="2016760"/>
          </a:xfrm>
          <a:prstGeom prst="rect">
            <a:avLst/>
          </a:prstGeom>
          <a:ln w="12700">
            <a:solidFill>
              <a:srgbClr val="297ED4"/>
            </a:solidFill>
          </a:ln>
        </p:spPr>
        <p:txBody>
          <a:bodyPr vert="horz" wrap="square" lIns="0" tIns="99695" rIns="0" bIns="0" rtlCol="0">
            <a:spAutoFit/>
          </a:bodyPr>
          <a:lstStyle/>
          <a:p>
            <a:pPr>
              <a:lnSpc>
                <a:spcPct val="100000"/>
              </a:lnSpc>
              <a:spcBef>
                <a:spcPts val="785"/>
              </a:spcBef>
            </a:pPr>
            <a:endParaRPr sz="2000">
              <a:latin typeface="Times New Roman" panose="02020603050405020304"/>
              <a:cs typeface="Times New Roman" panose="02020603050405020304"/>
            </a:endParaRPr>
          </a:p>
          <a:p>
            <a:pPr marL="91440">
              <a:lnSpc>
                <a:spcPct val="100000"/>
              </a:lnSpc>
            </a:pPr>
            <a:r>
              <a:rPr sz="2000" b="1" spc="-10" dirty="0">
                <a:latin typeface="Trebuchet MS" panose="020B0603020202020204"/>
                <a:cs typeface="Trebuchet MS" panose="020B0603020202020204"/>
              </a:rPr>
              <a:t>Syntax:</a:t>
            </a:r>
            <a:endParaRPr sz="2000">
              <a:latin typeface="Trebuchet MS" panose="020B0603020202020204"/>
              <a:cs typeface="Trebuchet MS" panose="020B0603020202020204"/>
            </a:endParaRPr>
          </a:p>
          <a:p>
            <a:pPr>
              <a:lnSpc>
                <a:spcPct val="100000"/>
              </a:lnSpc>
              <a:spcBef>
                <a:spcPts val="80"/>
              </a:spcBef>
            </a:pPr>
            <a:endParaRPr sz="2000">
              <a:latin typeface="Trebuchet MS" panose="020B0603020202020204"/>
              <a:cs typeface="Trebuchet MS" panose="020B0603020202020204"/>
            </a:endParaRPr>
          </a:p>
          <a:p>
            <a:pPr marL="91440">
              <a:lnSpc>
                <a:spcPct val="100000"/>
              </a:lnSpc>
            </a:pPr>
            <a:r>
              <a:rPr sz="2000" b="1" dirty="0">
                <a:latin typeface="Trebuchet MS" panose="020B0603020202020204"/>
                <a:cs typeface="Trebuchet MS" panose="020B0603020202020204"/>
              </a:rPr>
              <a:t>DELETE</a:t>
            </a:r>
            <a:r>
              <a:rPr sz="2000" b="1" spc="-45" dirty="0">
                <a:latin typeface="Trebuchet MS" panose="020B0603020202020204"/>
                <a:cs typeface="Trebuchet MS" panose="020B0603020202020204"/>
              </a:rPr>
              <a:t> </a:t>
            </a:r>
            <a:r>
              <a:rPr sz="2000" b="1" dirty="0">
                <a:latin typeface="Trebuchet MS" panose="020B0603020202020204"/>
                <a:cs typeface="Trebuchet MS" panose="020B0603020202020204"/>
              </a:rPr>
              <a:t>FROM</a:t>
            </a:r>
            <a:r>
              <a:rPr sz="2000" b="1" spc="-20" dirty="0">
                <a:latin typeface="Trebuchet MS" panose="020B0603020202020204"/>
                <a:cs typeface="Trebuchet MS" panose="020B0603020202020204"/>
              </a:rPr>
              <a:t> </a:t>
            </a:r>
            <a:r>
              <a:rPr sz="2000" b="1" dirty="0">
                <a:latin typeface="Trebuchet MS" panose="020B0603020202020204"/>
                <a:cs typeface="Trebuchet MS" panose="020B0603020202020204"/>
              </a:rPr>
              <a:t>&lt;table_name&gt;</a:t>
            </a:r>
            <a:r>
              <a:rPr sz="2000" b="1" spc="-60" dirty="0">
                <a:latin typeface="Trebuchet MS" panose="020B0603020202020204"/>
                <a:cs typeface="Trebuchet MS" panose="020B0603020202020204"/>
              </a:rPr>
              <a:t> </a:t>
            </a:r>
            <a:r>
              <a:rPr sz="2000" b="1" dirty="0">
                <a:latin typeface="Trebuchet MS" panose="020B0603020202020204"/>
                <a:cs typeface="Trebuchet MS" panose="020B0603020202020204"/>
              </a:rPr>
              <a:t>[WHERE</a:t>
            </a:r>
            <a:r>
              <a:rPr sz="2000" b="1" spc="-60" dirty="0">
                <a:latin typeface="Trebuchet MS" panose="020B0603020202020204"/>
                <a:cs typeface="Trebuchet MS" panose="020B0603020202020204"/>
              </a:rPr>
              <a:t> </a:t>
            </a:r>
            <a:r>
              <a:rPr sz="2000" b="1" spc="-10" dirty="0">
                <a:latin typeface="Trebuchet MS" panose="020B0603020202020204"/>
                <a:cs typeface="Trebuchet MS" panose="020B0603020202020204"/>
              </a:rPr>
              <a:t>&lt;condition&gt;];</a:t>
            </a:r>
            <a:endParaRPr sz="2000">
              <a:latin typeface="Trebuchet MS" panose="020B0603020202020204"/>
              <a:cs typeface="Trebuchet MS" panose="020B0603020202020204"/>
            </a:endParaRPr>
          </a:p>
        </p:txBody>
      </p:sp>
      <p:sp>
        <p:nvSpPr>
          <p:cNvPr id="5" name="object 5"/>
          <p:cNvSpPr txBox="1"/>
          <p:nvPr/>
        </p:nvSpPr>
        <p:spPr>
          <a:xfrm>
            <a:off x="464807" y="5181637"/>
            <a:ext cx="8281034" cy="1472565"/>
          </a:xfrm>
          <a:prstGeom prst="rect">
            <a:avLst/>
          </a:prstGeom>
          <a:solidFill>
            <a:srgbClr val="FFFFFF"/>
          </a:solidFill>
          <a:ln w="12700">
            <a:solidFill>
              <a:srgbClr val="297ED4"/>
            </a:solidFill>
          </a:ln>
        </p:spPr>
        <p:txBody>
          <a:bodyPr vert="horz" wrap="square" lIns="0" tIns="125730" rIns="0" bIns="0" rtlCol="0">
            <a:spAutoFit/>
          </a:bodyPr>
          <a:lstStyle/>
          <a:p>
            <a:pPr marL="83820">
              <a:lnSpc>
                <a:spcPct val="100000"/>
              </a:lnSpc>
              <a:spcBef>
                <a:spcPts val="990"/>
              </a:spcBef>
            </a:pPr>
            <a:r>
              <a:rPr sz="2000" b="1" spc="-10" dirty="0">
                <a:latin typeface="Trebuchet MS" panose="020B0603020202020204"/>
                <a:cs typeface="Trebuchet MS" panose="020B0603020202020204"/>
              </a:rPr>
              <a:t>Example</a:t>
            </a:r>
            <a:endParaRPr sz="2000">
              <a:latin typeface="Trebuchet MS" panose="020B0603020202020204"/>
              <a:cs typeface="Trebuchet MS" panose="020B0603020202020204"/>
            </a:endParaRPr>
          </a:p>
          <a:p>
            <a:pPr>
              <a:lnSpc>
                <a:spcPct val="100000"/>
              </a:lnSpc>
              <a:spcBef>
                <a:spcPts val="35"/>
              </a:spcBef>
            </a:pPr>
            <a:endParaRPr sz="2000">
              <a:latin typeface="Trebuchet MS" panose="020B0603020202020204"/>
              <a:cs typeface="Trebuchet MS" panose="020B0603020202020204"/>
            </a:endParaRPr>
          </a:p>
          <a:p>
            <a:pPr marL="91440">
              <a:lnSpc>
                <a:spcPct val="100000"/>
              </a:lnSpc>
            </a:pPr>
            <a:r>
              <a:rPr sz="2000" b="1" dirty="0">
                <a:latin typeface="Trebuchet MS" panose="020B0603020202020204"/>
                <a:cs typeface="Trebuchet MS" panose="020B0603020202020204"/>
              </a:rPr>
              <a:t>DELETE</a:t>
            </a:r>
            <a:r>
              <a:rPr sz="2000" b="1" spc="-35" dirty="0">
                <a:latin typeface="Trebuchet MS" panose="020B0603020202020204"/>
                <a:cs typeface="Trebuchet MS" panose="020B0603020202020204"/>
              </a:rPr>
              <a:t> </a:t>
            </a:r>
            <a:r>
              <a:rPr sz="2000" b="1" dirty="0">
                <a:latin typeface="Trebuchet MS" panose="020B0603020202020204"/>
                <a:cs typeface="Trebuchet MS" panose="020B0603020202020204"/>
              </a:rPr>
              <a:t>FROM</a:t>
            </a:r>
            <a:r>
              <a:rPr sz="2000" b="1" spc="-10" dirty="0">
                <a:latin typeface="Trebuchet MS" panose="020B0603020202020204"/>
                <a:cs typeface="Trebuchet MS" panose="020B0603020202020204"/>
              </a:rPr>
              <a:t> </a:t>
            </a:r>
            <a:r>
              <a:rPr sz="2000" b="1" dirty="0">
                <a:latin typeface="Trebuchet MS" panose="020B0603020202020204"/>
                <a:cs typeface="Trebuchet MS" panose="020B0603020202020204"/>
              </a:rPr>
              <a:t>stud</a:t>
            </a:r>
            <a:r>
              <a:rPr sz="2000" b="1" spc="-25" dirty="0">
                <a:latin typeface="Trebuchet MS" panose="020B0603020202020204"/>
                <a:cs typeface="Trebuchet MS" panose="020B0603020202020204"/>
              </a:rPr>
              <a:t> </a:t>
            </a:r>
            <a:r>
              <a:rPr sz="2000" b="1" dirty="0">
                <a:latin typeface="Trebuchet MS" panose="020B0603020202020204"/>
                <a:cs typeface="Trebuchet MS" panose="020B0603020202020204"/>
              </a:rPr>
              <a:t>where</a:t>
            </a:r>
            <a:r>
              <a:rPr sz="2000" b="1" spc="-25" dirty="0">
                <a:latin typeface="Trebuchet MS" panose="020B0603020202020204"/>
                <a:cs typeface="Trebuchet MS" panose="020B0603020202020204"/>
              </a:rPr>
              <a:t> </a:t>
            </a:r>
            <a:r>
              <a:rPr sz="2000" b="1" spc="-10" dirty="0">
                <a:latin typeface="Trebuchet MS" panose="020B0603020202020204"/>
                <a:cs typeface="Trebuchet MS" panose="020B0603020202020204"/>
              </a:rPr>
              <a:t>rlno=8;</a:t>
            </a:r>
            <a:endParaRPr sz="2000">
              <a:latin typeface="Trebuchet MS" panose="020B0603020202020204"/>
              <a:cs typeface="Trebuchet MS" panose="020B0603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2473960">
              <a:lnSpc>
                <a:spcPct val="100000"/>
              </a:lnSpc>
              <a:spcBef>
                <a:spcPts val="105"/>
              </a:spcBef>
            </a:pPr>
            <a:r>
              <a:rPr sz="4400" b="0" dirty="0">
                <a:latin typeface="Trebuchet MS" panose="020B0603020202020204"/>
                <a:cs typeface="Trebuchet MS" panose="020B0603020202020204"/>
              </a:rPr>
              <a:t>DCL</a:t>
            </a:r>
            <a:r>
              <a:rPr sz="4400" b="0" spc="-165" dirty="0">
                <a:latin typeface="Trebuchet MS" panose="020B0603020202020204"/>
                <a:cs typeface="Trebuchet MS" panose="020B0603020202020204"/>
              </a:rPr>
              <a:t> </a:t>
            </a:r>
            <a:r>
              <a:rPr sz="4400" b="0" spc="-10" dirty="0">
                <a:latin typeface="Trebuchet MS" panose="020B0603020202020204"/>
                <a:cs typeface="Trebuchet MS" panose="020B0603020202020204"/>
              </a:rPr>
              <a:t>COMMANDS</a:t>
            </a:r>
            <a:endParaRPr sz="4400">
              <a:latin typeface="Trebuchet MS" panose="020B0603020202020204"/>
              <a:cs typeface="Trebuchet MS" panose="020B0603020202020204"/>
            </a:endParaRPr>
          </a:p>
        </p:txBody>
      </p:sp>
      <p:sp>
        <p:nvSpPr>
          <p:cNvPr id="3" name="object 3"/>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19</a:t>
            </a:r>
            <a:endParaRPr sz="1400">
              <a:latin typeface="Arial MT"/>
              <a:cs typeface="Arial MT"/>
            </a:endParaRPr>
          </a:p>
        </p:txBody>
      </p:sp>
      <p:graphicFrame>
        <p:nvGraphicFramePr>
          <p:cNvPr id="4" name="object 4"/>
          <p:cNvGraphicFramePr>
            <a:graphicFrameLocks noGrp="1"/>
          </p:cNvGraphicFramePr>
          <p:nvPr/>
        </p:nvGraphicFramePr>
        <p:xfrm>
          <a:off x="298450" y="2279650"/>
          <a:ext cx="8470900" cy="2393950"/>
        </p:xfrm>
        <a:graphic>
          <a:graphicData uri="http://schemas.openxmlformats.org/drawingml/2006/table">
            <a:tbl>
              <a:tblPr firstRow="1" bandRow="1">
                <a:tableStyleId>{2D5ABB26-0587-4C30-8999-92F81FD0307C}</a:tableStyleId>
              </a:tblPr>
              <a:tblGrid>
                <a:gridCol w="1066800"/>
                <a:gridCol w="7315200"/>
              </a:tblGrid>
              <a:tr h="545465">
                <a:tc>
                  <a:txBody>
                    <a:bodyPr/>
                    <a:lstStyle/>
                    <a:p>
                      <a:pPr marL="50800">
                        <a:lnSpc>
                          <a:spcPct val="100000"/>
                        </a:lnSpc>
                        <a:spcBef>
                          <a:spcPts val="295"/>
                        </a:spcBef>
                      </a:pPr>
                      <a:r>
                        <a:rPr sz="1800" b="1" spc="-10" dirty="0">
                          <a:latin typeface="Trebuchet MS" panose="020B0603020202020204"/>
                          <a:cs typeface="Trebuchet MS" panose="020B0603020202020204"/>
                        </a:rPr>
                        <a:t>Sr.No.</a:t>
                      </a:r>
                      <a:endParaRPr sz="1800">
                        <a:latin typeface="Trebuchet MS" panose="020B0603020202020204"/>
                        <a:cs typeface="Trebuchet MS" panose="020B0603020202020204"/>
                      </a:endParaRPr>
                    </a:p>
                  </a:txBody>
                  <a:tcPr marL="0" marR="0" marT="37465" marB="0">
                    <a:lnL w="12700">
                      <a:solidFill>
                        <a:srgbClr val="619DD1"/>
                      </a:solidFill>
                      <a:prstDash val="solid"/>
                    </a:lnL>
                    <a:lnR w="12700">
                      <a:solidFill>
                        <a:srgbClr val="619DD1"/>
                      </a:solidFill>
                      <a:prstDash val="solid"/>
                    </a:lnR>
                    <a:lnT w="12700">
                      <a:solidFill>
                        <a:srgbClr val="619DD1"/>
                      </a:solidFill>
                      <a:prstDash val="solid"/>
                    </a:lnT>
                    <a:lnB w="28575">
                      <a:solidFill>
                        <a:srgbClr val="619DD1"/>
                      </a:solidFill>
                      <a:prstDash val="solid"/>
                    </a:lnB>
                  </a:tcPr>
                </a:tc>
                <a:tc>
                  <a:txBody>
                    <a:bodyPr/>
                    <a:lstStyle/>
                    <a:p>
                      <a:pPr algn="ctr">
                        <a:lnSpc>
                          <a:spcPct val="100000"/>
                        </a:lnSpc>
                        <a:spcBef>
                          <a:spcPts val="295"/>
                        </a:spcBef>
                      </a:pPr>
                      <a:r>
                        <a:rPr sz="1800" b="1" dirty="0">
                          <a:latin typeface="Trebuchet MS" panose="020B0603020202020204"/>
                          <a:cs typeface="Trebuchet MS" panose="020B0603020202020204"/>
                        </a:rPr>
                        <a:t>Command</a:t>
                      </a:r>
                      <a:r>
                        <a:rPr sz="1800" b="1" spc="-60" dirty="0">
                          <a:latin typeface="Trebuchet MS" panose="020B0603020202020204"/>
                          <a:cs typeface="Trebuchet MS" panose="020B0603020202020204"/>
                        </a:rPr>
                        <a:t> </a:t>
                      </a:r>
                      <a:r>
                        <a:rPr sz="1800" b="1" dirty="0">
                          <a:latin typeface="Trebuchet MS" panose="020B0603020202020204"/>
                          <a:cs typeface="Trebuchet MS" panose="020B0603020202020204"/>
                        </a:rPr>
                        <a:t>&amp;</a:t>
                      </a:r>
                      <a:r>
                        <a:rPr sz="1800" b="1" spc="-40" dirty="0">
                          <a:latin typeface="Trebuchet MS" panose="020B0603020202020204"/>
                          <a:cs typeface="Trebuchet MS" panose="020B0603020202020204"/>
                        </a:rPr>
                        <a:t> </a:t>
                      </a:r>
                      <a:r>
                        <a:rPr sz="1800" b="1" spc="-10" dirty="0">
                          <a:latin typeface="Trebuchet MS" panose="020B0603020202020204"/>
                          <a:cs typeface="Trebuchet MS" panose="020B0603020202020204"/>
                        </a:rPr>
                        <a:t>Description</a:t>
                      </a:r>
                      <a:endParaRPr sz="1800">
                        <a:latin typeface="Trebuchet MS" panose="020B0603020202020204"/>
                        <a:cs typeface="Trebuchet MS" panose="020B0603020202020204"/>
                      </a:endParaRPr>
                    </a:p>
                  </a:txBody>
                  <a:tcPr marL="0" marR="0" marT="37465" marB="0">
                    <a:lnL w="12700">
                      <a:solidFill>
                        <a:srgbClr val="619DD1"/>
                      </a:solidFill>
                      <a:prstDash val="solid"/>
                    </a:lnL>
                    <a:lnR w="12700">
                      <a:solidFill>
                        <a:srgbClr val="619DD1"/>
                      </a:solidFill>
                      <a:prstDash val="solid"/>
                    </a:lnR>
                    <a:lnT w="12700">
                      <a:solidFill>
                        <a:srgbClr val="619DD1"/>
                      </a:solidFill>
                      <a:prstDash val="solid"/>
                    </a:lnT>
                    <a:lnB w="28575">
                      <a:solidFill>
                        <a:srgbClr val="619DD1"/>
                      </a:solidFill>
                      <a:prstDash val="solid"/>
                    </a:lnB>
                  </a:tcPr>
                </a:tc>
              </a:tr>
              <a:tr h="923925">
                <a:tc>
                  <a:txBody>
                    <a:bodyPr/>
                    <a:lstStyle/>
                    <a:p>
                      <a:pPr>
                        <a:lnSpc>
                          <a:spcPct val="100000"/>
                        </a:lnSpc>
                        <a:spcBef>
                          <a:spcPts val="420"/>
                        </a:spcBef>
                      </a:pPr>
                      <a:endParaRPr sz="1800">
                        <a:latin typeface="Times New Roman" panose="02020603050405020304"/>
                        <a:cs typeface="Times New Roman" panose="02020603050405020304"/>
                      </a:endParaRPr>
                    </a:p>
                    <a:p>
                      <a:pPr algn="ctr">
                        <a:lnSpc>
                          <a:spcPct val="100000"/>
                        </a:lnSpc>
                        <a:spcBef>
                          <a:spcPts val="5"/>
                        </a:spcBef>
                      </a:pPr>
                      <a:r>
                        <a:rPr sz="1800" spc="-50" dirty="0">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53340" marB="0">
                    <a:lnL w="12700">
                      <a:solidFill>
                        <a:srgbClr val="619DD1"/>
                      </a:solidFill>
                      <a:prstDash val="solid"/>
                    </a:lnL>
                    <a:lnR w="12700">
                      <a:solidFill>
                        <a:srgbClr val="619DD1"/>
                      </a:solidFill>
                      <a:prstDash val="solid"/>
                    </a:lnR>
                    <a:lnT w="28575">
                      <a:solidFill>
                        <a:srgbClr val="619DD1"/>
                      </a:solidFill>
                      <a:prstDash val="solid"/>
                    </a:lnT>
                    <a:lnB w="12700">
                      <a:solidFill>
                        <a:srgbClr val="619DD1"/>
                      </a:solidFill>
                      <a:prstDash val="solid"/>
                    </a:lnB>
                  </a:tcPr>
                </a:tc>
                <a:tc>
                  <a:txBody>
                    <a:bodyPr/>
                    <a:lstStyle/>
                    <a:p>
                      <a:pPr marL="50800">
                        <a:lnSpc>
                          <a:spcPct val="100000"/>
                        </a:lnSpc>
                        <a:spcBef>
                          <a:spcPts val="295"/>
                        </a:spcBef>
                      </a:pPr>
                      <a:r>
                        <a:rPr sz="1800" spc="-10" dirty="0">
                          <a:latin typeface="Trebuchet MS" panose="020B0603020202020204"/>
                          <a:cs typeface="Trebuchet MS" panose="020B0603020202020204"/>
                        </a:rPr>
                        <a:t>GRANT</a:t>
                      </a:r>
                      <a:endParaRPr sz="1800" spc="-10" dirty="0">
                        <a:latin typeface="Trebuchet MS" panose="020B0603020202020204"/>
                        <a:cs typeface="Trebuchet MS" panose="020B0603020202020204"/>
                      </a:endParaRPr>
                    </a:p>
                    <a:p>
                      <a:pPr marL="50800">
                        <a:lnSpc>
                          <a:spcPct val="100000"/>
                        </a:lnSpc>
                        <a:spcBef>
                          <a:spcPts val="295"/>
                        </a:spcBef>
                      </a:pPr>
                      <a:r>
                        <a:rPr lang="en-US" sz="1800" spc="-10" dirty="0">
                          <a:latin typeface="Trebuchet MS" panose="020B0603020202020204"/>
                          <a:cs typeface="Trebuchet MS" panose="020B0603020202020204"/>
                        </a:rPr>
                        <a:t>//kisi user ko permition dene ke liye hota hai </a:t>
                      </a:r>
                      <a:endParaRPr sz="1800">
                        <a:latin typeface="Trebuchet MS" panose="020B0603020202020204"/>
                        <a:cs typeface="Trebuchet MS" panose="020B0603020202020204"/>
                      </a:endParaRPr>
                    </a:p>
                    <a:p>
                      <a:pPr>
                        <a:lnSpc>
                          <a:spcPct val="100000"/>
                        </a:lnSpc>
                        <a:spcBef>
                          <a:spcPts val="90"/>
                        </a:spcBef>
                      </a:pPr>
                      <a:endParaRPr sz="1800">
                        <a:latin typeface="Times New Roman" panose="02020603050405020304"/>
                        <a:cs typeface="Times New Roman" panose="02020603050405020304"/>
                      </a:endParaRPr>
                    </a:p>
                    <a:p>
                      <a:pPr marL="50800">
                        <a:lnSpc>
                          <a:spcPct val="100000"/>
                        </a:lnSpc>
                      </a:pPr>
                      <a:r>
                        <a:rPr sz="1800" dirty="0">
                          <a:latin typeface="Trebuchet MS" panose="020B0603020202020204"/>
                          <a:cs typeface="Trebuchet MS" panose="020B0603020202020204"/>
                        </a:rPr>
                        <a:t>Used</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assign</a:t>
                      </a:r>
                      <a:r>
                        <a:rPr sz="1800" spc="-40" dirty="0">
                          <a:latin typeface="Trebuchet MS" panose="020B0603020202020204"/>
                          <a:cs typeface="Trebuchet MS" panose="020B0603020202020204"/>
                        </a:rPr>
                        <a:t> </a:t>
                      </a:r>
                      <a:r>
                        <a:rPr sz="1800" spc="-10" dirty="0">
                          <a:latin typeface="Trebuchet MS" panose="020B0603020202020204"/>
                          <a:cs typeface="Trebuchet MS" panose="020B0603020202020204"/>
                        </a:rPr>
                        <a:t>privileges</a:t>
                      </a:r>
                      <a:r>
                        <a:rPr lang="en-US" sz="1800" spc="-10" dirty="0">
                          <a:latin typeface="Trebuchet MS" panose="020B0603020202020204"/>
                          <a:cs typeface="Trebuchet MS" panose="020B0603020202020204"/>
                        </a:rPr>
                        <a:t> (insert or update ke liye)</a:t>
                      </a:r>
                      <a:endParaRPr lang="en-US" sz="1800" spc="-10" dirty="0">
                        <a:latin typeface="Trebuchet MS" panose="020B0603020202020204"/>
                        <a:cs typeface="Trebuchet MS" panose="020B0603020202020204"/>
                      </a:endParaRPr>
                    </a:p>
                  </a:txBody>
                  <a:tcPr marL="0" marR="0" marT="37465" marB="0">
                    <a:lnL w="12700">
                      <a:solidFill>
                        <a:srgbClr val="619DD1"/>
                      </a:solidFill>
                      <a:prstDash val="solid"/>
                    </a:lnL>
                    <a:lnR w="12700">
                      <a:solidFill>
                        <a:srgbClr val="619DD1"/>
                      </a:solidFill>
                      <a:prstDash val="solid"/>
                    </a:lnR>
                    <a:lnT w="28575">
                      <a:solidFill>
                        <a:srgbClr val="619DD1"/>
                      </a:solidFill>
                      <a:prstDash val="solid"/>
                    </a:lnT>
                    <a:lnB w="12700">
                      <a:solidFill>
                        <a:srgbClr val="619DD1"/>
                      </a:solidFill>
                      <a:prstDash val="solid"/>
                    </a:lnB>
                  </a:tcPr>
                </a:tc>
              </a:tr>
              <a:tr h="924560">
                <a:tc>
                  <a:txBody>
                    <a:bodyPr/>
                    <a:lstStyle/>
                    <a:p>
                      <a:pPr>
                        <a:lnSpc>
                          <a:spcPct val="100000"/>
                        </a:lnSpc>
                        <a:spcBef>
                          <a:spcPts val="425"/>
                        </a:spcBef>
                      </a:pPr>
                      <a:endParaRPr sz="1800">
                        <a:latin typeface="Times New Roman" panose="02020603050405020304"/>
                        <a:cs typeface="Times New Roman" panose="02020603050405020304"/>
                      </a:endParaRPr>
                    </a:p>
                    <a:p>
                      <a:pPr algn="ctr">
                        <a:lnSpc>
                          <a:spcPct val="100000"/>
                        </a:lnSpc>
                      </a:pPr>
                      <a:r>
                        <a:rPr sz="1800" spc="-50" dirty="0">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53975" marB="0">
                    <a:lnL w="12700">
                      <a:solidFill>
                        <a:srgbClr val="619DD1"/>
                      </a:solidFill>
                      <a:prstDash val="solid"/>
                    </a:lnL>
                    <a:lnR w="12700">
                      <a:solidFill>
                        <a:srgbClr val="619DD1"/>
                      </a:solidFill>
                      <a:prstDash val="solid"/>
                    </a:lnR>
                    <a:lnT w="12700">
                      <a:solidFill>
                        <a:srgbClr val="619DD1"/>
                      </a:solidFill>
                      <a:prstDash val="solid"/>
                    </a:lnT>
                    <a:lnB w="12700">
                      <a:solidFill>
                        <a:srgbClr val="619DD1"/>
                      </a:solidFill>
                      <a:prstDash val="solid"/>
                    </a:lnB>
                  </a:tcPr>
                </a:tc>
                <a:tc>
                  <a:txBody>
                    <a:bodyPr/>
                    <a:lstStyle/>
                    <a:p>
                      <a:pPr marL="50800">
                        <a:lnSpc>
                          <a:spcPct val="100000"/>
                        </a:lnSpc>
                        <a:spcBef>
                          <a:spcPts val="300"/>
                        </a:spcBef>
                      </a:pPr>
                      <a:r>
                        <a:rPr sz="1800" spc="-10" dirty="0">
                          <a:latin typeface="Trebuchet MS" panose="020B0603020202020204"/>
                          <a:cs typeface="Trebuchet MS" panose="020B0603020202020204"/>
                        </a:rPr>
                        <a:t>REVOKE</a:t>
                      </a:r>
                      <a:endParaRPr sz="1800" spc="-10" dirty="0">
                        <a:latin typeface="Trebuchet MS" panose="020B0603020202020204"/>
                        <a:cs typeface="Trebuchet MS" panose="020B0603020202020204"/>
                      </a:endParaRPr>
                    </a:p>
                    <a:p>
                      <a:pPr marL="50800">
                        <a:lnSpc>
                          <a:spcPct val="100000"/>
                        </a:lnSpc>
                        <a:spcBef>
                          <a:spcPts val="300"/>
                        </a:spcBef>
                      </a:pPr>
                      <a:r>
                        <a:rPr lang="en-US" sz="1800" spc="-10" dirty="0">
                          <a:latin typeface="Trebuchet MS" panose="020B0603020202020204"/>
                          <a:cs typeface="Trebuchet MS" panose="020B0603020202020204"/>
                        </a:rPr>
                        <a:t>//di hui permition wapas lene ke liye hota hai  </a:t>
                      </a:r>
                      <a:endParaRPr sz="1800">
                        <a:latin typeface="Trebuchet MS" panose="020B0603020202020204"/>
                        <a:cs typeface="Trebuchet MS" panose="020B0603020202020204"/>
                      </a:endParaRPr>
                    </a:p>
                    <a:p>
                      <a:pPr>
                        <a:lnSpc>
                          <a:spcPct val="100000"/>
                        </a:lnSpc>
                        <a:spcBef>
                          <a:spcPts val="90"/>
                        </a:spcBef>
                      </a:pPr>
                      <a:endParaRPr sz="1800">
                        <a:latin typeface="Times New Roman" panose="02020603050405020304"/>
                        <a:cs typeface="Times New Roman" panose="02020603050405020304"/>
                      </a:endParaRPr>
                    </a:p>
                    <a:p>
                      <a:pPr marL="50800">
                        <a:lnSpc>
                          <a:spcPct val="100000"/>
                        </a:lnSpc>
                      </a:pPr>
                      <a:r>
                        <a:rPr sz="1800" dirty="0">
                          <a:latin typeface="Trebuchet MS" panose="020B0603020202020204"/>
                          <a:cs typeface="Trebuchet MS" panose="020B0603020202020204"/>
                        </a:rPr>
                        <a:t>Remove</a:t>
                      </a:r>
                      <a:r>
                        <a:rPr sz="1800" spc="-75" dirty="0">
                          <a:latin typeface="Trebuchet MS" panose="020B0603020202020204"/>
                          <a:cs typeface="Trebuchet MS" panose="020B0603020202020204"/>
                        </a:rPr>
                        <a:t> </a:t>
                      </a:r>
                      <a:r>
                        <a:rPr sz="1800" dirty="0">
                          <a:latin typeface="Trebuchet MS" panose="020B0603020202020204"/>
                          <a:cs typeface="Trebuchet MS" panose="020B0603020202020204"/>
                        </a:rPr>
                        <a:t>previously</a:t>
                      </a:r>
                      <a:r>
                        <a:rPr sz="1800" spc="-100" dirty="0">
                          <a:latin typeface="Trebuchet MS" panose="020B0603020202020204"/>
                          <a:cs typeface="Trebuchet MS" panose="020B0603020202020204"/>
                        </a:rPr>
                        <a:t> </a:t>
                      </a:r>
                      <a:r>
                        <a:rPr sz="1800" dirty="0">
                          <a:latin typeface="Trebuchet MS" panose="020B0603020202020204"/>
                          <a:cs typeface="Trebuchet MS" panose="020B0603020202020204"/>
                        </a:rPr>
                        <a:t>assigned</a:t>
                      </a:r>
                      <a:r>
                        <a:rPr sz="1800" spc="-110" dirty="0">
                          <a:latin typeface="Trebuchet MS" panose="020B0603020202020204"/>
                          <a:cs typeface="Trebuchet MS" panose="020B0603020202020204"/>
                        </a:rPr>
                        <a:t> </a:t>
                      </a:r>
                      <a:r>
                        <a:rPr sz="1800" spc="-10" dirty="0">
                          <a:latin typeface="Trebuchet MS" panose="020B0603020202020204"/>
                          <a:cs typeface="Trebuchet MS" panose="020B0603020202020204"/>
                        </a:rPr>
                        <a:t>privileges.</a:t>
                      </a:r>
                      <a:endParaRPr sz="1800">
                        <a:latin typeface="Trebuchet MS" panose="020B0603020202020204"/>
                        <a:cs typeface="Trebuchet MS" panose="020B0603020202020204"/>
                      </a:endParaRPr>
                    </a:p>
                  </a:txBody>
                  <a:tcPr marL="0" marR="0" marT="38100" marB="0">
                    <a:lnL w="12700">
                      <a:solidFill>
                        <a:srgbClr val="619DD1"/>
                      </a:solidFill>
                      <a:prstDash val="solid"/>
                    </a:lnL>
                    <a:lnR w="12700">
                      <a:solidFill>
                        <a:srgbClr val="619DD1"/>
                      </a:solidFill>
                      <a:prstDash val="solid"/>
                    </a:lnR>
                    <a:lnT w="12700">
                      <a:solidFill>
                        <a:srgbClr val="619DD1"/>
                      </a:solidFill>
                      <a:prstDash val="solid"/>
                    </a:lnT>
                    <a:lnB w="12700">
                      <a:solidFill>
                        <a:srgbClr val="619DD1"/>
                      </a:solidFill>
                      <a:prstDash val="soli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08686" rIns="0" bIns="0" rtlCol="0">
            <a:spAutoFit/>
          </a:bodyPr>
          <a:lstStyle/>
          <a:p>
            <a:pPr marL="2555875">
              <a:lnSpc>
                <a:spcPct val="100000"/>
              </a:lnSpc>
              <a:spcBef>
                <a:spcPts val="100"/>
              </a:spcBef>
            </a:pPr>
            <a:r>
              <a:rPr sz="4400" b="0" dirty="0">
                <a:latin typeface="Trebuchet MS" panose="020B0603020202020204"/>
                <a:cs typeface="Trebuchet MS" panose="020B0603020202020204"/>
              </a:rPr>
              <a:t>DCL</a:t>
            </a:r>
            <a:r>
              <a:rPr sz="4400" b="0" spc="-175" dirty="0">
                <a:latin typeface="Trebuchet MS" panose="020B0603020202020204"/>
                <a:cs typeface="Trebuchet MS" panose="020B0603020202020204"/>
              </a:rPr>
              <a:t> </a:t>
            </a:r>
            <a:r>
              <a:rPr sz="4400" b="0" spc="-10" dirty="0">
                <a:latin typeface="Trebuchet MS" panose="020B0603020202020204"/>
                <a:cs typeface="Trebuchet MS" panose="020B0603020202020204"/>
              </a:rPr>
              <a:t>commands</a:t>
            </a:r>
            <a:endParaRPr sz="4400">
              <a:latin typeface="Trebuchet MS" panose="020B0603020202020204"/>
              <a:cs typeface="Trebuchet MS" panose="020B0603020202020204"/>
            </a:endParaRPr>
          </a:p>
        </p:txBody>
      </p:sp>
      <p:pic>
        <p:nvPicPr>
          <p:cNvPr id="3" name="object 3"/>
          <p:cNvPicPr/>
          <p:nvPr/>
        </p:nvPicPr>
        <p:blipFill>
          <a:blip r:embed="rId1" cstate="print"/>
          <a:stretch>
            <a:fillRect/>
          </a:stretch>
        </p:blipFill>
        <p:spPr>
          <a:xfrm>
            <a:off x="381000" y="1478343"/>
            <a:ext cx="4117975" cy="823912"/>
          </a:xfrm>
          <a:prstGeom prst="rect">
            <a:avLst/>
          </a:prstGeom>
        </p:spPr>
      </p:pic>
      <p:sp>
        <p:nvSpPr>
          <p:cNvPr id="4" name="object 4"/>
          <p:cNvSpPr txBox="1"/>
          <p:nvPr/>
        </p:nvSpPr>
        <p:spPr>
          <a:xfrm>
            <a:off x="381000" y="1478343"/>
            <a:ext cx="4117975" cy="791845"/>
          </a:xfrm>
          <a:prstGeom prst="rect">
            <a:avLst/>
          </a:prstGeom>
          <a:ln w="6350">
            <a:solidFill>
              <a:srgbClr val="619DD1"/>
            </a:solidFill>
          </a:ln>
        </p:spPr>
        <p:txBody>
          <a:bodyPr vert="horz" wrap="square" lIns="0" tIns="52705" rIns="0" bIns="0" rtlCol="0">
            <a:spAutoFit/>
          </a:bodyPr>
          <a:lstStyle/>
          <a:p>
            <a:pPr>
              <a:lnSpc>
                <a:spcPct val="100000"/>
              </a:lnSpc>
              <a:spcBef>
                <a:spcPts val="415"/>
              </a:spcBef>
            </a:pPr>
            <a:endParaRPr sz="2400">
              <a:latin typeface="Times New Roman" panose="02020603050405020304"/>
              <a:cs typeface="Times New Roman" panose="02020603050405020304"/>
            </a:endParaRPr>
          </a:p>
          <a:p>
            <a:pPr marL="91440">
              <a:lnSpc>
                <a:spcPct val="100000"/>
              </a:lnSpc>
              <a:spcBef>
                <a:spcPts val="5"/>
              </a:spcBef>
            </a:pPr>
            <a:r>
              <a:rPr sz="2400" b="1" spc="-10" dirty="0">
                <a:solidFill>
                  <a:srgbClr val="FFFFFF"/>
                </a:solidFill>
                <a:latin typeface="Trebuchet MS" panose="020B0603020202020204"/>
                <a:cs typeface="Trebuchet MS" panose="020B0603020202020204"/>
              </a:rPr>
              <a:t>Grant</a:t>
            </a:r>
            <a:r>
              <a:rPr lang="en-US" altLang="en-US" sz="2400" b="1" spc="-10" dirty="0">
                <a:solidFill>
                  <a:srgbClr val="FFFFFF"/>
                </a:solidFill>
                <a:latin typeface="Trebuchet MS" panose="020B0603020202020204"/>
                <a:cs typeface="Trebuchet MS" panose="020B0603020202020204"/>
              </a:rPr>
              <a:t>/privilege</a:t>
            </a:r>
            <a:endParaRPr lang="en-US" altLang="en-US" sz="2400" b="1" spc="-10" dirty="0">
              <a:solidFill>
                <a:srgbClr val="FFFFFF"/>
              </a:solidFill>
              <a:latin typeface="Trebuchet MS" panose="020B0603020202020204"/>
              <a:cs typeface="Trebuchet MS" panose="020B0603020202020204"/>
            </a:endParaRPr>
          </a:p>
        </p:txBody>
      </p:sp>
      <p:sp>
        <p:nvSpPr>
          <p:cNvPr id="5" name="object 5"/>
          <p:cNvSpPr txBox="1"/>
          <p:nvPr/>
        </p:nvSpPr>
        <p:spPr>
          <a:xfrm>
            <a:off x="381000" y="2505075"/>
            <a:ext cx="4117975" cy="4124325"/>
          </a:xfrm>
          <a:prstGeom prst="rect">
            <a:avLst/>
          </a:prstGeom>
          <a:solidFill>
            <a:srgbClr val="FFFFFF"/>
          </a:solidFill>
          <a:ln w="12700">
            <a:solidFill>
              <a:srgbClr val="297ED4"/>
            </a:solidFill>
          </a:ln>
        </p:spPr>
        <p:txBody>
          <a:bodyPr vert="horz" wrap="square" lIns="0" tIns="36830" rIns="0" bIns="0" rtlCol="0">
            <a:spAutoFit/>
          </a:bodyPr>
          <a:lstStyle/>
          <a:p>
            <a:pPr marL="434340" marR="635635" indent="-342900">
              <a:lnSpc>
                <a:spcPct val="100000"/>
              </a:lnSpc>
              <a:spcBef>
                <a:spcPts val="290"/>
              </a:spcBef>
              <a:buFont typeface="Wingdings" panose="05000000000000000000"/>
              <a:buChar char=""/>
              <a:tabLst>
                <a:tab pos="434340" algn="l"/>
              </a:tabLst>
            </a:pPr>
            <a:r>
              <a:rPr sz="2400" dirty="0">
                <a:latin typeface="Trebuchet MS" panose="020B0603020202020204"/>
                <a:cs typeface="Trebuchet MS" panose="020B0603020202020204"/>
              </a:rPr>
              <a:t>With</a:t>
            </a:r>
            <a:r>
              <a:rPr sz="2400" spc="-45" dirty="0">
                <a:latin typeface="Trebuchet MS" panose="020B0603020202020204"/>
                <a:cs typeface="Trebuchet MS" panose="020B0603020202020204"/>
              </a:rPr>
              <a:t> </a:t>
            </a:r>
            <a:r>
              <a:rPr sz="2400" dirty="0">
                <a:latin typeface="Trebuchet MS" panose="020B0603020202020204"/>
                <a:cs typeface="Trebuchet MS" panose="020B0603020202020204"/>
              </a:rPr>
              <a:t>the</a:t>
            </a:r>
            <a:r>
              <a:rPr sz="2400" spc="-45" dirty="0">
                <a:latin typeface="Trebuchet MS" panose="020B0603020202020204"/>
                <a:cs typeface="Trebuchet MS" panose="020B0603020202020204"/>
              </a:rPr>
              <a:t> </a:t>
            </a:r>
            <a:r>
              <a:rPr sz="2400" dirty="0">
                <a:latin typeface="Trebuchet MS" panose="020B0603020202020204"/>
                <a:cs typeface="Trebuchet MS" panose="020B0603020202020204"/>
              </a:rPr>
              <a:t>help</a:t>
            </a:r>
            <a:r>
              <a:rPr sz="2400" spc="-45" dirty="0">
                <a:latin typeface="Trebuchet MS" panose="020B0603020202020204"/>
                <a:cs typeface="Trebuchet MS" panose="020B0603020202020204"/>
              </a:rPr>
              <a:t> </a:t>
            </a:r>
            <a:r>
              <a:rPr sz="2400" dirty="0">
                <a:latin typeface="Trebuchet MS" panose="020B0603020202020204"/>
                <a:cs typeface="Trebuchet MS" panose="020B0603020202020204"/>
              </a:rPr>
              <a:t>of</a:t>
            </a:r>
            <a:r>
              <a:rPr sz="2400" spc="-60" dirty="0">
                <a:latin typeface="Trebuchet MS" panose="020B0603020202020204"/>
                <a:cs typeface="Trebuchet MS" panose="020B0603020202020204"/>
              </a:rPr>
              <a:t> </a:t>
            </a:r>
            <a:r>
              <a:rPr sz="2400" spc="-10" dirty="0">
                <a:latin typeface="Trebuchet MS" panose="020B0603020202020204"/>
                <a:cs typeface="Trebuchet MS" panose="020B0603020202020204"/>
              </a:rPr>
              <a:t>grant </a:t>
            </a:r>
            <a:r>
              <a:rPr sz="2400" dirty="0">
                <a:latin typeface="Trebuchet MS" panose="020B0603020202020204"/>
                <a:cs typeface="Trebuchet MS" panose="020B0603020202020204"/>
              </a:rPr>
              <a:t>command</a:t>
            </a:r>
            <a:r>
              <a:rPr sz="2400" spc="-45" dirty="0">
                <a:latin typeface="Trebuchet MS" panose="020B0603020202020204"/>
                <a:cs typeface="Trebuchet MS" panose="020B0603020202020204"/>
              </a:rPr>
              <a:t> </a:t>
            </a:r>
            <a:r>
              <a:rPr sz="2400" dirty="0">
                <a:latin typeface="Trebuchet MS" panose="020B0603020202020204"/>
                <a:cs typeface="Trebuchet MS" panose="020B0603020202020204"/>
              </a:rPr>
              <a:t>we</a:t>
            </a:r>
            <a:r>
              <a:rPr sz="2400" spc="-35" dirty="0">
                <a:latin typeface="Trebuchet MS" panose="020B0603020202020204"/>
                <a:cs typeface="Trebuchet MS" panose="020B0603020202020204"/>
              </a:rPr>
              <a:t> </a:t>
            </a:r>
            <a:r>
              <a:rPr sz="2400" spc="-25" dirty="0">
                <a:latin typeface="Trebuchet MS" panose="020B0603020202020204"/>
                <a:cs typeface="Trebuchet MS" panose="020B0603020202020204"/>
              </a:rPr>
              <a:t>can</a:t>
            </a:r>
            <a:endParaRPr sz="2400">
              <a:latin typeface="Trebuchet MS" panose="020B0603020202020204"/>
              <a:cs typeface="Trebuchet MS" panose="020B0603020202020204"/>
            </a:endParaRPr>
          </a:p>
          <a:p>
            <a:pPr marL="835025" marR="888365" lvl="1" indent="-287020">
              <a:lnSpc>
                <a:spcPct val="100000"/>
              </a:lnSpc>
              <a:spcBef>
                <a:spcPts val="495"/>
              </a:spcBef>
              <a:buFont typeface="Wingdings" panose="05000000000000000000"/>
              <a:buChar char=""/>
              <a:tabLst>
                <a:tab pos="835025" algn="l"/>
              </a:tabLst>
            </a:pPr>
            <a:r>
              <a:rPr sz="2000" dirty="0">
                <a:latin typeface="Trebuchet MS" panose="020B0603020202020204"/>
                <a:cs typeface="Trebuchet MS" panose="020B0603020202020204"/>
              </a:rPr>
              <a:t>Assign</a:t>
            </a:r>
            <a:r>
              <a:rPr sz="2000" spc="-6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role:</a:t>
            </a:r>
            <a:r>
              <a:rPr sz="2000" spc="-35"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connect, </a:t>
            </a:r>
            <a:r>
              <a:rPr sz="2000" dirty="0">
                <a:highlight>
                  <a:srgbClr val="FFFF00"/>
                </a:highlight>
                <a:latin typeface="Trebuchet MS" panose="020B0603020202020204"/>
                <a:cs typeface="Trebuchet MS" panose="020B0603020202020204"/>
              </a:rPr>
              <a:t>resource</a:t>
            </a:r>
            <a:r>
              <a:rPr sz="2000" spc="-5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&amp;</a:t>
            </a:r>
            <a:r>
              <a:rPr sz="2000" spc="-20" dirty="0">
                <a:highlight>
                  <a:srgbClr val="FFFF00"/>
                </a:highlight>
                <a:latin typeface="Trebuchet MS" panose="020B0603020202020204"/>
                <a:cs typeface="Trebuchet MS" panose="020B0603020202020204"/>
              </a:rPr>
              <a:t> DBA</a:t>
            </a:r>
            <a:r>
              <a:rPr sz="2000" spc="-20" dirty="0">
                <a:latin typeface="Trebuchet MS" panose="020B0603020202020204"/>
                <a:cs typeface="Trebuchet MS" panose="020B0603020202020204"/>
              </a:rPr>
              <a:t>.</a:t>
            </a:r>
            <a:endParaRPr sz="2000">
              <a:latin typeface="Trebuchet MS" panose="020B0603020202020204"/>
              <a:cs typeface="Trebuchet MS" panose="020B0603020202020204"/>
            </a:endParaRPr>
          </a:p>
          <a:p>
            <a:pPr marL="835025" marR="90170" lvl="1" indent="-287020">
              <a:lnSpc>
                <a:spcPct val="100000"/>
              </a:lnSpc>
              <a:spcBef>
                <a:spcPts val="485"/>
              </a:spcBef>
              <a:buFont typeface="Wingdings" panose="05000000000000000000"/>
              <a:buChar char=""/>
              <a:tabLst>
                <a:tab pos="835025" algn="l"/>
              </a:tabLst>
            </a:pPr>
            <a:r>
              <a:rPr sz="2000" dirty="0">
                <a:latin typeface="Trebuchet MS" panose="020B0603020202020204"/>
                <a:cs typeface="Trebuchet MS" panose="020B0603020202020204"/>
              </a:rPr>
              <a:t>Assign</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rights</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15" dirty="0">
                <a:latin typeface="Trebuchet MS" panose="020B0603020202020204"/>
                <a:cs typeface="Trebuchet MS" panose="020B0603020202020204"/>
              </a:rPr>
              <a:t> </a:t>
            </a:r>
            <a:r>
              <a:rPr sz="2000" spc="-10" dirty="0">
                <a:latin typeface="Trebuchet MS" panose="020B0603020202020204"/>
                <a:cs typeface="Trebuchet MS" panose="020B0603020202020204"/>
              </a:rPr>
              <a:t>perform </a:t>
            </a:r>
            <a:r>
              <a:rPr sz="2000" dirty="0">
                <a:latin typeface="Trebuchet MS" panose="020B0603020202020204"/>
                <a:cs typeface="Trebuchet MS" panose="020B0603020202020204"/>
              </a:rPr>
              <a:t>Insert</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data</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Update</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data</a:t>
            </a:r>
            <a:r>
              <a:rPr sz="2000" spc="-35" dirty="0">
                <a:latin typeface="Trebuchet MS" panose="020B0603020202020204"/>
                <a:cs typeface="Trebuchet MS" panose="020B0603020202020204"/>
              </a:rPr>
              <a:t> </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Display</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data</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or</a:t>
            </a:r>
            <a:r>
              <a:rPr sz="2000" spc="-15" dirty="0">
                <a:latin typeface="Trebuchet MS" panose="020B0603020202020204"/>
                <a:cs typeface="Trebuchet MS" panose="020B0603020202020204"/>
              </a:rPr>
              <a:t> </a:t>
            </a:r>
            <a:r>
              <a:rPr sz="2000" dirty="0">
                <a:latin typeface="Trebuchet MS" panose="020B0603020202020204"/>
                <a:cs typeface="Trebuchet MS" panose="020B0603020202020204"/>
              </a:rPr>
              <a:t>Delete</a:t>
            </a:r>
            <a:r>
              <a:rPr sz="2000" spc="-45" dirty="0">
                <a:latin typeface="Trebuchet MS" panose="020B0603020202020204"/>
                <a:cs typeface="Trebuchet MS" panose="020B0603020202020204"/>
              </a:rPr>
              <a:t> </a:t>
            </a:r>
            <a:r>
              <a:rPr sz="2000" spc="-20" dirty="0">
                <a:latin typeface="Trebuchet MS" panose="020B0603020202020204"/>
                <a:cs typeface="Trebuchet MS" panose="020B0603020202020204"/>
              </a:rPr>
              <a:t>data </a:t>
            </a:r>
            <a:r>
              <a:rPr sz="2000" dirty="0">
                <a:highlight>
                  <a:srgbClr val="FFFF00"/>
                </a:highlight>
                <a:latin typeface="Trebuchet MS" panose="020B0603020202020204"/>
                <a:cs typeface="Trebuchet MS" panose="020B0603020202020204"/>
              </a:rPr>
              <a:t>from</a:t>
            </a:r>
            <a:r>
              <a:rPr sz="2000" spc="-3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a</a:t>
            </a:r>
            <a:r>
              <a:rPr sz="2000" spc="-1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specific</a:t>
            </a:r>
            <a:r>
              <a:rPr sz="2000" spc="-40"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table.</a:t>
            </a:r>
            <a:endParaRPr sz="2000" spc="-10" dirty="0">
              <a:highlight>
                <a:srgbClr val="FFFF00"/>
              </a:highlight>
              <a:latin typeface="Trebuchet MS" panose="020B0603020202020204"/>
              <a:cs typeface="Trebuchet MS" panose="020B0603020202020204"/>
            </a:endParaRPr>
          </a:p>
        </p:txBody>
      </p:sp>
      <p:pic>
        <p:nvPicPr>
          <p:cNvPr id="6" name="object 6"/>
          <p:cNvPicPr/>
          <p:nvPr/>
        </p:nvPicPr>
        <p:blipFill>
          <a:blip r:embed="rId2" cstate="print"/>
          <a:stretch>
            <a:fillRect/>
          </a:stretch>
        </p:blipFill>
        <p:spPr>
          <a:xfrm>
            <a:off x="4629150" y="1489519"/>
            <a:ext cx="4286250" cy="823912"/>
          </a:xfrm>
          <a:prstGeom prst="rect">
            <a:avLst/>
          </a:prstGeom>
        </p:spPr>
      </p:pic>
      <p:sp>
        <p:nvSpPr>
          <p:cNvPr id="7" name="object 7"/>
          <p:cNvSpPr txBox="1"/>
          <p:nvPr/>
        </p:nvSpPr>
        <p:spPr>
          <a:xfrm>
            <a:off x="4629150" y="1489519"/>
            <a:ext cx="4286250" cy="824230"/>
          </a:xfrm>
          <a:prstGeom prst="rect">
            <a:avLst/>
          </a:prstGeom>
          <a:ln w="6350">
            <a:solidFill>
              <a:srgbClr val="619DD1"/>
            </a:solidFill>
          </a:ln>
        </p:spPr>
        <p:txBody>
          <a:bodyPr vert="horz" wrap="square" lIns="0" tIns="52705" rIns="0" bIns="0" rtlCol="0">
            <a:spAutoFit/>
          </a:bodyPr>
          <a:lstStyle/>
          <a:p>
            <a:pPr>
              <a:lnSpc>
                <a:spcPct val="100000"/>
              </a:lnSpc>
              <a:spcBef>
                <a:spcPts val="415"/>
              </a:spcBef>
            </a:pPr>
            <a:endParaRPr sz="2400">
              <a:latin typeface="Times New Roman" panose="02020603050405020304"/>
              <a:cs typeface="Times New Roman" panose="02020603050405020304"/>
            </a:endParaRPr>
          </a:p>
          <a:p>
            <a:pPr marL="92075">
              <a:lnSpc>
                <a:spcPct val="100000"/>
              </a:lnSpc>
            </a:pPr>
            <a:r>
              <a:rPr sz="2400" b="1" dirty="0">
                <a:solidFill>
                  <a:srgbClr val="FFFFFF"/>
                </a:solidFill>
                <a:latin typeface="Trebuchet MS" panose="020B0603020202020204"/>
                <a:cs typeface="Trebuchet MS" panose="020B0603020202020204"/>
              </a:rPr>
              <a:t>syntax</a:t>
            </a:r>
            <a:r>
              <a:rPr sz="2400" b="1" spc="-30" dirty="0">
                <a:solidFill>
                  <a:srgbClr val="FFFFFF"/>
                </a:solidFill>
                <a:latin typeface="Trebuchet MS" panose="020B0603020202020204"/>
                <a:cs typeface="Trebuchet MS" panose="020B0603020202020204"/>
              </a:rPr>
              <a:t> </a:t>
            </a:r>
            <a:r>
              <a:rPr sz="2400" b="1" dirty="0">
                <a:solidFill>
                  <a:srgbClr val="FFFFFF"/>
                </a:solidFill>
                <a:latin typeface="Trebuchet MS" panose="020B0603020202020204"/>
                <a:cs typeface="Trebuchet MS" panose="020B0603020202020204"/>
              </a:rPr>
              <a:t>&amp;</a:t>
            </a:r>
            <a:r>
              <a:rPr sz="2400" b="1" spc="-25" dirty="0">
                <a:solidFill>
                  <a:srgbClr val="FFFFFF"/>
                </a:solidFill>
                <a:latin typeface="Trebuchet MS" panose="020B0603020202020204"/>
                <a:cs typeface="Trebuchet MS" panose="020B0603020202020204"/>
              </a:rPr>
              <a:t> </a:t>
            </a:r>
            <a:r>
              <a:rPr sz="2400" b="1" spc="-10" dirty="0">
                <a:solidFill>
                  <a:srgbClr val="FFFFFF"/>
                </a:solidFill>
                <a:latin typeface="Trebuchet MS" panose="020B0603020202020204"/>
                <a:cs typeface="Trebuchet MS" panose="020B0603020202020204"/>
              </a:rPr>
              <a:t>example</a:t>
            </a:r>
            <a:endParaRPr sz="2400">
              <a:latin typeface="Trebuchet MS" panose="020B0603020202020204"/>
              <a:cs typeface="Trebuchet MS" panose="020B0603020202020204"/>
            </a:endParaRPr>
          </a:p>
        </p:txBody>
      </p:sp>
      <p:sp>
        <p:nvSpPr>
          <p:cNvPr id="8" name="object 8"/>
          <p:cNvSpPr txBox="1"/>
          <p:nvPr/>
        </p:nvSpPr>
        <p:spPr>
          <a:xfrm>
            <a:off x="4629150" y="2505075"/>
            <a:ext cx="4286250" cy="4124325"/>
          </a:xfrm>
          <a:prstGeom prst="rect">
            <a:avLst/>
          </a:prstGeom>
          <a:solidFill>
            <a:srgbClr val="FFFFFF"/>
          </a:solidFill>
          <a:ln w="12700">
            <a:solidFill>
              <a:srgbClr val="297ED4"/>
            </a:solidFill>
          </a:ln>
        </p:spPr>
        <p:txBody>
          <a:bodyPr vert="horz" wrap="square" lIns="0" tIns="40005" rIns="0" bIns="0" rtlCol="0">
            <a:spAutoFit/>
          </a:bodyPr>
          <a:lstStyle/>
          <a:p>
            <a:pPr marL="434340" indent="-342265">
              <a:lnSpc>
                <a:spcPct val="100000"/>
              </a:lnSpc>
              <a:spcBef>
                <a:spcPts val="315"/>
              </a:spcBef>
              <a:buFont typeface="Wingdings" panose="05000000000000000000"/>
              <a:buChar char=""/>
              <a:tabLst>
                <a:tab pos="434340" algn="l"/>
              </a:tabLst>
            </a:pPr>
            <a:r>
              <a:rPr sz="1800" b="1" spc="-10" dirty="0">
                <a:latin typeface="Trebuchet MS" panose="020B0603020202020204"/>
                <a:cs typeface="Trebuchet MS" panose="020B0603020202020204"/>
              </a:rPr>
              <a:t>Syntax:</a:t>
            </a:r>
            <a:endParaRPr sz="1800">
              <a:latin typeface="Trebuchet MS" panose="020B0603020202020204"/>
              <a:cs typeface="Trebuchet MS" panose="020B0603020202020204"/>
            </a:endParaRPr>
          </a:p>
          <a:p>
            <a:pPr>
              <a:lnSpc>
                <a:spcPct val="100000"/>
              </a:lnSpc>
              <a:spcBef>
                <a:spcPts val="935"/>
              </a:spcBef>
              <a:buFont typeface="Wingdings" panose="05000000000000000000"/>
              <a:buChar char=""/>
            </a:pPr>
            <a:endParaRPr sz="1800">
              <a:latin typeface="Trebuchet MS" panose="020B0603020202020204"/>
              <a:cs typeface="Trebuchet MS" panose="020B0603020202020204"/>
            </a:endParaRPr>
          </a:p>
          <a:p>
            <a:pPr marL="92075" marR="484505">
              <a:lnSpc>
                <a:spcPct val="100000"/>
              </a:lnSpc>
            </a:pPr>
            <a:r>
              <a:rPr sz="1800" dirty="0">
                <a:latin typeface="Trebuchet MS" panose="020B0603020202020204"/>
                <a:cs typeface="Trebuchet MS" panose="020B0603020202020204"/>
              </a:rPr>
              <a:t>GRANT</a:t>
            </a:r>
            <a:r>
              <a:rPr sz="1800" spc="-65" dirty="0">
                <a:latin typeface="Trebuchet MS" panose="020B0603020202020204"/>
                <a:cs typeface="Trebuchet MS" panose="020B0603020202020204"/>
              </a:rPr>
              <a:t> </a:t>
            </a:r>
            <a:r>
              <a:rPr sz="1800" dirty="0">
                <a:latin typeface="Trebuchet MS" panose="020B0603020202020204"/>
                <a:cs typeface="Trebuchet MS" panose="020B0603020202020204"/>
              </a:rPr>
              <a:t>&lt;PRIVILEGE&gt;</a:t>
            </a:r>
            <a:r>
              <a:rPr sz="1800" spc="-25" dirty="0">
                <a:latin typeface="Trebuchet MS" panose="020B0603020202020204"/>
                <a:cs typeface="Trebuchet MS" panose="020B0603020202020204"/>
              </a:rPr>
              <a:t> </a:t>
            </a:r>
            <a:r>
              <a:rPr sz="1800" dirty="0">
                <a:latin typeface="Trebuchet MS" panose="020B0603020202020204"/>
                <a:cs typeface="Trebuchet MS" panose="020B0603020202020204"/>
              </a:rPr>
              <a:t>|</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ROLE</a:t>
            </a:r>
            <a:r>
              <a:rPr sz="1800" spc="-45" dirty="0">
                <a:latin typeface="Trebuchet MS" panose="020B0603020202020204"/>
                <a:cs typeface="Trebuchet MS" panose="020B0603020202020204"/>
              </a:rPr>
              <a:t> </a:t>
            </a:r>
            <a:r>
              <a:rPr sz="1800" spc="-25" dirty="0">
                <a:latin typeface="Trebuchet MS" panose="020B0603020202020204"/>
                <a:cs typeface="Trebuchet MS" panose="020B0603020202020204"/>
              </a:rPr>
              <a:t>ON </a:t>
            </a:r>
            <a:r>
              <a:rPr sz="1800" dirty="0">
                <a:latin typeface="Trebuchet MS" panose="020B0603020202020204"/>
                <a:cs typeface="Trebuchet MS" panose="020B0603020202020204"/>
              </a:rPr>
              <a:t>[&lt;OBJECT</a:t>
            </a:r>
            <a:r>
              <a:rPr sz="1800" spc="-95" dirty="0">
                <a:latin typeface="Trebuchet MS" panose="020B0603020202020204"/>
                <a:cs typeface="Trebuchet MS" panose="020B0603020202020204"/>
              </a:rPr>
              <a:t> </a:t>
            </a:r>
            <a:r>
              <a:rPr sz="1800" dirty="0">
                <a:latin typeface="Trebuchet MS" panose="020B0603020202020204"/>
                <a:cs typeface="Trebuchet MS" panose="020B0603020202020204"/>
              </a:rPr>
              <a:t>NAME&gt;]</a:t>
            </a:r>
            <a:r>
              <a:rPr sz="1800" spc="-95"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75" dirty="0">
                <a:latin typeface="Trebuchet MS" panose="020B0603020202020204"/>
                <a:cs typeface="Trebuchet MS" panose="020B0603020202020204"/>
              </a:rPr>
              <a:t> </a:t>
            </a:r>
            <a:r>
              <a:rPr sz="1800" dirty="0">
                <a:latin typeface="Trebuchet MS" panose="020B0603020202020204"/>
                <a:cs typeface="Trebuchet MS" panose="020B0603020202020204"/>
              </a:rPr>
              <a:t>&lt;USER</a:t>
            </a:r>
            <a:r>
              <a:rPr sz="1800" spc="-70" dirty="0">
                <a:latin typeface="Trebuchet MS" panose="020B0603020202020204"/>
                <a:cs typeface="Trebuchet MS" panose="020B0603020202020204"/>
              </a:rPr>
              <a:t> </a:t>
            </a:r>
            <a:r>
              <a:rPr sz="1800" spc="-10" dirty="0">
                <a:latin typeface="Trebuchet MS" panose="020B0603020202020204"/>
                <a:cs typeface="Trebuchet MS" panose="020B0603020202020204"/>
              </a:rPr>
              <a:t>NAME&gt;;</a:t>
            </a:r>
            <a:endParaRPr sz="1800">
              <a:latin typeface="Trebuchet MS" panose="020B0603020202020204"/>
              <a:cs typeface="Trebuchet MS" panose="020B0603020202020204"/>
            </a:endParaRPr>
          </a:p>
          <a:p>
            <a:pPr>
              <a:lnSpc>
                <a:spcPct val="100000"/>
              </a:lnSpc>
              <a:spcBef>
                <a:spcPts val="935"/>
              </a:spcBef>
            </a:pPr>
            <a:endParaRPr sz="1800">
              <a:latin typeface="Trebuchet MS" panose="020B0603020202020204"/>
              <a:cs typeface="Trebuchet MS" panose="020B0603020202020204"/>
            </a:endParaRPr>
          </a:p>
          <a:p>
            <a:pPr marL="434340" indent="-342265">
              <a:lnSpc>
                <a:spcPct val="100000"/>
              </a:lnSpc>
              <a:buFont typeface="Wingdings" panose="05000000000000000000"/>
              <a:buChar char=""/>
              <a:tabLst>
                <a:tab pos="434340" algn="l"/>
              </a:tabLst>
            </a:pPr>
            <a:r>
              <a:rPr sz="1800" b="1" spc="-10" dirty="0">
                <a:latin typeface="Trebuchet MS" panose="020B0603020202020204"/>
                <a:cs typeface="Trebuchet MS" panose="020B0603020202020204"/>
              </a:rPr>
              <a:t>Example:</a:t>
            </a:r>
            <a:endParaRPr sz="1800">
              <a:latin typeface="Trebuchet MS" panose="020B0603020202020204"/>
              <a:cs typeface="Trebuchet MS" panose="020B0603020202020204"/>
            </a:endParaRPr>
          </a:p>
          <a:p>
            <a:pPr marL="835025" lvl="1" indent="-285750">
              <a:lnSpc>
                <a:spcPct val="100000"/>
              </a:lnSpc>
              <a:spcBef>
                <a:spcPts val="1115"/>
              </a:spcBef>
              <a:buFont typeface="Wingdings" panose="05000000000000000000"/>
              <a:buChar char=""/>
              <a:tabLst>
                <a:tab pos="835025" algn="l"/>
              </a:tabLst>
            </a:pPr>
            <a:r>
              <a:rPr sz="1800" dirty="0">
                <a:latin typeface="Trebuchet MS" panose="020B0603020202020204"/>
                <a:cs typeface="Trebuchet MS" panose="020B0603020202020204"/>
              </a:rPr>
              <a:t>GRANT</a:t>
            </a:r>
            <a:r>
              <a:rPr sz="1800" spc="-110" dirty="0">
                <a:latin typeface="Trebuchet MS" panose="020B0603020202020204"/>
                <a:cs typeface="Trebuchet MS" panose="020B0603020202020204"/>
              </a:rPr>
              <a:t> </a:t>
            </a:r>
            <a:r>
              <a:rPr sz="1800" dirty="0">
                <a:latin typeface="Trebuchet MS" panose="020B0603020202020204"/>
                <a:cs typeface="Trebuchet MS" panose="020B0603020202020204"/>
              </a:rPr>
              <a:t>CONNECT</a:t>
            </a:r>
            <a:r>
              <a:rPr sz="1800" spc="-135"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75" dirty="0">
                <a:latin typeface="Trebuchet MS" panose="020B0603020202020204"/>
                <a:cs typeface="Trebuchet MS" panose="020B0603020202020204"/>
              </a:rPr>
              <a:t> </a:t>
            </a:r>
            <a:r>
              <a:rPr sz="1800" spc="-20" dirty="0">
                <a:latin typeface="Trebuchet MS" panose="020B0603020202020204"/>
                <a:cs typeface="Trebuchet MS" panose="020B0603020202020204"/>
              </a:rPr>
              <a:t>MKB;</a:t>
            </a:r>
            <a:endParaRPr sz="1800">
              <a:latin typeface="Trebuchet MS" panose="020B0603020202020204"/>
              <a:cs typeface="Trebuchet MS" panose="020B0603020202020204"/>
            </a:endParaRPr>
          </a:p>
          <a:p>
            <a:pPr marL="835025" lvl="1" indent="-285750">
              <a:lnSpc>
                <a:spcPct val="100000"/>
              </a:lnSpc>
              <a:spcBef>
                <a:spcPts val="1515"/>
              </a:spcBef>
              <a:buFont typeface="Wingdings" panose="05000000000000000000"/>
              <a:buChar char=""/>
              <a:tabLst>
                <a:tab pos="835025" algn="l"/>
              </a:tabLst>
            </a:pPr>
            <a:r>
              <a:rPr sz="1800" dirty="0">
                <a:latin typeface="Trebuchet MS" panose="020B0603020202020204"/>
                <a:cs typeface="Trebuchet MS" panose="020B0603020202020204"/>
              </a:rPr>
              <a:t>GRANT</a:t>
            </a:r>
            <a:r>
              <a:rPr sz="1800" spc="-90" dirty="0">
                <a:latin typeface="Trebuchet MS" panose="020B0603020202020204"/>
                <a:cs typeface="Trebuchet MS" panose="020B0603020202020204"/>
              </a:rPr>
              <a:t> </a:t>
            </a:r>
            <a:r>
              <a:rPr sz="1800" spc="-50" dirty="0">
                <a:latin typeface="Trebuchet MS" panose="020B0603020202020204"/>
                <a:cs typeface="Trebuchet MS" panose="020B0603020202020204"/>
              </a:rPr>
              <a:t>INSERT,</a:t>
            </a:r>
            <a:r>
              <a:rPr sz="1800" spc="-65" dirty="0">
                <a:latin typeface="Trebuchet MS" panose="020B0603020202020204"/>
                <a:cs typeface="Trebuchet MS" panose="020B0603020202020204"/>
              </a:rPr>
              <a:t> </a:t>
            </a:r>
            <a:r>
              <a:rPr sz="1800" spc="-20" dirty="0">
                <a:latin typeface="Trebuchet MS" panose="020B0603020202020204"/>
                <a:cs typeface="Trebuchet MS" panose="020B0603020202020204"/>
              </a:rPr>
              <a:t>UPDATE</a:t>
            </a:r>
            <a:r>
              <a:rPr sz="1800" spc="-75" dirty="0">
                <a:latin typeface="Trebuchet MS" panose="020B0603020202020204"/>
                <a:cs typeface="Trebuchet MS" panose="020B0603020202020204"/>
              </a:rPr>
              <a:t> </a:t>
            </a:r>
            <a:r>
              <a:rPr sz="1800" dirty="0">
                <a:latin typeface="Trebuchet MS" panose="020B0603020202020204"/>
                <a:cs typeface="Trebuchet MS" panose="020B0603020202020204"/>
              </a:rPr>
              <a:t>ON</a:t>
            </a:r>
            <a:r>
              <a:rPr sz="1800" spc="-70" dirty="0">
                <a:latin typeface="Trebuchet MS" panose="020B0603020202020204"/>
                <a:cs typeface="Trebuchet MS" panose="020B0603020202020204"/>
              </a:rPr>
              <a:t> </a:t>
            </a:r>
            <a:r>
              <a:rPr sz="1800" spc="-20" dirty="0">
                <a:latin typeface="Trebuchet MS" panose="020B0603020202020204"/>
                <a:cs typeface="Trebuchet MS" panose="020B0603020202020204"/>
              </a:rPr>
              <a:t>STUD</a:t>
            </a:r>
            <a:endParaRPr sz="1800">
              <a:latin typeface="Trebuchet MS" panose="020B0603020202020204"/>
              <a:cs typeface="Trebuchet MS" panose="020B0603020202020204"/>
            </a:endParaRPr>
          </a:p>
          <a:p>
            <a:pPr marL="835660">
              <a:lnSpc>
                <a:spcPct val="100000"/>
              </a:lnSpc>
              <a:spcBef>
                <a:spcPts val="1080"/>
              </a:spcBef>
            </a:pPr>
            <a:r>
              <a:rPr sz="1800" dirty="0">
                <a:latin typeface="Trebuchet MS" panose="020B0603020202020204"/>
                <a:cs typeface="Trebuchet MS" panose="020B0603020202020204"/>
              </a:rPr>
              <a:t>TO</a:t>
            </a:r>
            <a:r>
              <a:rPr sz="1800" spc="-114" dirty="0">
                <a:latin typeface="Trebuchet MS" panose="020B0603020202020204"/>
                <a:cs typeface="Trebuchet MS" panose="020B0603020202020204"/>
              </a:rPr>
              <a:t> </a:t>
            </a:r>
            <a:r>
              <a:rPr sz="1800" spc="-20" dirty="0">
                <a:latin typeface="Trebuchet MS" panose="020B0603020202020204"/>
                <a:cs typeface="Trebuchet MS" panose="020B0603020202020204"/>
              </a:rPr>
              <a:t>MKB;</a:t>
            </a:r>
            <a:endParaRPr sz="1800">
              <a:latin typeface="Trebuchet MS" panose="020B0603020202020204"/>
              <a:cs typeface="Trebuchet MS" panose="020B0603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08686" rIns="0" bIns="0" rtlCol="0">
            <a:spAutoFit/>
          </a:bodyPr>
          <a:lstStyle/>
          <a:p>
            <a:pPr marL="2555875">
              <a:lnSpc>
                <a:spcPct val="100000"/>
              </a:lnSpc>
              <a:spcBef>
                <a:spcPts val="100"/>
              </a:spcBef>
            </a:pPr>
            <a:r>
              <a:rPr sz="4400" b="0" dirty="0">
                <a:latin typeface="Trebuchet MS" panose="020B0603020202020204"/>
                <a:cs typeface="Trebuchet MS" panose="020B0603020202020204"/>
              </a:rPr>
              <a:t>DCL</a:t>
            </a:r>
            <a:r>
              <a:rPr sz="4400" b="0" spc="-175" dirty="0">
                <a:latin typeface="Trebuchet MS" panose="020B0603020202020204"/>
                <a:cs typeface="Trebuchet MS" panose="020B0603020202020204"/>
              </a:rPr>
              <a:t> </a:t>
            </a:r>
            <a:r>
              <a:rPr sz="4400" b="0" spc="-10" dirty="0">
                <a:latin typeface="Trebuchet MS" panose="020B0603020202020204"/>
                <a:cs typeface="Trebuchet MS" panose="020B0603020202020204"/>
              </a:rPr>
              <a:t>commands</a:t>
            </a:r>
            <a:endParaRPr sz="4400">
              <a:latin typeface="Trebuchet MS" panose="020B0603020202020204"/>
              <a:cs typeface="Trebuchet MS" panose="020B0603020202020204"/>
            </a:endParaRPr>
          </a:p>
        </p:txBody>
      </p:sp>
      <p:pic>
        <p:nvPicPr>
          <p:cNvPr id="3" name="object 3"/>
          <p:cNvPicPr/>
          <p:nvPr/>
        </p:nvPicPr>
        <p:blipFill>
          <a:blip r:embed="rId1" cstate="print"/>
          <a:stretch>
            <a:fillRect/>
          </a:stretch>
        </p:blipFill>
        <p:spPr>
          <a:xfrm>
            <a:off x="381000" y="1478343"/>
            <a:ext cx="4117975" cy="823912"/>
          </a:xfrm>
          <a:prstGeom prst="rect">
            <a:avLst/>
          </a:prstGeom>
        </p:spPr>
      </p:pic>
      <p:sp>
        <p:nvSpPr>
          <p:cNvPr id="4" name="object 4"/>
          <p:cNvSpPr txBox="1"/>
          <p:nvPr/>
        </p:nvSpPr>
        <p:spPr>
          <a:xfrm>
            <a:off x="381000" y="1478343"/>
            <a:ext cx="4117975" cy="824230"/>
          </a:xfrm>
          <a:prstGeom prst="rect">
            <a:avLst/>
          </a:prstGeom>
          <a:ln w="6350">
            <a:solidFill>
              <a:srgbClr val="619DD1"/>
            </a:solidFill>
          </a:ln>
        </p:spPr>
        <p:txBody>
          <a:bodyPr vert="horz" wrap="square" lIns="0" tIns="52705" rIns="0" bIns="0" rtlCol="0">
            <a:spAutoFit/>
          </a:bodyPr>
          <a:lstStyle/>
          <a:p>
            <a:pPr>
              <a:lnSpc>
                <a:spcPct val="100000"/>
              </a:lnSpc>
              <a:spcBef>
                <a:spcPts val="415"/>
              </a:spcBef>
            </a:pPr>
            <a:endParaRPr sz="2400">
              <a:latin typeface="Times New Roman" panose="02020603050405020304"/>
              <a:cs typeface="Times New Roman" panose="02020603050405020304"/>
            </a:endParaRPr>
          </a:p>
          <a:p>
            <a:pPr marL="91440">
              <a:lnSpc>
                <a:spcPct val="100000"/>
              </a:lnSpc>
              <a:spcBef>
                <a:spcPts val="5"/>
              </a:spcBef>
            </a:pPr>
            <a:r>
              <a:rPr sz="2400" b="1" spc="-10" dirty="0">
                <a:solidFill>
                  <a:srgbClr val="FFFFFF"/>
                </a:solidFill>
                <a:latin typeface="Trebuchet MS" panose="020B0603020202020204"/>
                <a:cs typeface="Trebuchet MS" panose="020B0603020202020204"/>
              </a:rPr>
              <a:t>Revoke</a:t>
            </a:r>
            <a:endParaRPr sz="2400">
              <a:latin typeface="Trebuchet MS" panose="020B0603020202020204"/>
              <a:cs typeface="Trebuchet MS" panose="020B0603020202020204"/>
            </a:endParaRPr>
          </a:p>
        </p:txBody>
      </p:sp>
      <p:sp>
        <p:nvSpPr>
          <p:cNvPr id="5" name="object 5"/>
          <p:cNvSpPr txBox="1"/>
          <p:nvPr/>
        </p:nvSpPr>
        <p:spPr>
          <a:xfrm>
            <a:off x="381000" y="2505075"/>
            <a:ext cx="4117975" cy="4124325"/>
          </a:xfrm>
          <a:prstGeom prst="rect">
            <a:avLst/>
          </a:prstGeom>
          <a:solidFill>
            <a:srgbClr val="FFFFFF"/>
          </a:solidFill>
          <a:ln w="12700">
            <a:solidFill>
              <a:srgbClr val="297ED4"/>
            </a:solidFill>
          </a:ln>
        </p:spPr>
        <p:txBody>
          <a:bodyPr vert="horz" wrap="square" lIns="0" tIns="36830" rIns="0" bIns="0" rtlCol="0">
            <a:spAutoFit/>
          </a:bodyPr>
          <a:lstStyle/>
          <a:p>
            <a:pPr marL="434340" marR="435610" indent="-342900">
              <a:lnSpc>
                <a:spcPct val="100000"/>
              </a:lnSpc>
              <a:spcBef>
                <a:spcPts val="290"/>
              </a:spcBef>
              <a:buFont typeface="Wingdings" panose="05000000000000000000"/>
              <a:buChar char=""/>
              <a:tabLst>
                <a:tab pos="434340" algn="l"/>
              </a:tabLst>
            </a:pPr>
            <a:r>
              <a:rPr sz="2400" dirty="0">
                <a:latin typeface="Trebuchet MS" panose="020B0603020202020204"/>
                <a:cs typeface="Trebuchet MS" panose="020B0603020202020204"/>
              </a:rPr>
              <a:t>With</a:t>
            </a:r>
            <a:r>
              <a:rPr sz="2400" spc="-45" dirty="0">
                <a:latin typeface="Trebuchet MS" panose="020B0603020202020204"/>
                <a:cs typeface="Trebuchet MS" panose="020B0603020202020204"/>
              </a:rPr>
              <a:t> </a:t>
            </a:r>
            <a:r>
              <a:rPr sz="2400" dirty="0">
                <a:latin typeface="Trebuchet MS" panose="020B0603020202020204"/>
                <a:cs typeface="Trebuchet MS" panose="020B0603020202020204"/>
              </a:rPr>
              <a:t>the</a:t>
            </a:r>
            <a:r>
              <a:rPr sz="2400" spc="-45" dirty="0">
                <a:latin typeface="Trebuchet MS" panose="020B0603020202020204"/>
                <a:cs typeface="Trebuchet MS" panose="020B0603020202020204"/>
              </a:rPr>
              <a:t> </a:t>
            </a:r>
            <a:r>
              <a:rPr sz="2400" dirty="0">
                <a:latin typeface="Trebuchet MS" panose="020B0603020202020204"/>
                <a:cs typeface="Trebuchet MS" panose="020B0603020202020204"/>
              </a:rPr>
              <a:t>help</a:t>
            </a:r>
            <a:r>
              <a:rPr sz="2400" spc="-40" dirty="0">
                <a:latin typeface="Trebuchet MS" panose="020B0603020202020204"/>
                <a:cs typeface="Trebuchet MS" panose="020B0603020202020204"/>
              </a:rPr>
              <a:t> </a:t>
            </a:r>
            <a:r>
              <a:rPr sz="2400" dirty="0">
                <a:latin typeface="Trebuchet MS" panose="020B0603020202020204"/>
                <a:cs typeface="Trebuchet MS" panose="020B0603020202020204"/>
              </a:rPr>
              <a:t>of</a:t>
            </a:r>
            <a:r>
              <a:rPr sz="2400" spc="-55" dirty="0">
                <a:latin typeface="Trebuchet MS" panose="020B0603020202020204"/>
                <a:cs typeface="Trebuchet MS" panose="020B0603020202020204"/>
              </a:rPr>
              <a:t> </a:t>
            </a:r>
            <a:r>
              <a:rPr sz="2400" spc="-10" dirty="0">
                <a:latin typeface="Trebuchet MS" panose="020B0603020202020204"/>
                <a:cs typeface="Trebuchet MS" panose="020B0603020202020204"/>
              </a:rPr>
              <a:t>revoke </a:t>
            </a:r>
            <a:r>
              <a:rPr sz="2400" dirty="0">
                <a:latin typeface="Trebuchet MS" panose="020B0603020202020204"/>
                <a:cs typeface="Trebuchet MS" panose="020B0603020202020204"/>
              </a:rPr>
              <a:t>command</a:t>
            </a:r>
            <a:r>
              <a:rPr sz="2400" spc="-40" dirty="0">
                <a:latin typeface="Trebuchet MS" panose="020B0603020202020204"/>
                <a:cs typeface="Trebuchet MS" panose="020B0603020202020204"/>
              </a:rPr>
              <a:t> </a:t>
            </a:r>
            <a:r>
              <a:rPr sz="2400" dirty="0">
                <a:latin typeface="Trebuchet MS" panose="020B0603020202020204"/>
                <a:cs typeface="Trebuchet MS" panose="020B0603020202020204"/>
              </a:rPr>
              <a:t>we</a:t>
            </a:r>
            <a:r>
              <a:rPr sz="2400" spc="-35" dirty="0">
                <a:latin typeface="Trebuchet MS" panose="020B0603020202020204"/>
                <a:cs typeface="Trebuchet MS" panose="020B0603020202020204"/>
              </a:rPr>
              <a:t> </a:t>
            </a:r>
            <a:r>
              <a:rPr sz="2400" spc="-25" dirty="0">
                <a:latin typeface="Trebuchet MS" panose="020B0603020202020204"/>
                <a:cs typeface="Trebuchet MS" panose="020B0603020202020204"/>
              </a:rPr>
              <a:t>can</a:t>
            </a:r>
            <a:endParaRPr sz="2400">
              <a:latin typeface="Trebuchet MS" panose="020B0603020202020204"/>
              <a:cs typeface="Trebuchet MS" panose="020B0603020202020204"/>
            </a:endParaRPr>
          </a:p>
          <a:p>
            <a:pPr marL="835025" marR="619125" lvl="1" indent="-287020">
              <a:lnSpc>
                <a:spcPct val="100000"/>
              </a:lnSpc>
              <a:spcBef>
                <a:spcPts val="495"/>
              </a:spcBef>
              <a:buFont typeface="Wingdings" panose="05000000000000000000"/>
              <a:buChar char=""/>
              <a:tabLst>
                <a:tab pos="835025" algn="l"/>
              </a:tabLst>
            </a:pPr>
            <a:r>
              <a:rPr sz="2000" dirty="0">
                <a:highlight>
                  <a:srgbClr val="FFFF00"/>
                </a:highlight>
                <a:latin typeface="Trebuchet MS" panose="020B0603020202020204"/>
                <a:cs typeface="Trebuchet MS" panose="020B0603020202020204"/>
              </a:rPr>
              <a:t>Remove</a:t>
            </a:r>
            <a:r>
              <a:rPr sz="2000" spc="495" dirty="0">
                <a:highlight>
                  <a:srgbClr val="FFFF00"/>
                </a:highlight>
                <a:latin typeface="Trebuchet MS" panose="020B0603020202020204"/>
                <a:cs typeface="Trebuchet MS" panose="020B0603020202020204"/>
              </a:rPr>
              <a:t> </a:t>
            </a:r>
            <a:r>
              <a:rPr sz="2000" dirty="0">
                <a:latin typeface="Trebuchet MS" panose="020B0603020202020204"/>
                <a:cs typeface="Trebuchet MS" panose="020B0603020202020204"/>
              </a:rPr>
              <a:t>role:</a:t>
            </a:r>
            <a:r>
              <a:rPr sz="2000" spc="-55" dirty="0">
                <a:latin typeface="Trebuchet MS" panose="020B0603020202020204"/>
                <a:cs typeface="Trebuchet MS" panose="020B0603020202020204"/>
              </a:rPr>
              <a:t> </a:t>
            </a:r>
            <a:r>
              <a:rPr sz="2000" spc="-10" dirty="0">
                <a:latin typeface="Trebuchet MS" panose="020B0603020202020204"/>
                <a:cs typeface="Trebuchet MS" panose="020B0603020202020204"/>
              </a:rPr>
              <a:t>connect, </a:t>
            </a:r>
            <a:r>
              <a:rPr sz="2000" dirty="0">
                <a:latin typeface="Trebuchet MS" panose="020B0603020202020204"/>
                <a:cs typeface="Trebuchet MS" panose="020B0603020202020204"/>
              </a:rPr>
              <a:t>resource</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&amp;</a:t>
            </a:r>
            <a:r>
              <a:rPr sz="2000" spc="-20" dirty="0">
                <a:latin typeface="Trebuchet MS" panose="020B0603020202020204"/>
                <a:cs typeface="Trebuchet MS" panose="020B0603020202020204"/>
              </a:rPr>
              <a:t> DBA.</a:t>
            </a:r>
            <a:endParaRPr sz="2000">
              <a:latin typeface="Trebuchet MS" panose="020B0603020202020204"/>
              <a:cs typeface="Trebuchet MS" panose="020B0603020202020204"/>
            </a:endParaRPr>
          </a:p>
          <a:p>
            <a:pPr marL="835025" marR="233680" lvl="1" indent="-287020">
              <a:lnSpc>
                <a:spcPct val="100000"/>
              </a:lnSpc>
              <a:spcBef>
                <a:spcPts val="485"/>
              </a:spcBef>
              <a:buFont typeface="Wingdings" panose="05000000000000000000"/>
              <a:buChar char=""/>
              <a:tabLst>
                <a:tab pos="835025" algn="l"/>
              </a:tabLst>
            </a:pPr>
            <a:r>
              <a:rPr sz="2000" dirty="0">
                <a:highlight>
                  <a:srgbClr val="FFFF00"/>
                </a:highlight>
                <a:latin typeface="Trebuchet MS" panose="020B0603020202020204"/>
                <a:cs typeface="Trebuchet MS" panose="020B0603020202020204"/>
              </a:rPr>
              <a:t>Remove</a:t>
            </a:r>
            <a:r>
              <a:rPr sz="2000" spc="-6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all</a:t>
            </a:r>
            <a:r>
              <a:rPr sz="2000" spc="-5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rights</a:t>
            </a:r>
            <a:r>
              <a:rPr sz="2000" spc="-50" dirty="0">
                <a:latin typeface="Trebuchet MS" panose="020B0603020202020204"/>
                <a:cs typeface="Trebuchet MS" panose="020B0603020202020204"/>
              </a:rPr>
              <a:t> </a:t>
            </a:r>
            <a:r>
              <a:rPr sz="2000" spc="-25" dirty="0">
                <a:latin typeface="Trebuchet MS" panose="020B0603020202020204"/>
                <a:cs typeface="Trebuchet MS" panose="020B0603020202020204"/>
              </a:rPr>
              <a:t>to </a:t>
            </a:r>
            <a:r>
              <a:rPr sz="2000" dirty="0">
                <a:latin typeface="Trebuchet MS" panose="020B0603020202020204"/>
                <a:cs typeface="Trebuchet MS" panose="020B0603020202020204"/>
              </a:rPr>
              <a:t>perform</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Insert</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data</a:t>
            </a:r>
            <a:r>
              <a:rPr sz="2000" spc="-40" dirty="0">
                <a:latin typeface="Trebuchet MS" panose="020B0603020202020204"/>
                <a:cs typeface="Trebuchet MS" panose="020B0603020202020204"/>
              </a:rPr>
              <a:t> </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Update</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data</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Display</a:t>
            </a:r>
            <a:r>
              <a:rPr sz="2000" spc="-35" dirty="0">
                <a:latin typeface="Trebuchet MS" panose="020B0603020202020204"/>
                <a:cs typeface="Trebuchet MS" panose="020B0603020202020204"/>
              </a:rPr>
              <a:t> </a:t>
            </a:r>
            <a:r>
              <a:rPr sz="2000" spc="-20" dirty="0">
                <a:latin typeface="Trebuchet MS" panose="020B0603020202020204"/>
                <a:cs typeface="Trebuchet MS" panose="020B0603020202020204"/>
              </a:rPr>
              <a:t>data </a:t>
            </a:r>
            <a:r>
              <a:rPr sz="2000" dirty="0">
                <a:latin typeface="Trebuchet MS" panose="020B0603020202020204"/>
                <a:cs typeface="Trebuchet MS" panose="020B0603020202020204"/>
              </a:rPr>
              <a:t>or</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Delete</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data</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from</a:t>
            </a:r>
            <a:r>
              <a:rPr sz="2000" spc="-30" dirty="0">
                <a:latin typeface="Trebuchet MS" panose="020B0603020202020204"/>
                <a:cs typeface="Trebuchet MS" panose="020B0603020202020204"/>
              </a:rPr>
              <a:t> </a:t>
            </a:r>
            <a:r>
              <a:rPr sz="2000" spc="-50" dirty="0">
                <a:latin typeface="Trebuchet MS" panose="020B0603020202020204"/>
                <a:cs typeface="Trebuchet MS" panose="020B0603020202020204"/>
              </a:rPr>
              <a:t>a </a:t>
            </a:r>
            <a:r>
              <a:rPr sz="2000" dirty="0">
                <a:latin typeface="Trebuchet MS" panose="020B0603020202020204"/>
                <a:cs typeface="Trebuchet MS" panose="020B0603020202020204"/>
              </a:rPr>
              <a:t>specific</a:t>
            </a:r>
            <a:r>
              <a:rPr sz="2000" spc="-60" dirty="0">
                <a:latin typeface="Trebuchet MS" panose="020B0603020202020204"/>
                <a:cs typeface="Trebuchet MS" panose="020B0603020202020204"/>
              </a:rPr>
              <a:t> </a:t>
            </a:r>
            <a:r>
              <a:rPr sz="2000" spc="-10" dirty="0">
                <a:latin typeface="Trebuchet MS" panose="020B0603020202020204"/>
                <a:cs typeface="Trebuchet MS" panose="020B0603020202020204"/>
              </a:rPr>
              <a:t>table.</a:t>
            </a:r>
            <a:endParaRPr sz="2000">
              <a:latin typeface="Trebuchet MS" panose="020B0603020202020204"/>
              <a:cs typeface="Trebuchet MS" panose="020B0603020202020204"/>
            </a:endParaRPr>
          </a:p>
        </p:txBody>
      </p:sp>
      <p:pic>
        <p:nvPicPr>
          <p:cNvPr id="6" name="object 6"/>
          <p:cNvPicPr/>
          <p:nvPr/>
        </p:nvPicPr>
        <p:blipFill>
          <a:blip r:embed="rId2" cstate="print"/>
          <a:stretch>
            <a:fillRect/>
          </a:stretch>
        </p:blipFill>
        <p:spPr>
          <a:xfrm>
            <a:off x="4629150" y="1489519"/>
            <a:ext cx="4286250" cy="823912"/>
          </a:xfrm>
          <a:prstGeom prst="rect">
            <a:avLst/>
          </a:prstGeom>
        </p:spPr>
      </p:pic>
      <p:sp>
        <p:nvSpPr>
          <p:cNvPr id="7" name="object 7"/>
          <p:cNvSpPr txBox="1"/>
          <p:nvPr/>
        </p:nvSpPr>
        <p:spPr>
          <a:xfrm>
            <a:off x="4629150" y="1489519"/>
            <a:ext cx="4286250" cy="824230"/>
          </a:xfrm>
          <a:prstGeom prst="rect">
            <a:avLst/>
          </a:prstGeom>
          <a:ln w="6350">
            <a:solidFill>
              <a:srgbClr val="619DD1"/>
            </a:solidFill>
          </a:ln>
        </p:spPr>
        <p:txBody>
          <a:bodyPr vert="horz" wrap="square" lIns="0" tIns="52705" rIns="0" bIns="0" rtlCol="0">
            <a:spAutoFit/>
          </a:bodyPr>
          <a:lstStyle/>
          <a:p>
            <a:pPr>
              <a:lnSpc>
                <a:spcPct val="100000"/>
              </a:lnSpc>
              <a:spcBef>
                <a:spcPts val="415"/>
              </a:spcBef>
            </a:pPr>
            <a:endParaRPr sz="2400">
              <a:latin typeface="Times New Roman" panose="02020603050405020304"/>
              <a:cs typeface="Times New Roman" panose="02020603050405020304"/>
            </a:endParaRPr>
          </a:p>
          <a:p>
            <a:pPr marL="92075">
              <a:lnSpc>
                <a:spcPct val="100000"/>
              </a:lnSpc>
            </a:pPr>
            <a:r>
              <a:rPr sz="2400" b="1" dirty="0">
                <a:solidFill>
                  <a:srgbClr val="FFFFFF"/>
                </a:solidFill>
                <a:latin typeface="Trebuchet MS" panose="020B0603020202020204"/>
                <a:cs typeface="Trebuchet MS" panose="020B0603020202020204"/>
              </a:rPr>
              <a:t>syntax</a:t>
            </a:r>
            <a:r>
              <a:rPr sz="2400" b="1" spc="-30" dirty="0">
                <a:solidFill>
                  <a:srgbClr val="FFFFFF"/>
                </a:solidFill>
                <a:latin typeface="Trebuchet MS" panose="020B0603020202020204"/>
                <a:cs typeface="Trebuchet MS" panose="020B0603020202020204"/>
              </a:rPr>
              <a:t> </a:t>
            </a:r>
            <a:r>
              <a:rPr sz="2400" b="1" dirty="0">
                <a:solidFill>
                  <a:srgbClr val="FFFFFF"/>
                </a:solidFill>
                <a:latin typeface="Trebuchet MS" panose="020B0603020202020204"/>
                <a:cs typeface="Trebuchet MS" panose="020B0603020202020204"/>
              </a:rPr>
              <a:t>&amp;</a:t>
            </a:r>
            <a:r>
              <a:rPr sz="2400" b="1" spc="-25" dirty="0">
                <a:solidFill>
                  <a:srgbClr val="FFFFFF"/>
                </a:solidFill>
                <a:latin typeface="Trebuchet MS" panose="020B0603020202020204"/>
                <a:cs typeface="Trebuchet MS" panose="020B0603020202020204"/>
              </a:rPr>
              <a:t> </a:t>
            </a:r>
            <a:r>
              <a:rPr sz="2400" b="1" spc="-10" dirty="0">
                <a:solidFill>
                  <a:srgbClr val="FFFFFF"/>
                </a:solidFill>
                <a:latin typeface="Trebuchet MS" panose="020B0603020202020204"/>
                <a:cs typeface="Trebuchet MS" panose="020B0603020202020204"/>
              </a:rPr>
              <a:t>example</a:t>
            </a:r>
            <a:endParaRPr sz="2400">
              <a:latin typeface="Trebuchet MS" panose="020B0603020202020204"/>
              <a:cs typeface="Trebuchet MS" panose="020B0603020202020204"/>
            </a:endParaRPr>
          </a:p>
        </p:txBody>
      </p:sp>
      <p:sp>
        <p:nvSpPr>
          <p:cNvPr id="8" name="object 8"/>
          <p:cNvSpPr txBox="1"/>
          <p:nvPr/>
        </p:nvSpPr>
        <p:spPr>
          <a:xfrm>
            <a:off x="4629150" y="2505075"/>
            <a:ext cx="4286250" cy="4124325"/>
          </a:xfrm>
          <a:prstGeom prst="rect">
            <a:avLst/>
          </a:prstGeom>
          <a:solidFill>
            <a:srgbClr val="FFFFFF"/>
          </a:solidFill>
          <a:ln w="12700">
            <a:solidFill>
              <a:srgbClr val="297ED4"/>
            </a:solidFill>
          </a:ln>
        </p:spPr>
        <p:txBody>
          <a:bodyPr vert="horz" wrap="square" lIns="0" tIns="40005" rIns="0" bIns="0" rtlCol="0">
            <a:spAutoFit/>
          </a:bodyPr>
          <a:lstStyle/>
          <a:p>
            <a:pPr marL="434340" indent="-342265">
              <a:lnSpc>
                <a:spcPct val="100000"/>
              </a:lnSpc>
              <a:spcBef>
                <a:spcPts val="315"/>
              </a:spcBef>
              <a:buFont typeface="Wingdings" panose="05000000000000000000"/>
              <a:buChar char=""/>
              <a:tabLst>
                <a:tab pos="434340" algn="l"/>
              </a:tabLst>
            </a:pPr>
            <a:r>
              <a:rPr sz="1800" b="1" spc="-10" dirty="0">
                <a:latin typeface="Trebuchet MS" panose="020B0603020202020204"/>
                <a:cs typeface="Trebuchet MS" panose="020B0603020202020204"/>
              </a:rPr>
              <a:t>Syntax:</a:t>
            </a:r>
            <a:endParaRPr sz="1800">
              <a:latin typeface="Trebuchet MS" panose="020B0603020202020204"/>
              <a:cs typeface="Trebuchet MS" panose="020B0603020202020204"/>
            </a:endParaRPr>
          </a:p>
          <a:p>
            <a:pPr>
              <a:lnSpc>
                <a:spcPct val="100000"/>
              </a:lnSpc>
              <a:spcBef>
                <a:spcPts val="935"/>
              </a:spcBef>
              <a:buFont typeface="Wingdings" panose="05000000000000000000"/>
              <a:buChar char=""/>
            </a:pPr>
            <a:endParaRPr sz="1800">
              <a:latin typeface="Trebuchet MS" panose="020B0603020202020204"/>
              <a:cs typeface="Trebuchet MS" panose="020B0603020202020204"/>
            </a:endParaRPr>
          </a:p>
          <a:p>
            <a:pPr marL="92075" marR="186055">
              <a:lnSpc>
                <a:spcPct val="100000"/>
              </a:lnSpc>
            </a:pPr>
            <a:r>
              <a:rPr sz="1800" dirty="0">
                <a:latin typeface="Trebuchet MS" panose="020B0603020202020204"/>
                <a:cs typeface="Trebuchet MS" panose="020B0603020202020204"/>
              </a:rPr>
              <a:t>REVOKE</a:t>
            </a:r>
            <a:r>
              <a:rPr sz="1800" spc="-25" dirty="0">
                <a:latin typeface="Trebuchet MS" panose="020B0603020202020204"/>
                <a:cs typeface="Trebuchet MS" panose="020B0603020202020204"/>
              </a:rPr>
              <a:t> </a:t>
            </a:r>
            <a:r>
              <a:rPr sz="1800" dirty="0">
                <a:latin typeface="Trebuchet MS" panose="020B0603020202020204"/>
                <a:cs typeface="Trebuchet MS" panose="020B0603020202020204"/>
              </a:rPr>
              <a:t>&lt;PRIVILEGE&gt;</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ROLE</a:t>
            </a:r>
            <a:r>
              <a:rPr sz="1800" spc="-35" dirty="0">
                <a:latin typeface="Trebuchet MS" panose="020B0603020202020204"/>
                <a:cs typeface="Trebuchet MS" panose="020B0603020202020204"/>
              </a:rPr>
              <a:t> </a:t>
            </a:r>
            <a:r>
              <a:rPr sz="1800" spc="-25" dirty="0">
                <a:latin typeface="Trebuchet MS" panose="020B0603020202020204"/>
                <a:cs typeface="Trebuchet MS" panose="020B0603020202020204"/>
              </a:rPr>
              <a:t>ON </a:t>
            </a:r>
            <a:r>
              <a:rPr sz="1800" dirty="0">
                <a:latin typeface="Trebuchet MS" panose="020B0603020202020204"/>
                <a:cs typeface="Trebuchet MS" panose="020B0603020202020204"/>
              </a:rPr>
              <a:t>[&lt;OBJECT</a:t>
            </a:r>
            <a:r>
              <a:rPr sz="1800" spc="-80" dirty="0">
                <a:latin typeface="Trebuchet MS" panose="020B0603020202020204"/>
                <a:cs typeface="Trebuchet MS" panose="020B0603020202020204"/>
              </a:rPr>
              <a:t> </a:t>
            </a:r>
            <a:r>
              <a:rPr sz="1800" dirty="0">
                <a:latin typeface="Trebuchet MS" panose="020B0603020202020204"/>
                <a:cs typeface="Trebuchet MS" panose="020B0603020202020204"/>
              </a:rPr>
              <a:t>NAME&gt;]</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FROM</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&lt;USER</a:t>
            </a:r>
            <a:r>
              <a:rPr sz="1800" spc="-65" dirty="0">
                <a:latin typeface="Trebuchet MS" panose="020B0603020202020204"/>
                <a:cs typeface="Trebuchet MS" panose="020B0603020202020204"/>
              </a:rPr>
              <a:t> </a:t>
            </a:r>
            <a:r>
              <a:rPr sz="1800" spc="-10" dirty="0">
                <a:latin typeface="Trebuchet MS" panose="020B0603020202020204"/>
                <a:cs typeface="Trebuchet MS" panose="020B0603020202020204"/>
              </a:rPr>
              <a:t>NAME&gt;;</a:t>
            </a:r>
            <a:endParaRPr sz="1800">
              <a:latin typeface="Trebuchet MS" panose="020B0603020202020204"/>
              <a:cs typeface="Trebuchet MS" panose="020B0603020202020204"/>
            </a:endParaRPr>
          </a:p>
          <a:p>
            <a:pPr>
              <a:lnSpc>
                <a:spcPct val="100000"/>
              </a:lnSpc>
              <a:spcBef>
                <a:spcPts val="935"/>
              </a:spcBef>
            </a:pPr>
            <a:endParaRPr sz="1800">
              <a:latin typeface="Trebuchet MS" panose="020B0603020202020204"/>
              <a:cs typeface="Trebuchet MS" panose="020B0603020202020204"/>
            </a:endParaRPr>
          </a:p>
          <a:p>
            <a:pPr marL="434340" indent="-342265">
              <a:lnSpc>
                <a:spcPct val="100000"/>
              </a:lnSpc>
              <a:buFont typeface="Wingdings" panose="05000000000000000000"/>
              <a:buChar char=""/>
              <a:tabLst>
                <a:tab pos="434340" algn="l"/>
              </a:tabLst>
            </a:pPr>
            <a:r>
              <a:rPr sz="1800" b="1" spc="-10" dirty="0">
                <a:latin typeface="Trebuchet MS" panose="020B0603020202020204"/>
                <a:cs typeface="Trebuchet MS" panose="020B0603020202020204"/>
              </a:rPr>
              <a:t>Example:</a:t>
            </a:r>
            <a:endParaRPr sz="1800">
              <a:latin typeface="Trebuchet MS" panose="020B0603020202020204"/>
              <a:cs typeface="Trebuchet MS" panose="020B0603020202020204"/>
            </a:endParaRPr>
          </a:p>
          <a:p>
            <a:pPr marL="835025" lvl="1" indent="-285750">
              <a:lnSpc>
                <a:spcPct val="100000"/>
              </a:lnSpc>
              <a:spcBef>
                <a:spcPts val="1115"/>
              </a:spcBef>
              <a:buFont typeface="Wingdings" panose="05000000000000000000"/>
              <a:buChar char=""/>
              <a:tabLst>
                <a:tab pos="835025" algn="l"/>
              </a:tabLst>
            </a:pPr>
            <a:r>
              <a:rPr sz="1800" dirty="0">
                <a:latin typeface="Trebuchet MS" panose="020B0603020202020204"/>
                <a:cs typeface="Trebuchet MS" panose="020B0603020202020204"/>
              </a:rPr>
              <a:t>REVOKE</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CONNECT</a:t>
            </a:r>
            <a:r>
              <a:rPr sz="1800" spc="-110" dirty="0">
                <a:latin typeface="Trebuchet MS" panose="020B0603020202020204"/>
                <a:cs typeface="Trebuchet MS" panose="020B0603020202020204"/>
              </a:rPr>
              <a:t> </a:t>
            </a:r>
            <a:r>
              <a:rPr sz="1800" dirty="0">
                <a:latin typeface="Trebuchet MS" panose="020B0603020202020204"/>
                <a:cs typeface="Trebuchet MS" panose="020B0603020202020204"/>
              </a:rPr>
              <a:t>FROM</a:t>
            </a:r>
            <a:r>
              <a:rPr sz="1800" spc="-60" dirty="0">
                <a:latin typeface="Trebuchet MS" panose="020B0603020202020204"/>
                <a:cs typeface="Trebuchet MS" panose="020B0603020202020204"/>
              </a:rPr>
              <a:t> </a:t>
            </a:r>
            <a:r>
              <a:rPr sz="1800" spc="-20" dirty="0">
                <a:latin typeface="Trebuchet MS" panose="020B0603020202020204"/>
                <a:cs typeface="Trebuchet MS" panose="020B0603020202020204"/>
              </a:rPr>
              <a:t>MKB;</a:t>
            </a:r>
            <a:endParaRPr sz="1800">
              <a:latin typeface="Trebuchet MS" panose="020B0603020202020204"/>
              <a:cs typeface="Trebuchet MS" panose="020B0603020202020204"/>
            </a:endParaRPr>
          </a:p>
          <a:p>
            <a:pPr marL="835025" lvl="1" indent="-285750">
              <a:lnSpc>
                <a:spcPct val="100000"/>
              </a:lnSpc>
              <a:spcBef>
                <a:spcPts val="1515"/>
              </a:spcBef>
              <a:buFont typeface="Wingdings" panose="05000000000000000000"/>
              <a:buChar char=""/>
              <a:tabLst>
                <a:tab pos="835025" algn="l"/>
              </a:tabLst>
            </a:pPr>
            <a:r>
              <a:rPr sz="1800" dirty="0">
                <a:latin typeface="Trebuchet MS" panose="020B0603020202020204"/>
                <a:cs typeface="Trebuchet MS" panose="020B0603020202020204"/>
              </a:rPr>
              <a:t>REVOKE</a:t>
            </a:r>
            <a:r>
              <a:rPr sz="1800" spc="-50" dirty="0">
                <a:latin typeface="Trebuchet MS" panose="020B0603020202020204"/>
                <a:cs typeface="Trebuchet MS" panose="020B0603020202020204"/>
              </a:rPr>
              <a:t> </a:t>
            </a:r>
            <a:r>
              <a:rPr sz="1800" spc="-60" dirty="0">
                <a:latin typeface="Trebuchet MS" panose="020B0603020202020204"/>
                <a:cs typeface="Trebuchet MS" panose="020B0603020202020204"/>
              </a:rPr>
              <a:t>INSERT,</a:t>
            </a:r>
            <a:r>
              <a:rPr sz="1800" spc="-65" dirty="0">
                <a:latin typeface="Trebuchet MS" panose="020B0603020202020204"/>
                <a:cs typeface="Trebuchet MS" panose="020B0603020202020204"/>
              </a:rPr>
              <a:t> </a:t>
            </a:r>
            <a:r>
              <a:rPr sz="1800" spc="-20" dirty="0">
                <a:latin typeface="Trebuchet MS" panose="020B0603020202020204"/>
                <a:cs typeface="Trebuchet MS" panose="020B0603020202020204"/>
              </a:rPr>
              <a:t>UPDATE</a:t>
            </a:r>
            <a:r>
              <a:rPr sz="1800" spc="-60" dirty="0">
                <a:latin typeface="Trebuchet MS" panose="020B0603020202020204"/>
                <a:cs typeface="Trebuchet MS" panose="020B0603020202020204"/>
              </a:rPr>
              <a:t> </a:t>
            </a:r>
            <a:r>
              <a:rPr sz="1800" spc="-25" dirty="0">
                <a:latin typeface="Trebuchet MS" panose="020B0603020202020204"/>
                <a:cs typeface="Trebuchet MS" panose="020B0603020202020204"/>
              </a:rPr>
              <a:t>ON</a:t>
            </a:r>
            <a:endParaRPr sz="1800">
              <a:latin typeface="Trebuchet MS" panose="020B0603020202020204"/>
              <a:cs typeface="Trebuchet MS" panose="020B0603020202020204"/>
            </a:endParaRPr>
          </a:p>
          <a:p>
            <a:pPr marL="835660">
              <a:lnSpc>
                <a:spcPct val="100000"/>
              </a:lnSpc>
              <a:spcBef>
                <a:spcPts val="1080"/>
              </a:spcBef>
            </a:pPr>
            <a:r>
              <a:rPr sz="1800" dirty="0">
                <a:latin typeface="Trebuchet MS" panose="020B0603020202020204"/>
                <a:cs typeface="Trebuchet MS" panose="020B0603020202020204"/>
              </a:rPr>
              <a:t>STUD</a:t>
            </a:r>
            <a:r>
              <a:rPr sz="1800" spc="-25" dirty="0">
                <a:latin typeface="Trebuchet MS" panose="020B0603020202020204"/>
                <a:cs typeface="Trebuchet MS" panose="020B0603020202020204"/>
              </a:rPr>
              <a:t> </a:t>
            </a:r>
            <a:r>
              <a:rPr sz="1800" dirty="0">
                <a:latin typeface="Trebuchet MS" panose="020B0603020202020204"/>
                <a:cs typeface="Trebuchet MS" panose="020B0603020202020204"/>
              </a:rPr>
              <a:t>FROM</a:t>
            </a:r>
            <a:r>
              <a:rPr sz="1800" spc="-20" dirty="0">
                <a:latin typeface="Trebuchet MS" panose="020B0603020202020204"/>
                <a:cs typeface="Trebuchet MS" panose="020B0603020202020204"/>
              </a:rPr>
              <a:t> MKB;</a:t>
            </a:r>
            <a:endParaRPr sz="1800">
              <a:latin typeface="Trebuchet MS" panose="020B0603020202020204"/>
              <a:cs typeface="Trebuchet MS" panose="020B0603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2484755">
              <a:lnSpc>
                <a:spcPct val="100000"/>
              </a:lnSpc>
              <a:spcBef>
                <a:spcPts val="105"/>
              </a:spcBef>
            </a:pPr>
            <a:r>
              <a:rPr sz="4400" b="0" dirty="0">
                <a:latin typeface="Trebuchet MS" panose="020B0603020202020204"/>
                <a:cs typeface="Trebuchet MS" panose="020B0603020202020204"/>
              </a:rPr>
              <a:t>TCL</a:t>
            </a:r>
            <a:r>
              <a:rPr sz="4400" b="0" spc="-185" dirty="0">
                <a:latin typeface="Trebuchet MS" panose="020B0603020202020204"/>
                <a:cs typeface="Trebuchet MS" panose="020B0603020202020204"/>
              </a:rPr>
              <a:t> </a:t>
            </a:r>
            <a:r>
              <a:rPr sz="4400" b="0" spc="-10" dirty="0">
                <a:latin typeface="Trebuchet MS" panose="020B0603020202020204"/>
                <a:cs typeface="Trebuchet MS" panose="020B0603020202020204"/>
              </a:rPr>
              <a:t>COMMANDS</a:t>
            </a:r>
            <a:endParaRPr sz="4400">
              <a:latin typeface="Trebuchet MS" panose="020B0603020202020204"/>
              <a:cs typeface="Trebuchet MS" panose="020B0603020202020204"/>
            </a:endParaRPr>
          </a:p>
        </p:txBody>
      </p:sp>
      <p:sp>
        <p:nvSpPr>
          <p:cNvPr id="3" name="object 3"/>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22</a:t>
            </a:r>
            <a:endParaRPr sz="1400">
              <a:latin typeface="Arial MT"/>
              <a:cs typeface="Arial MT"/>
            </a:endParaRPr>
          </a:p>
        </p:txBody>
      </p:sp>
      <p:graphicFrame>
        <p:nvGraphicFramePr>
          <p:cNvPr id="4" name="object 4"/>
          <p:cNvGraphicFramePr>
            <a:graphicFrameLocks noGrp="1"/>
          </p:cNvGraphicFramePr>
          <p:nvPr/>
        </p:nvGraphicFramePr>
        <p:xfrm>
          <a:off x="298450" y="2279650"/>
          <a:ext cx="8470900" cy="3318510"/>
        </p:xfrm>
        <a:graphic>
          <a:graphicData uri="http://schemas.openxmlformats.org/drawingml/2006/table">
            <a:tbl>
              <a:tblPr firstRow="1" bandRow="1">
                <a:tableStyleId>{2D5ABB26-0587-4C30-8999-92F81FD0307C}</a:tableStyleId>
              </a:tblPr>
              <a:tblGrid>
                <a:gridCol w="1066800"/>
                <a:gridCol w="7315200"/>
              </a:tblGrid>
              <a:tr h="545465">
                <a:tc>
                  <a:txBody>
                    <a:bodyPr/>
                    <a:lstStyle/>
                    <a:p>
                      <a:pPr marL="50800">
                        <a:lnSpc>
                          <a:spcPct val="100000"/>
                        </a:lnSpc>
                        <a:spcBef>
                          <a:spcPts val="295"/>
                        </a:spcBef>
                      </a:pPr>
                      <a:r>
                        <a:rPr sz="1800" b="1" spc="-10" dirty="0">
                          <a:latin typeface="Trebuchet MS" panose="020B0603020202020204"/>
                          <a:cs typeface="Trebuchet MS" panose="020B0603020202020204"/>
                        </a:rPr>
                        <a:t>Sr.No.</a:t>
                      </a:r>
                      <a:endParaRPr sz="1800">
                        <a:latin typeface="Trebuchet MS" panose="020B0603020202020204"/>
                        <a:cs typeface="Trebuchet MS" panose="020B0603020202020204"/>
                      </a:endParaRPr>
                    </a:p>
                  </a:txBody>
                  <a:tcPr marL="0" marR="0" marT="37465" marB="0">
                    <a:lnL w="12700">
                      <a:solidFill>
                        <a:srgbClr val="619DD1"/>
                      </a:solidFill>
                      <a:prstDash val="solid"/>
                    </a:lnL>
                    <a:lnR w="12700">
                      <a:solidFill>
                        <a:srgbClr val="619DD1"/>
                      </a:solidFill>
                      <a:prstDash val="solid"/>
                    </a:lnR>
                    <a:lnT w="12700">
                      <a:solidFill>
                        <a:srgbClr val="619DD1"/>
                      </a:solidFill>
                      <a:prstDash val="solid"/>
                    </a:lnT>
                    <a:lnB w="28575">
                      <a:solidFill>
                        <a:srgbClr val="619DD1"/>
                      </a:solidFill>
                      <a:prstDash val="solid"/>
                    </a:lnB>
                  </a:tcPr>
                </a:tc>
                <a:tc>
                  <a:txBody>
                    <a:bodyPr/>
                    <a:lstStyle/>
                    <a:p>
                      <a:pPr algn="ctr">
                        <a:lnSpc>
                          <a:spcPct val="100000"/>
                        </a:lnSpc>
                        <a:spcBef>
                          <a:spcPts val="295"/>
                        </a:spcBef>
                      </a:pPr>
                      <a:r>
                        <a:rPr sz="1800" b="1" dirty="0">
                          <a:latin typeface="Trebuchet MS" panose="020B0603020202020204"/>
                          <a:cs typeface="Trebuchet MS" panose="020B0603020202020204"/>
                        </a:rPr>
                        <a:t>Command</a:t>
                      </a:r>
                      <a:r>
                        <a:rPr sz="1800" b="1" spc="-60" dirty="0">
                          <a:latin typeface="Trebuchet MS" panose="020B0603020202020204"/>
                          <a:cs typeface="Trebuchet MS" panose="020B0603020202020204"/>
                        </a:rPr>
                        <a:t> </a:t>
                      </a:r>
                      <a:r>
                        <a:rPr sz="1800" b="1" dirty="0">
                          <a:latin typeface="Trebuchet MS" panose="020B0603020202020204"/>
                          <a:cs typeface="Trebuchet MS" panose="020B0603020202020204"/>
                        </a:rPr>
                        <a:t>&amp;</a:t>
                      </a:r>
                      <a:r>
                        <a:rPr sz="1800" b="1" spc="-40" dirty="0">
                          <a:latin typeface="Trebuchet MS" panose="020B0603020202020204"/>
                          <a:cs typeface="Trebuchet MS" panose="020B0603020202020204"/>
                        </a:rPr>
                        <a:t> </a:t>
                      </a:r>
                      <a:r>
                        <a:rPr sz="1800" b="1" spc="-10" dirty="0">
                          <a:latin typeface="Trebuchet MS" panose="020B0603020202020204"/>
                          <a:cs typeface="Trebuchet MS" panose="020B0603020202020204"/>
                        </a:rPr>
                        <a:t>Description</a:t>
                      </a:r>
                      <a:endParaRPr sz="1800">
                        <a:latin typeface="Trebuchet MS" panose="020B0603020202020204"/>
                        <a:cs typeface="Trebuchet MS" panose="020B0603020202020204"/>
                      </a:endParaRPr>
                    </a:p>
                  </a:txBody>
                  <a:tcPr marL="0" marR="0" marT="37465" marB="0">
                    <a:lnL w="12700">
                      <a:solidFill>
                        <a:srgbClr val="619DD1"/>
                      </a:solidFill>
                      <a:prstDash val="solid"/>
                    </a:lnL>
                    <a:lnR w="12700">
                      <a:solidFill>
                        <a:srgbClr val="619DD1"/>
                      </a:solidFill>
                      <a:prstDash val="solid"/>
                    </a:lnR>
                    <a:lnT w="12700">
                      <a:solidFill>
                        <a:srgbClr val="619DD1"/>
                      </a:solidFill>
                      <a:prstDash val="solid"/>
                    </a:lnT>
                    <a:lnB w="28575">
                      <a:solidFill>
                        <a:srgbClr val="619DD1"/>
                      </a:solidFill>
                      <a:prstDash val="solid"/>
                    </a:lnB>
                  </a:tcPr>
                </a:tc>
              </a:tr>
              <a:tr h="923925">
                <a:tc>
                  <a:txBody>
                    <a:bodyPr/>
                    <a:lstStyle/>
                    <a:p>
                      <a:pPr>
                        <a:lnSpc>
                          <a:spcPct val="100000"/>
                        </a:lnSpc>
                        <a:spcBef>
                          <a:spcPts val="420"/>
                        </a:spcBef>
                      </a:pPr>
                      <a:endParaRPr sz="1800">
                        <a:latin typeface="Times New Roman" panose="02020603050405020304"/>
                        <a:cs typeface="Times New Roman" panose="02020603050405020304"/>
                      </a:endParaRPr>
                    </a:p>
                    <a:p>
                      <a:pPr algn="ctr">
                        <a:lnSpc>
                          <a:spcPct val="100000"/>
                        </a:lnSpc>
                        <a:spcBef>
                          <a:spcPts val="5"/>
                        </a:spcBef>
                      </a:pPr>
                      <a:r>
                        <a:rPr sz="1800" spc="-50" dirty="0">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53340" marB="0">
                    <a:lnL w="12700">
                      <a:solidFill>
                        <a:srgbClr val="619DD1"/>
                      </a:solidFill>
                      <a:prstDash val="solid"/>
                    </a:lnL>
                    <a:lnR w="12700">
                      <a:solidFill>
                        <a:srgbClr val="619DD1"/>
                      </a:solidFill>
                      <a:prstDash val="solid"/>
                    </a:lnR>
                    <a:lnT w="28575">
                      <a:solidFill>
                        <a:srgbClr val="619DD1"/>
                      </a:solidFill>
                      <a:prstDash val="solid"/>
                    </a:lnT>
                    <a:lnB w="12700">
                      <a:solidFill>
                        <a:srgbClr val="619DD1"/>
                      </a:solidFill>
                      <a:prstDash val="solid"/>
                    </a:lnB>
                  </a:tcPr>
                </a:tc>
                <a:tc>
                  <a:txBody>
                    <a:bodyPr/>
                    <a:lstStyle/>
                    <a:p>
                      <a:pPr marL="50800">
                        <a:lnSpc>
                          <a:spcPct val="100000"/>
                        </a:lnSpc>
                        <a:spcBef>
                          <a:spcPts val="295"/>
                        </a:spcBef>
                      </a:pPr>
                      <a:r>
                        <a:rPr sz="1800" spc="-10" dirty="0">
                          <a:latin typeface="Trebuchet MS" panose="020B0603020202020204"/>
                          <a:cs typeface="Trebuchet MS" panose="020B0603020202020204"/>
                        </a:rPr>
                        <a:t>Commit</a:t>
                      </a:r>
                      <a:endParaRPr sz="1800">
                        <a:latin typeface="Trebuchet MS" panose="020B0603020202020204"/>
                        <a:cs typeface="Trebuchet MS" panose="020B0603020202020204"/>
                      </a:endParaRPr>
                    </a:p>
                    <a:p>
                      <a:pPr>
                        <a:lnSpc>
                          <a:spcPct val="100000"/>
                        </a:lnSpc>
                        <a:spcBef>
                          <a:spcPts val="90"/>
                        </a:spcBef>
                      </a:pPr>
                      <a:endParaRPr sz="1800">
                        <a:latin typeface="Times New Roman" panose="02020603050405020304"/>
                        <a:cs typeface="Times New Roman" panose="02020603050405020304"/>
                      </a:endParaRPr>
                    </a:p>
                    <a:p>
                      <a:pPr marL="50800">
                        <a:lnSpc>
                          <a:spcPct val="100000"/>
                        </a:lnSpc>
                      </a:pPr>
                      <a:r>
                        <a:rPr sz="1800" dirty="0">
                          <a:latin typeface="Trebuchet MS" panose="020B0603020202020204"/>
                          <a:cs typeface="Trebuchet MS" panose="020B0603020202020204"/>
                        </a:rPr>
                        <a:t>Used</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save</a:t>
                      </a:r>
                      <a:r>
                        <a:rPr sz="1800" spc="-15" dirty="0">
                          <a:latin typeface="Trebuchet MS" panose="020B0603020202020204"/>
                          <a:cs typeface="Trebuchet MS" panose="020B0603020202020204"/>
                        </a:rPr>
                        <a:t> </a:t>
                      </a:r>
                      <a:r>
                        <a:rPr sz="1800" spc="-10" dirty="0">
                          <a:latin typeface="Trebuchet MS" panose="020B0603020202020204"/>
                          <a:cs typeface="Trebuchet MS" panose="020B0603020202020204"/>
                        </a:rPr>
                        <a:t>transaction</a:t>
                      </a:r>
                      <a:endParaRPr sz="1800">
                        <a:latin typeface="Trebuchet MS" panose="020B0603020202020204"/>
                        <a:cs typeface="Trebuchet MS" panose="020B0603020202020204"/>
                      </a:endParaRPr>
                    </a:p>
                  </a:txBody>
                  <a:tcPr marL="0" marR="0" marT="37465" marB="0">
                    <a:lnL w="12700">
                      <a:solidFill>
                        <a:srgbClr val="619DD1"/>
                      </a:solidFill>
                      <a:prstDash val="solid"/>
                    </a:lnL>
                    <a:lnR w="12700">
                      <a:solidFill>
                        <a:srgbClr val="619DD1"/>
                      </a:solidFill>
                      <a:prstDash val="solid"/>
                    </a:lnR>
                    <a:lnT w="28575">
                      <a:solidFill>
                        <a:srgbClr val="619DD1"/>
                      </a:solidFill>
                      <a:prstDash val="solid"/>
                    </a:lnT>
                    <a:lnB w="12700">
                      <a:solidFill>
                        <a:srgbClr val="619DD1"/>
                      </a:solidFill>
                      <a:prstDash val="solid"/>
                    </a:lnB>
                  </a:tcPr>
                </a:tc>
              </a:tr>
              <a:tr h="924560">
                <a:tc>
                  <a:txBody>
                    <a:bodyPr/>
                    <a:lstStyle/>
                    <a:p>
                      <a:pPr>
                        <a:lnSpc>
                          <a:spcPct val="100000"/>
                        </a:lnSpc>
                        <a:spcBef>
                          <a:spcPts val="425"/>
                        </a:spcBef>
                      </a:pPr>
                      <a:endParaRPr sz="1800">
                        <a:latin typeface="Times New Roman" panose="02020603050405020304"/>
                        <a:cs typeface="Times New Roman" panose="02020603050405020304"/>
                      </a:endParaRPr>
                    </a:p>
                    <a:p>
                      <a:pPr algn="ctr">
                        <a:lnSpc>
                          <a:spcPct val="100000"/>
                        </a:lnSpc>
                      </a:pPr>
                      <a:r>
                        <a:rPr sz="1800" spc="-50" dirty="0">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53975" marB="0">
                    <a:lnL w="12700">
                      <a:solidFill>
                        <a:srgbClr val="619DD1"/>
                      </a:solidFill>
                      <a:prstDash val="solid"/>
                    </a:lnL>
                    <a:lnR w="12700">
                      <a:solidFill>
                        <a:srgbClr val="619DD1"/>
                      </a:solidFill>
                      <a:prstDash val="solid"/>
                    </a:lnR>
                    <a:lnT w="12700">
                      <a:solidFill>
                        <a:srgbClr val="619DD1"/>
                      </a:solidFill>
                      <a:prstDash val="solid"/>
                    </a:lnT>
                    <a:lnB w="12700">
                      <a:solidFill>
                        <a:srgbClr val="619DD1"/>
                      </a:solidFill>
                      <a:prstDash val="solid"/>
                    </a:lnB>
                  </a:tcPr>
                </a:tc>
                <a:tc>
                  <a:txBody>
                    <a:bodyPr/>
                    <a:lstStyle/>
                    <a:p>
                      <a:pPr marL="50800">
                        <a:lnSpc>
                          <a:spcPct val="100000"/>
                        </a:lnSpc>
                        <a:spcBef>
                          <a:spcPts val="300"/>
                        </a:spcBef>
                      </a:pPr>
                      <a:r>
                        <a:rPr sz="1800" spc="-10" dirty="0">
                          <a:latin typeface="Trebuchet MS" panose="020B0603020202020204"/>
                          <a:cs typeface="Trebuchet MS" panose="020B0603020202020204"/>
                        </a:rPr>
                        <a:t>Rollback</a:t>
                      </a:r>
                      <a:endParaRPr sz="1800">
                        <a:latin typeface="Trebuchet MS" panose="020B0603020202020204"/>
                        <a:cs typeface="Trebuchet MS" panose="020B0603020202020204"/>
                      </a:endParaRPr>
                    </a:p>
                    <a:p>
                      <a:pPr>
                        <a:lnSpc>
                          <a:spcPct val="100000"/>
                        </a:lnSpc>
                        <a:spcBef>
                          <a:spcPts val="90"/>
                        </a:spcBef>
                      </a:pPr>
                      <a:endParaRPr sz="1800">
                        <a:latin typeface="Times New Roman" panose="02020603050405020304"/>
                        <a:cs typeface="Times New Roman" panose="02020603050405020304"/>
                      </a:endParaRPr>
                    </a:p>
                    <a:p>
                      <a:pPr marL="50800">
                        <a:lnSpc>
                          <a:spcPct val="100000"/>
                        </a:lnSpc>
                      </a:pPr>
                      <a:r>
                        <a:rPr sz="1800" dirty="0">
                          <a:latin typeface="Trebuchet MS" panose="020B0603020202020204"/>
                          <a:cs typeface="Trebuchet MS" panose="020B0603020202020204"/>
                        </a:rPr>
                        <a:t>Remove</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the</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effect</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of</a:t>
                      </a:r>
                      <a:r>
                        <a:rPr sz="1800" spc="-60" dirty="0">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last</a:t>
                      </a:r>
                      <a:r>
                        <a:rPr sz="1800" spc="-50" dirty="0">
                          <a:highlight>
                            <a:srgbClr val="FFFF00"/>
                          </a:highlight>
                          <a:latin typeface="Trebuchet MS" panose="020B0603020202020204"/>
                          <a:cs typeface="Trebuchet MS" panose="020B0603020202020204"/>
                        </a:rPr>
                        <a:t> </a:t>
                      </a:r>
                      <a:r>
                        <a:rPr sz="1800" spc="-10" dirty="0">
                          <a:highlight>
                            <a:srgbClr val="FFFF00"/>
                          </a:highlight>
                          <a:latin typeface="Trebuchet MS" panose="020B0603020202020204"/>
                          <a:cs typeface="Trebuchet MS" panose="020B0603020202020204"/>
                        </a:rPr>
                        <a:t>transaction</a:t>
                      </a:r>
                      <a:endParaRPr sz="1800" spc="-10" dirty="0">
                        <a:highlight>
                          <a:srgbClr val="FFFF00"/>
                        </a:highlight>
                        <a:latin typeface="Trebuchet MS" panose="020B0603020202020204"/>
                        <a:cs typeface="Trebuchet MS" panose="020B0603020202020204"/>
                      </a:endParaRPr>
                    </a:p>
                  </a:txBody>
                  <a:tcPr marL="0" marR="0" marT="38100" marB="0">
                    <a:lnL w="12700">
                      <a:solidFill>
                        <a:srgbClr val="619DD1"/>
                      </a:solidFill>
                      <a:prstDash val="solid"/>
                    </a:lnL>
                    <a:lnR w="12700">
                      <a:solidFill>
                        <a:srgbClr val="619DD1"/>
                      </a:solidFill>
                      <a:prstDash val="solid"/>
                    </a:lnR>
                    <a:lnT w="12700">
                      <a:solidFill>
                        <a:srgbClr val="619DD1"/>
                      </a:solidFill>
                      <a:prstDash val="solid"/>
                    </a:lnT>
                    <a:lnB w="12700">
                      <a:solidFill>
                        <a:srgbClr val="619DD1"/>
                      </a:solidFill>
                      <a:prstDash val="solid"/>
                    </a:lnB>
                  </a:tcPr>
                </a:tc>
              </a:tr>
              <a:tr h="924560">
                <a:tc>
                  <a:txBody>
                    <a:bodyPr/>
                    <a:lstStyle/>
                    <a:p>
                      <a:pPr>
                        <a:lnSpc>
                          <a:spcPct val="100000"/>
                        </a:lnSpc>
                        <a:spcBef>
                          <a:spcPts val="425"/>
                        </a:spcBef>
                      </a:pPr>
                      <a:endParaRPr sz="1800">
                        <a:latin typeface="Times New Roman" panose="02020603050405020304"/>
                        <a:cs typeface="Times New Roman" panose="02020603050405020304"/>
                      </a:endParaRPr>
                    </a:p>
                    <a:p>
                      <a:pPr algn="ctr">
                        <a:lnSpc>
                          <a:spcPct val="100000"/>
                        </a:lnSpc>
                      </a:pPr>
                      <a:r>
                        <a:rPr sz="1800" spc="-50" dirty="0">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53975" marB="0">
                    <a:lnL w="12700">
                      <a:solidFill>
                        <a:srgbClr val="619DD1"/>
                      </a:solidFill>
                      <a:prstDash val="solid"/>
                    </a:lnL>
                    <a:lnR w="12700">
                      <a:solidFill>
                        <a:srgbClr val="619DD1"/>
                      </a:solidFill>
                      <a:prstDash val="solid"/>
                    </a:lnR>
                    <a:lnT w="12700">
                      <a:solidFill>
                        <a:srgbClr val="619DD1"/>
                      </a:solidFill>
                      <a:prstDash val="solid"/>
                    </a:lnT>
                    <a:lnB w="12700">
                      <a:solidFill>
                        <a:srgbClr val="619DD1"/>
                      </a:solidFill>
                      <a:prstDash val="solid"/>
                    </a:lnB>
                  </a:tcPr>
                </a:tc>
                <a:tc>
                  <a:txBody>
                    <a:bodyPr/>
                    <a:lstStyle/>
                    <a:p>
                      <a:pPr marL="50800">
                        <a:lnSpc>
                          <a:spcPct val="100000"/>
                        </a:lnSpc>
                        <a:spcBef>
                          <a:spcPts val="355"/>
                        </a:spcBef>
                      </a:pPr>
                      <a:r>
                        <a:rPr sz="1800" spc="-10" dirty="0">
                          <a:latin typeface="Trebuchet MS" panose="020B0603020202020204"/>
                          <a:cs typeface="Trebuchet MS" panose="020B0603020202020204"/>
                        </a:rPr>
                        <a:t>SAVEPOINT</a:t>
                      </a:r>
                      <a:endParaRPr sz="1800">
                        <a:latin typeface="Trebuchet MS" panose="020B0603020202020204"/>
                        <a:cs typeface="Trebuchet MS" panose="020B0603020202020204"/>
                      </a:endParaRPr>
                    </a:p>
                    <a:p>
                      <a:pPr>
                        <a:lnSpc>
                          <a:spcPct val="100000"/>
                        </a:lnSpc>
                        <a:spcBef>
                          <a:spcPts val="95"/>
                        </a:spcBef>
                      </a:pPr>
                      <a:endParaRPr sz="1800">
                        <a:latin typeface="Times New Roman" panose="02020603050405020304"/>
                        <a:cs typeface="Times New Roman" panose="02020603050405020304"/>
                      </a:endParaRPr>
                    </a:p>
                    <a:p>
                      <a:pPr marL="50800">
                        <a:lnSpc>
                          <a:spcPct val="100000"/>
                        </a:lnSpc>
                      </a:pPr>
                      <a:r>
                        <a:rPr sz="1800" dirty="0">
                          <a:latin typeface="Trebuchet MS" panose="020B0603020202020204"/>
                          <a:cs typeface="Trebuchet MS" panose="020B0603020202020204"/>
                        </a:rPr>
                        <a:t>It</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is</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essentially</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allows</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partial</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rollbacks</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within</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a</a:t>
                      </a:r>
                      <a:r>
                        <a:rPr sz="1800" spc="-45" dirty="0">
                          <a:latin typeface="Trebuchet MS" panose="020B0603020202020204"/>
                          <a:cs typeface="Trebuchet MS" panose="020B0603020202020204"/>
                        </a:rPr>
                        <a:t> </a:t>
                      </a:r>
                      <a:r>
                        <a:rPr sz="1800" spc="-10" dirty="0">
                          <a:latin typeface="Trebuchet MS" panose="020B0603020202020204"/>
                          <a:cs typeface="Trebuchet MS" panose="020B0603020202020204"/>
                        </a:rPr>
                        <a:t>transaction.</a:t>
                      </a:r>
                      <a:endParaRPr sz="1800">
                        <a:latin typeface="Trebuchet MS" panose="020B0603020202020204"/>
                        <a:cs typeface="Trebuchet MS" panose="020B0603020202020204"/>
                      </a:endParaRPr>
                    </a:p>
                  </a:txBody>
                  <a:tcPr marL="0" marR="0" marT="45085" marB="0">
                    <a:lnL w="12700">
                      <a:solidFill>
                        <a:srgbClr val="619DD1"/>
                      </a:solidFill>
                      <a:prstDash val="solid"/>
                    </a:lnL>
                    <a:lnR w="12700">
                      <a:solidFill>
                        <a:srgbClr val="619DD1"/>
                      </a:solidFill>
                      <a:prstDash val="solid"/>
                    </a:lnR>
                    <a:lnT w="12700">
                      <a:solidFill>
                        <a:srgbClr val="619DD1"/>
                      </a:solidFill>
                      <a:prstDash val="solid"/>
                    </a:lnT>
                    <a:lnB w="12700">
                      <a:solidFill>
                        <a:srgbClr val="619DD1"/>
                      </a:solidFill>
                      <a:prstDash val="soli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1990725">
              <a:lnSpc>
                <a:spcPct val="100000"/>
              </a:lnSpc>
              <a:spcBef>
                <a:spcPts val="105"/>
              </a:spcBef>
            </a:pPr>
            <a:r>
              <a:rPr sz="4400" dirty="0"/>
              <a:t>COMMIT</a:t>
            </a:r>
            <a:r>
              <a:rPr sz="4400" spc="-105" dirty="0"/>
              <a:t> </a:t>
            </a:r>
            <a:r>
              <a:rPr sz="4400" spc="-10" dirty="0"/>
              <a:t>COMMAND</a:t>
            </a:r>
            <a:endParaRPr sz="4400"/>
          </a:p>
        </p:txBody>
      </p:sp>
      <p:grpSp>
        <p:nvGrpSpPr>
          <p:cNvPr id="3" name="object 3"/>
          <p:cNvGrpSpPr/>
          <p:nvPr/>
        </p:nvGrpSpPr>
        <p:grpSpPr>
          <a:xfrm>
            <a:off x="450850" y="1593850"/>
            <a:ext cx="8242300" cy="5041900"/>
            <a:chOff x="450850" y="1593850"/>
            <a:chExt cx="8242300" cy="5041900"/>
          </a:xfrm>
        </p:grpSpPr>
        <p:sp>
          <p:nvSpPr>
            <p:cNvPr id="4" name="object 4"/>
            <p:cNvSpPr/>
            <p:nvPr/>
          </p:nvSpPr>
          <p:spPr>
            <a:xfrm>
              <a:off x="457200" y="1600200"/>
              <a:ext cx="8229600" cy="5029200"/>
            </a:xfrm>
            <a:custGeom>
              <a:avLst/>
              <a:gdLst/>
              <a:ahLst/>
              <a:cxnLst/>
              <a:rect l="l" t="t" r="r" b="b"/>
              <a:pathLst>
                <a:path w="8229600" h="5029200">
                  <a:moveTo>
                    <a:pt x="8229600" y="0"/>
                  </a:moveTo>
                  <a:lnTo>
                    <a:pt x="0" y="0"/>
                  </a:lnTo>
                  <a:lnTo>
                    <a:pt x="0" y="5029200"/>
                  </a:lnTo>
                  <a:lnTo>
                    <a:pt x="8229600" y="5029200"/>
                  </a:lnTo>
                  <a:lnTo>
                    <a:pt x="8229600" y="0"/>
                  </a:lnTo>
                  <a:close/>
                </a:path>
              </a:pathLst>
            </a:custGeom>
            <a:solidFill>
              <a:srgbClr val="FFFFFF"/>
            </a:solidFill>
          </p:spPr>
          <p:txBody>
            <a:bodyPr wrap="square" lIns="0" tIns="0" rIns="0" bIns="0" rtlCol="0"/>
            <a:lstStyle/>
            <a:p/>
          </p:txBody>
        </p:sp>
        <p:sp>
          <p:nvSpPr>
            <p:cNvPr id="5" name="object 5"/>
            <p:cNvSpPr/>
            <p:nvPr/>
          </p:nvSpPr>
          <p:spPr>
            <a:xfrm>
              <a:off x="457200" y="1600200"/>
              <a:ext cx="8229600" cy="5029200"/>
            </a:xfrm>
            <a:custGeom>
              <a:avLst/>
              <a:gdLst/>
              <a:ahLst/>
              <a:cxnLst/>
              <a:rect l="l" t="t" r="r" b="b"/>
              <a:pathLst>
                <a:path w="8229600" h="5029200">
                  <a:moveTo>
                    <a:pt x="0" y="5029200"/>
                  </a:moveTo>
                  <a:lnTo>
                    <a:pt x="8229600" y="5029200"/>
                  </a:lnTo>
                  <a:lnTo>
                    <a:pt x="8229600" y="0"/>
                  </a:lnTo>
                  <a:lnTo>
                    <a:pt x="0" y="0"/>
                  </a:lnTo>
                  <a:lnTo>
                    <a:pt x="0" y="5029200"/>
                  </a:lnTo>
                  <a:close/>
                </a:path>
              </a:pathLst>
            </a:custGeom>
            <a:ln w="12700">
              <a:solidFill>
                <a:srgbClr val="619DD1"/>
              </a:solidFill>
            </a:ln>
          </p:spPr>
          <p:txBody>
            <a:bodyPr wrap="square" lIns="0" tIns="0" rIns="0" bIns="0" rtlCol="0"/>
            <a:lstStyle/>
            <a:p/>
          </p:txBody>
        </p:sp>
      </p:grpSp>
      <p:sp>
        <p:nvSpPr>
          <p:cNvPr id="6" name="object 6"/>
          <p:cNvSpPr txBox="1"/>
          <p:nvPr/>
        </p:nvSpPr>
        <p:spPr>
          <a:xfrm>
            <a:off x="535940" y="2052955"/>
            <a:ext cx="8070850" cy="330835"/>
          </a:xfrm>
          <a:prstGeom prst="rect">
            <a:avLst/>
          </a:prstGeom>
        </p:spPr>
        <p:txBody>
          <a:bodyPr vert="horz" wrap="square" lIns="0" tIns="13335" rIns="0" bIns="0" rtlCol="0">
            <a:spAutoFit/>
          </a:bodyPr>
          <a:lstStyle/>
          <a:p>
            <a:pPr marL="354965" indent="-342265">
              <a:lnSpc>
                <a:spcPct val="100000"/>
              </a:lnSpc>
              <a:spcBef>
                <a:spcPts val="105"/>
              </a:spcBef>
              <a:buFont typeface="Wingdings" panose="05000000000000000000"/>
              <a:buChar char=""/>
              <a:tabLst>
                <a:tab pos="354965" algn="l"/>
              </a:tabLst>
            </a:pPr>
            <a:r>
              <a:rPr sz="2000" dirty="0">
                <a:latin typeface="Trebuchet MS" panose="020B0603020202020204"/>
                <a:cs typeface="Trebuchet MS" panose="020B0603020202020204"/>
              </a:rPr>
              <a:t>A</a:t>
            </a:r>
            <a:r>
              <a:rPr sz="2000" spc="375" dirty="0">
                <a:latin typeface="Trebuchet MS" panose="020B0603020202020204"/>
                <a:cs typeface="Trebuchet MS" panose="020B0603020202020204"/>
              </a:rPr>
              <a:t> </a:t>
            </a:r>
            <a:r>
              <a:rPr sz="2000" dirty="0">
                <a:latin typeface="Trebuchet MS" panose="020B0603020202020204"/>
                <a:cs typeface="Trebuchet MS" panose="020B0603020202020204"/>
              </a:rPr>
              <a:t>set</a:t>
            </a:r>
            <a:r>
              <a:rPr sz="2000" spc="480" dirty="0">
                <a:latin typeface="Trebuchet MS" panose="020B0603020202020204"/>
                <a:cs typeface="Trebuchet MS" panose="020B0603020202020204"/>
              </a:rPr>
              <a:t> </a:t>
            </a:r>
            <a:r>
              <a:rPr sz="2000" dirty="0">
                <a:latin typeface="Trebuchet MS" panose="020B0603020202020204"/>
                <a:cs typeface="Trebuchet MS" panose="020B0603020202020204"/>
              </a:rPr>
              <a:t>of</a:t>
            </a:r>
            <a:r>
              <a:rPr sz="2000" spc="480" dirty="0">
                <a:latin typeface="Trebuchet MS" panose="020B0603020202020204"/>
                <a:cs typeface="Trebuchet MS" panose="020B0603020202020204"/>
              </a:rPr>
              <a:t> </a:t>
            </a:r>
            <a:r>
              <a:rPr sz="2000" dirty="0">
                <a:latin typeface="Trebuchet MS" panose="020B0603020202020204"/>
                <a:cs typeface="Trebuchet MS" panose="020B0603020202020204"/>
              </a:rPr>
              <a:t>changes</a:t>
            </a:r>
            <a:r>
              <a:rPr sz="2000" spc="490" dirty="0">
                <a:latin typeface="Trebuchet MS" panose="020B0603020202020204"/>
                <a:cs typeface="Trebuchet MS" panose="020B0603020202020204"/>
              </a:rPr>
              <a:t> </a:t>
            </a:r>
            <a:r>
              <a:rPr sz="2000" dirty="0">
                <a:latin typeface="Trebuchet MS" panose="020B0603020202020204"/>
                <a:cs typeface="Trebuchet MS" panose="020B0603020202020204"/>
              </a:rPr>
              <a:t>made</a:t>
            </a:r>
            <a:r>
              <a:rPr sz="2000" spc="480"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490" dirty="0">
                <a:latin typeface="Trebuchet MS" panose="020B0603020202020204"/>
                <a:cs typeface="Trebuchet MS" panose="020B0603020202020204"/>
              </a:rPr>
              <a:t> </a:t>
            </a:r>
            <a:r>
              <a:rPr sz="2000" dirty="0">
                <a:latin typeface="Trebuchet MS" panose="020B0603020202020204"/>
                <a:cs typeface="Trebuchet MS" panose="020B0603020202020204"/>
              </a:rPr>
              <a:t>a</a:t>
            </a:r>
            <a:r>
              <a:rPr sz="2000" spc="475" dirty="0">
                <a:latin typeface="Trebuchet MS" panose="020B0603020202020204"/>
                <a:cs typeface="Trebuchet MS" panose="020B0603020202020204"/>
              </a:rPr>
              <a:t> </a:t>
            </a:r>
            <a:r>
              <a:rPr sz="2000" dirty="0">
                <a:latin typeface="Trebuchet MS" panose="020B0603020202020204"/>
                <a:cs typeface="Trebuchet MS" panose="020B0603020202020204"/>
              </a:rPr>
              <a:t>table</a:t>
            </a:r>
            <a:r>
              <a:rPr sz="2000" spc="480"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using</a:t>
            </a:r>
            <a:r>
              <a:rPr sz="2000" spc="49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DML</a:t>
            </a:r>
            <a:r>
              <a:rPr sz="2000" spc="420" dirty="0">
                <a:latin typeface="Trebuchet MS" panose="020B0603020202020204"/>
                <a:cs typeface="Trebuchet MS" panose="020B0603020202020204"/>
              </a:rPr>
              <a:t> </a:t>
            </a:r>
            <a:r>
              <a:rPr sz="2000" spc="-20" dirty="0">
                <a:latin typeface="Trebuchet MS" panose="020B0603020202020204"/>
                <a:cs typeface="Trebuchet MS" panose="020B0603020202020204"/>
              </a:rPr>
              <a:t>(INSERT,</a:t>
            </a:r>
            <a:r>
              <a:rPr sz="2000" spc="480" dirty="0">
                <a:latin typeface="Trebuchet MS" panose="020B0603020202020204"/>
                <a:cs typeface="Trebuchet MS" panose="020B0603020202020204"/>
              </a:rPr>
              <a:t> </a:t>
            </a:r>
            <a:r>
              <a:rPr sz="2000" spc="-10" dirty="0">
                <a:latin typeface="Trebuchet MS" panose="020B0603020202020204"/>
                <a:cs typeface="Trebuchet MS" panose="020B0603020202020204"/>
              </a:rPr>
              <a:t>UPDATE,</a:t>
            </a:r>
            <a:endParaRPr sz="2000">
              <a:latin typeface="Trebuchet MS" panose="020B0603020202020204"/>
              <a:cs typeface="Trebuchet MS" panose="020B0603020202020204"/>
            </a:endParaRPr>
          </a:p>
        </p:txBody>
      </p:sp>
      <p:sp>
        <p:nvSpPr>
          <p:cNvPr id="7" name="object 7"/>
          <p:cNvSpPr txBox="1"/>
          <p:nvPr/>
        </p:nvSpPr>
        <p:spPr>
          <a:xfrm>
            <a:off x="878839" y="2357755"/>
            <a:ext cx="4551680" cy="330835"/>
          </a:xfrm>
          <a:prstGeom prst="rect">
            <a:avLst/>
          </a:prstGeom>
        </p:spPr>
        <p:txBody>
          <a:bodyPr vert="horz" wrap="square" lIns="0" tIns="13335" rIns="0" bIns="0" rtlCol="0">
            <a:spAutoFit/>
          </a:bodyPr>
          <a:lstStyle/>
          <a:p>
            <a:pPr marL="12700">
              <a:lnSpc>
                <a:spcPct val="100000"/>
              </a:lnSpc>
              <a:spcBef>
                <a:spcPts val="105"/>
              </a:spcBef>
              <a:tabLst>
                <a:tab pos="1205865" algn="l"/>
                <a:tab pos="2666365" algn="l"/>
                <a:tab pos="3293745" algn="l"/>
              </a:tabLst>
            </a:pPr>
            <a:r>
              <a:rPr sz="2000" spc="-10" dirty="0">
                <a:latin typeface="Trebuchet MS" panose="020B0603020202020204"/>
                <a:cs typeface="Trebuchet MS" panose="020B0603020202020204"/>
              </a:rPr>
              <a:t>DELETE)</a:t>
            </a:r>
            <a:r>
              <a:rPr sz="2000" dirty="0">
                <a:latin typeface="Trebuchet MS" panose="020B0603020202020204"/>
                <a:cs typeface="Trebuchet MS" panose="020B0603020202020204"/>
              </a:rPr>
              <a:t>	</a:t>
            </a:r>
            <a:r>
              <a:rPr sz="2000" spc="-10" dirty="0">
                <a:latin typeface="Trebuchet MS" panose="020B0603020202020204"/>
                <a:cs typeface="Trebuchet MS" panose="020B0603020202020204"/>
              </a:rPr>
              <a:t>commands</a:t>
            </a:r>
            <a:r>
              <a:rPr sz="2000" dirty="0">
                <a:latin typeface="Trebuchet MS" panose="020B0603020202020204"/>
                <a:cs typeface="Trebuchet MS" panose="020B0603020202020204"/>
              </a:rPr>
              <a:t>	</a:t>
            </a:r>
            <a:r>
              <a:rPr sz="2000" spc="-25" dirty="0">
                <a:latin typeface="Trebuchet MS" panose="020B0603020202020204"/>
                <a:cs typeface="Trebuchet MS" panose="020B0603020202020204"/>
              </a:rPr>
              <a:t>are</a:t>
            </a:r>
            <a:r>
              <a:rPr sz="2000" dirty="0">
                <a:latin typeface="Trebuchet MS" panose="020B0603020202020204"/>
                <a:cs typeface="Trebuchet MS" panose="020B0603020202020204"/>
              </a:rPr>
              <a:t>	</a:t>
            </a:r>
            <a:r>
              <a:rPr sz="2000" spc="-30" dirty="0">
                <a:highlight>
                  <a:srgbClr val="FFFF00"/>
                </a:highlight>
                <a:latin typeface="Trebuchet MS" panose="020B0603020202020204"/>
                <a:cs typeface="Trebuchet MS" panose="020B0603020202020204"/>
              </a:rPr>
              <a:t>temporary</a:t>
            </a:r>
            <a:r>
              <a:rPr sz="2000" spc="-30" dirty="0">
                <a:latin typeface="Trebuchet MS" panose="020B0603020202020204"/>
                <a:cs typeface="Trebuchet MS" panose="020B0603020202020204"/>
              </a:rPr>
              <a:t>.</a:t>
            </a:r>
            <a:endParaRPr sz="2000">
              <a:latin typeface="Trebuchet MS" panose="020B0603020202020204"/>
              <a:cs typeface="Trebuchet MS" panose="020B0603020202020204"/>
            </a:endParaRPr>
          </a:p>
        </p:txBody>
      </p:sp>
      <p:sp>
        <p:nvSpPr>
          <p:cNvPr id="8" name="object 8"/>
          <p:cNvSpPr txBox="1"/>
          <p:nvPr/>
        </p:nvSpPr>
        <p:spPr>
          <a:xfrm>
            <a:off x="7044308" y="2357755"/>
            <a:ext cx="1563370" cy="330835"/>
          </a:xfrm>
          <a:prstGeom prst="rect">
            <a:avLst/>
          </a:prstGeom>
        </p:spPr>
        <p:txBody>
          <a:bodyPr vert="horz" wrap="square" lIns="0" tIns="13335" rIns="0" bIns="0" rtlCol="0">
            <a:spAutoFit/>
          </a:bodyPr>
          <a:lstStyle/>
          <a:p>
            <a:pPr marL="12700">
              <a:lnSpc>
                <a:spcPct val="100000"/>
              </a:lnSpc>
              <a:spcBef>
                <a:spcPts val="105"/>
              </a:spcBef>
              <a:tabLst>
                <a:tab pos="646430" algn="l"/>
              </a:tabLst>
            </a:pPr>
            <a:r>
              <a:rPr sz="2000" spc="-25" dirty="0">
                <a:latin typeface="Trebuchet MS" panose="020B0603020202020204"/>
                <a:cs typeface="Trebuchet MS" panose="020B0603020202020204"/>
              </a:rPr>
              <a:t>the</a:t>
            </a:r>
            <a:r>
              <a:rPr sz="2000" dirty="0">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changes</a:t>
            </a:r>
            <a:endParaRPr sz="2000" spc="-10" dirty="0">
              <a:highlight>
                <a:srgbClr val="FFFF00"/>
              </a:highlight>
              <a:latin typeface="Trebuchet MS" panose="020B0603020202020204"/>
              <a:cs typeface="Trebuchet MS" panose="020B0603020202020204"/>
            </a:endParaRPr>
          </a:p>
        </p:txBody>
      </p:sp>
      <p:sp>
        <p:nvSpPr>
          <p:cNvPr id="9" name="object 9"/>
          <p:cNvSpPr txBox="1"/>
          <p:nvPr/>
        </p:nvSpPr>
        <p:spPr>
          <a:xfrm>
            <a:off x="2450338" y="2662555"/>
            <a:ext cx="3060065" cy="330835"/>
          </a:xfrm>
          <a:prstGeom prst="rect">
            <a:avLst/>
          </a:prstGeom>
        </p:spPr>
        <p:txBody>
          <a:bodyPr vert="horz" wrap="square" lIns="0" tIns="13335" rIns="0" bIns="0" rtlCol="0">
            <a:spAutoFit/>
          </a:bodyPr>
          <a:lstStyle/>
          <a:p>
            <a:pPr marL="12700">
              <a:lnSpc>
                <a:spcPct val="100000"/>
              </a:lnSpc>
              <a:spcBef>
                <a:spcPts val="105"/>
              </a:spcBef>
              <a:tabLst>
                <a:tab pos="1152525" algn="l"/>
                <a:tab pos="2493645" algn="l"/>
              </a:tabLst>
            </a:pPr>
            <a:r>
              <a:rPr sz="2000" spc="-10" dirty="0">
                <a:latin typeface="Trebuchet MS" panose="020B0603020202020204"/>
                <a:cs typeface="Trebuchet MS" panose="020B0603020202020204"/>
              </a:rPr>
              <a:t>COMMIT</a:t>
            </a:r>
            <a:r>
              <a:rPr sz="2000" dirty="0">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command</a:t>
            </a:r>
            <a:r>
              <a:rPr sz="2000" dirty="0">
                <a:highlight>
                  <a:srgbClr val="FFFF00"/>
                </a:highlight>
                <a:latin typeface="Trebuchet MS" panose="020B0603020202020204"/>
                <a:cs typeface="Trebuchet MS" panose="020B0603020202020204"/>
              </a:rPr>
              <a:t>	</a:t>
            </a:r>
            <a:r>
              <a:rPr sz="2000" spc="-20" dirty="0">
                <a:highlight>
                  <a:srgbClr val="FFFF00"/>
                </a:highlight>
                <a:latin typeface="Trebuchet MS" panose="020B0603020202020204"/>
                <a:cs typeface="Trebuchet MS" panose="020B0603020202020204"/>
              </a:rPr>
              <a:t>must</a:t>
            </a:r>
            <a:endParaRPr sz="2000" spc="-20" dirty="0">
              <a:highlight>
                <a:srgbClr val="FFFF00"/>
              </a:highlight>
              <a:latin typeface="Trebuchet MS" panose="020B0603020202020204"/>
              <a:cs typeface="Trebuchet MS" panose="020B0603020202020204"/>
            </a:endParaRPr>
          </a:p>
        </p:txBody>
      </p:sp>
      <p:sp>
        <p:nvSpPr>
          <p:cNvPr id="10" name="object 10"/>
          <p:cNvSpPr txBox="1"/>
          <p:nvPr/>
        </p:nvSpPr>
        <p:spPr>
          <a:xfrm>
            <a:off x="5663565" y="2357755"/>
            <a:ext cx="1148715" cy="635635"/>
          </a:xfrm>
          <a:prstGeom prst="rect">
            <a:avLst/>
          </a:prstGeom>
        </p:spPr>
        <p:txBody>
          <a:bodyPr vert="horz" wrap="square" lIns="0" tIns="13335" rIns="0" bIns="0" rtlCol="0">
            <a:spAutoFit/>
          </a:bodyPr>
          <a:lstStyle/>
          <a:p>
            <a:pPr marL="74930" marR="5080" indent="-62865">
              <a:lnSpc>
                <a:spcPct val="100000"/>
              </a:lnSpc>
              <a:spcBef>
                <a:spcPts val="105"/>
              </a:spcBef>
              <a:tabLst>
                <a:tab pos="524510" algn="l"/>
              </a:tabLst>
            </a:pPr>
            <a:r>
              <a:rPr sz="2000" spc="-25" dirty="0">
                <a:latin typeface="Trebuchet MS" panose="020B0603020202020204"/>
                <a:cs typeface="Trebuchet MS" panose="020B0603020202020204"/>
              </a:rPr>
              <a:t>To</a:t>
            </a:r>
            <a:r>
              <a:rPr sz="2000" dirty="0">
                <a:latin typeface="Trebuchet MS" panose="020B0603020202020204"/>
                <a:cs typeface="Trebuchet MS" panose="020B0603020202020204"/>
              </a:rPr>
              <a:t>	</a:t>
            </a:r>
            <a:r>
              <a:rPr sz="2000" spc="-20" dirty="0">
                <a:latin typeface="Trebuchet MS" panose="020B0603020202020204"/>
                <a:cs typeface="Trebuchet MS" panose="020B0603020202020204"/>
              </a:rPr>
              <a:t>make </a:t>
            </a:r>
            <a:r>
              <a:rPr sz="2000" spc="-25" dirty="0">
                <a:latin typeface="Trebuchet MS" panose="020B0603020202020204"/>
                <a:cs typeface="Trebuchet MS" panose="020B0603020202020204"/>
              </a:rPr>
              <a:t>be</a:t>
            </a:r>
            <a:endParaRPr sz="2000">
              <a:latin typeface="Trebuchet MS" panose="020B0603020202020204"/>
              <a:cs typeface="Trebuchet MS" panose="020B0603020202020204"/>
            </a:endParaRPr>
          </a:p>
        </p:txBody>
      </p:sp>
      <p:sp>
        <p:nvSpPr>
          <p:cNvPr id="11" name="object 11"/>
          <p:cNvSpPr txBox="1"/>
          <p:nvPr/>
        </p:nvSpPr>
        <p:spPr>
          <a:xfrm>
            <a:off x="6245733" y="2662555"/>
            <a:ext cx="2370455" cy="330835"/>
          </a:xfrm>
          <a:prstGeom prst="rect">
            <a:avLst/>
          </a:prstGeom>
        </p:spPr>
        <p:txBody>
          <a:bodyPr vert="horz" wrap="square" lIns="0" tIns="13335" rIns="0" bIns="0" rtlCol="0">
            <a:spAutoFit/>
          </a:bodyPr>
          <a:lstStyle/>
          <a:p>
            <a:pPr marL="12700">
              <a:lnSpc>
                <a:spcPct val="100000"/>
              </a:lnSpc>
              <a:spcBef>
                <a:spcPts val="105"/>
              </a:spcBef>
              <a:tabLst>
                <a:tab pos="1090295" algn="l"/>
                <a:tab pos="1893570" algn="l"/>
              </a:tabLst>
            </a:pPr>
            <a:r>
              <a:rPr sz="2000" spc="-10" dirty="0">
                <a:highlight>
                  <a:srgbClr val="FFFF00"/>
                </a:highlight>
                <a:latin typeface="Trebuchet MS" panose="020B0603020202020204"/>
                <a:cs typeface="Trebuchet MS" panose="020B0603020202020204"/>
              </a:rPr>
              <a:t>needed</a:t>
            </a:r>
            <a:r>
              <a:rPr sz="2000" dirty="0">
                <a:latin typeface="Trebuchet MS" panose="020B0603020202020204"/>
                <a:cs typeface="Trebuchet MS" panose="020B0603020202020204"/>
              </a:rPr>
              <a:t>	</a:t>
            </a:r>
            <a:r>
              <a:rPr sz="2000" spc="-10" dirty="0">
                <a:latin typeface="Trebuchet MS" panose="020B0603020202020204"/>
                <a:cs typeface="Trebuchet MS" panose="020B0603020202020204"/>
              </a:rPr>
              <a:t>after</a:t>
            </a:r>
            <a:r>
              <a:rPr sz="2000" dirty="0">
                <a:latin typeface="Trebuchet MS" panose="020B0603020202020204"/>
                <a:cs typeface="Trebuchet MS" panose="020B0603020202020204"/>
              </a:rPr>
              <a:t>	</a:t>
            </a:r>
            <a:r>
              <a:rPr sz="2000" spc="-25" dirty="0">
                <a:latin typeface="Trebuchet MS" panose="020B0603020202020204"/>
                <a:cs typeface="Trebuchet MS" panose="020B0603020202020204"/>
              </a:rPr>
              <a:t>DML</a:t>
            </a:r>
            <a:endParaRPr sz="2000">
              <a:latin typeface="Trebuchet MS" panose="020B0603020202020204"/>
              <a:cs typeface="Trebuchet MS" panose="020B0603020202020204"/>
            </a:endParaRPr>
          </a:p>
        </p:txBody>
      </p:sp>
      <p:sp>
        <p:nvSpPr>
          <p:cNvPr id="12" name="object 12"/>
          <p:cNvSpPr txBox="1"/>
          <p:nvPr/>
        </p:nvSpPr>
        <p:spPr>
          <a:xfrm>
            <a:off x="535940" y="2662555"/>
            <a:ext cx="1701800" cy="1001394"/>
          </a:xfrm>
          <a:prstGeom prst="rect">
            <a:avLst/>
          </a:prstGeom>
        </p:spPr>
        <p:txBody>
          <a:bodyPr vert="horz" wrap="square" lIns="0" tIns="13335" rIns="0" bIns="0" rtlCol="0">
            <a:spAutoFit/>
          </a:bodyPr>
          <a:lstStyle/>
          <a:p>
            <a:pPr marL="355600" marR="5080">
              <a:lnSpc>
                <a:spcPct val="100000"/>
              </a:lnSpc>
              <a:spcBef>
                <a:spcPts val="105"/>
              </a:spcBef>
            </a:pPr>
            <a:r>
              <a:rPr sz="2000" spc="-10" dirty="0">
                <a:highlight>
                  <a:srgbClr val="FFFF00"/>
                </a:highlight>
                <a:latin typeface="Trebuchet MS" panose="020B0603020202020204"/>
                <a:cs typeface="Trebuchet MS" panose="020B0603020202020204"/>
              </a:rPr>
              <a:t>permanent</a:t>
            </a:r>
            <a:r>
              <a:rPr sz="2000" spc="-10" dirty="0">
                <a:latin typeface="Trebuchet MS" panose="020B0603020202020204"/>
                <a:cs typeface="Trebuchet MS" panose="020B0603020202020204"/>
              </a:rPr>
              <a:t>, commands.</a:t>
            </a:r>
            <a:endParaRPr sz="2000">
              <a:latin typeface="Trebuchet MS" panose="020B0603020202020204"/>
              <a:cs typeface="Trebuchet MS" panose="020B0603020202020204"/>
            </a:endParaRPr>
          </a:p>
          <a:p>
            <a:pPr marL="431800" indent="-419100">
              <a:lnSpc>
                <a:spcPct val="100000"/>
              </a:lnSpc>
              <a:spcBef>
                <a:spcPts val="475"/>
              </a:spcBef>
              <a:buFont typeface="Wingdings" panose="05000000000000000000"/>
              <a:buChar char=""/>
              <a:tabLst>
                <a:tab pos="431800" algn="l"/>
              </a:tabLst>
            </a:pPr>
            <a:r>
              <a:rPr sz="2000" b="1" dirty="0">
                <a:latin typeface="Trebuchet MS" panose="020B0603020202020204"/>
                <a:cs typeface="Trebuchet MS" panose="020B0603020202020204"/>
              </a:rPr>
              <a:t>Syntax:</a:t>
            </a:r>
            <a:r>
              <a:rPr sz="2000" b="1" spc="-65" dirty="0">
                <a:latin typeface="Trebuchet MS" panose="020B0603020202020204"/>
                <a:cs typeface="Trebuchet MS" panose="020B0603020202020204"/>
              </a:rPr>
              <a:t> </a:t>
            </a:r>
            <a:r>
              <a:rPr sz="2000" b="1" spc="-50" dirty="0">
                <a:latin typeface="Trebuchet MS" panose="020B0603020202020204"/>
                <a:cs typeface="Trebuchet MS" panose="020B0603020202020204"/>
              </a:rPr>
              <a:t>-</a:t>
            </a:r>
            <a:endParaRPr sz="2000">
              <a:latin typeface="Trebuchet MS" panose="020B0603020202020204"/>
              <a:cs typeface="Trebuchet MS" panose="020B0603020202020204"/>
            </a:endParaRPr>
          </a:p>
        </p:txBody>
      </p:sp>
      <p:sp>
        <p:nvSpPr>
          <p:cNvPr id="13" name="object 13"/>
          <p:cNvSpPr txBox="1"/>
          <p:nvPr/>
        </p:nvSpPr>
        <p:spPr>
          <a:xfrm>
            <a:off x="535940" y="3638778"/>
            <a:ext cx="5856605" cy="1488440"/>
          </a:xfrm>
          <a:prstGeom prst="rect">
            <a:avLst/>
          </a:prstGeom>
        </p:spPr>
        <p:txBody>
          <a:bodyPr vert="horz" wrap="square" lIns="0" tIns="73660" rIns="0" bIns="0" rtlCol="0">
            <a:spAutoFit/>
          </a:bodyPr>
          <a:lstStyle/>
          <a:p>
            <a:pPr marL="1841500">
              <a:lnSpc>
                <a:spcPct val="100000"/>
              </a:lnSpc>
              <a:spcBef>
                <a:spcPts val="580"/>
              </a:spcBef>
            </a:pPr>
            <a:r>
              <a:rPr sz="2000" spc="-10" dirty="0">
                <a:latin typeface="Trebuchet MS" panose="020B0603020202020204"/>
                <a:cs typeface="Trebuchet MS" panose="020B0603020202020204"/>
              </a:rPr>
              <a:t>COMMIT;</a:t>
            </a:r>
            <a:endParaRPr sz="2000">
              <a:latin typeface="Trebuchet MS" panose="020B0603020202020204"/>
              <a:cs typeface="Trebuchet MS" panose="020B0603020202020204"/>
            </a:endParaRPr>
          </a:p>
          <a:p>
            <a:pPr marL="431800" indent="-419100">
              <a:lnSpc>
                <a:spcPct val="100000"/>
              </a:lnSpc>
              <a:spcBef>
                <a:spcPts val="480"/>
              </a:spcBef>
              <a:buFont typeface="Wingdings" panose="05000000000000000000"/>
              <a:buChar char=""/>
              <a:tabLst>
                <a:tab pos="431800" algn="l"/>
              </a:tabLst>
            </a:pPr>
            <a:r>
              <a:rPr sz="2000" b="1" dirty="0">
                <a:latin typeface="Trebuchet MS" panose="020B0603020202020204"/>
                <a:cs typeface="Trebuchet MS" panose="020B0603020202020204"/>
              </a:rPr>
              <a:t>Example:</a:t>
            </a:r>
            <a:r>
              <a:rPr sz="2000" b="1" spc="-55" dirty="0">
                <a:latin typeface="Trebuchet MS" panose="020B0603020202020204"/>
                <a:cs typeface="Trebuchet MS" panose="020B0603020202020204"/>
              </a:rPr>
              <a:t> </a:t>
            </a:r>
            <a:r>
              <a:rPr sz="2000" b="1" spc="-50" dirty="0">
                <a:latin typeface="Trebuchet MS" panose="020B0603020202020204"/>
                <a:cs typeface="Trebuchet MS" panose="020B0603020202020204"/>
              </a:rPr>
              <a:t>-</a:t>
            </a:r>
            <a:endParaRPr sz="2000">
              <a:latin typeface="Trebuchet MS" panose="020B0603020202020204"/>
              <a:cs typeface="Trebuchet MS" panose="020B0603020202020204"/>
            </a:endParaRPr>
          </a:p>
          <a:p>
            <a:pPr marL="1841500" marR="5080">
              <a:lnSpc>
                <a:spcPct val="120000"/>
              </a:lnSpc>
            </a:pPr>
            <a:r>
              <a:rPr sz="2000" dirty="0">
                <a:latin typeface="Trebuchet MS" panose="020B0603020202020204"/>
                <a:cs typeface="Trebuchet MS" panose="020B0603020202020204"/>
              </a:rPr>
              <a:t>DELETE</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FROM</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EMP</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WHERE</a:t>
            </a:r>
            <a:r>
              <a:rPr sz="2000" spc="-25" dirty="0">
                <a:latin typeface="Trebuchet MS" panose="020B0603020202020204"/>
                <a:cs typeface="Trebuchet MS" panose="020B0603020202020204"/>
              </a:rPr>
              <a:t> </a:t>
            </a:r>
            <a:r>
              <a:rPr sz="2000" spc="-10" dirty="0">
                <a:latin typeface="Trebuchet MS" panose="020B0603020202020204"/>
                <a:cs typeface="Trebuchet MS" panose="020B0603020202020204"/>
              </a:rPr>
              <a:t>NO=500; COMMIT;</a:t>
            </a:r>
            <a:endParaRPr sz="2000">
              <a:latin typeface="Trebuchet MS" panose="020B0603020202020204"/>
              <a:cs typeface="Trebuchet MS" panose="020B0603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4607" rIns="0" bIns="0" rtlCol="0">
            <a:spAutoFit/>
          </a:bodyPr>
          <a:lstStyle/>
          <a:p>
            <a:pPr marL="1654175">
              <a:lnSpc>
                <a:spcPct val="100000"/>
              </a:lnSpc>
              <a:spcBef>
                <a:spcPts val="100"/>
              </a:spcBef>
            </a:pPr>
            <a:r>
              <a:rPr sz="4400" dirty="0"/>
              <a:t>ROLLBACK</a:t>
            </a:r>
            <a:r>
              <a:rPr sz="4400" spc="-30" dirty="0"/>
              <a:t> </a:t>
            </a:r>
            <a:r>
              <a:rPr sz="4400" spc="-10" dirty="0"/>
              <a:t>COMMAND</a:t>
            </a:r>
            <a:endParaRPr sz="4400"/>
          </a:p>
        </p:txBody>
      </p:sp>
      <p:grpSp>
        <p:nvGrpSpPr>
          <p:cNvPr id="3" name="object 3"/>
          <p:cNvGrpSpPr/>
          <p:nvPr/>
        </p:nvGrpSpPr>
        <p:grpSpPr>
          <a:xfrm>
            <a:off x="450850" y="1593850"/>
            <a:ext cx="8242300" cy="5041900"/>
            <a:chOff x="450850" y="1593850"/>
            <a:chExt cx="8242300" cy="5041900"/>
          </a:xfrm>
        </p:grpSpPr>
        <p:sp>
          <p:nvSpPr>
            <p:cNvPr id="4" name="object 4"/>
            <p:cNvSpPr/>
            <p:nvPr/>
          </p:nvSpPr>
          <p:spPr>
            <a:xfrm>
              <a:off x="457200" y="1600200"/>
              <a:ext cx="8229600" cy="5029200"/>
            </a:xfrm>
            <a:custGeom>
              <a:avLst/>
              <a:gdLst/>
              <a:ahLst/>
              <a:cxnLst/>
              <a:rect l="l" t="t" r="r" b="b"/>
              <a:pathLst>
                <a:path w="8229600" h="5029200">
                  <a:moveTo>
                    <a:pt x="8229600" y="0"/>
                  </a:moveTo>
                  <a:lnTo>
                    <a:pt x="0" y="0"/>
                  </a:lnTo>
                  <a:lnTo>
                    <a:pt x="0" y="5029200"/>
                  </a:lnTo>
                  <a:lnTo>
                    <a:pt x="8229600" y="5029200"/>
                  </a:lnTo>
                  <a:lnTo>
                    <a:pt x="8229600" y="0"/>
                  </a:lnTo>
                  <a:close/>
                </a:path>
              </a:pathLst>
            </a:custGeom>
            <a:solidFill>
              <a:srgbClr val="FFFFFF"/>
            </a:solidFill>
          </p:spPr>
          <p:txBody>
            <a:bodyPr wrap="square" lIns="0" tIns="0" rIns="0" bIns="0" rtlCol="0"/>
            <a:lstStyle/>
            <a:p/>
          </p:txBody>
        </p:sp>
        <p:sp>
          <p:nvSpPr>
            <p:cNvPr id="5" name="object 5"/>
            <p:cNvSpPr/>
            <p:nvPr/>
          </p:nvSpPr>
          <p:spPr>
            <a:xfrm>
              <a:off x="457200" y="1600200"/>
              <a:ext cx="8229600" cy="5029200"/>
            </a:xfrm>
            <a:custGeom>
              <a:avLst/>
              <a:gdLst/>
              <a:ahLst/>
              <a:cxnLst/>
              <a:rect l="l" t="t" r="r" b="b"/>
              <a:pathLst>
                <a:path w="8229600" h="5029200">
                  <a:moveTo>
                    <a:pt x="0" y="5029200"/>
                  </a:moveTo>
                  <a:lnTo>
                    <a:pt x="8229600" y="5029200"/>
                  </a:lnTo>
                  <a:lnTo>
                    <a:pt x="8229600" y="0"/>
                  </a:lnTo>
                  <a:lnTo>
                    <a:pt x="0" y="0"/>
                  </a:lnTo>
                  <a:lnTo>
                    <a:pt x="0" y="5029200"/>
                  </a:lnTo>
                  <a:close/>
                </a:path>
              </a:pathLst>
            </a:custGeom>
            <a:ln w="12700">
              <a:solidFill>
                <a:srgbClr val="619DD1"/>
              </a:solidFill>
            </a:ln>
          </p:spPr>
          <p:txBody>
            <a:bodyPr wrap="square" lIns="0" tIns="0" rIns="0" bIns="0" rtlCol="0"/>
            <a:lstStyle/>
            <a:p/>
          </p:txBody>
        </p:sp>
      </p:grpSp>
      <p:sp>
        <p:nvSpPr>
          <p:cNvPr id="6" name="object 6"/>
          <p:cNvSpPr txBox="1"/>
          <p:nvPr/>
        </p:nvSpPr>
        <p:spPr>
          <a:xfrm>
            <a:off x="535940" y="1625854"/>
            <a:ext cx="8074025" cy="4588510"/>
          </a:xfrm>
          <a:prstGeom prst="rect">
            <a:avLst/>
          </a:prstGeom>
        </p:spPr>
        <p:txBody>
          <a:bodyPr vert="horz" wrap="square" lIns="0" tIns="13335" rIns="0" bIns="0" rtlCol="0">
            <a:spAutoFit/>
          </a:bodyPr>
          <a:lstStyle/>
          <a:p>
            <a:pPr marL="354965" indent="-342265">
              <a:lnSpc>
                <a:spcPct val="100000"/>
              </a:lnSpc>
              <a:spcBef>
                <a:spcPts val="105"/>
              </a:spcBef>
              <a:buFont typeface="Wingdings" panose="05000000000000000000"/>
              <a:buChar char=""/>
              <a:tabLst>
                <a:tab pos="354965" algn="l"/>
              </a:tabLst>
            </a:pPr>
            <a:r>
              <a:rPr sz="2000" dirty="0">
                <a:latin typeface="Trebuchet MS" panose="020B0603020202020204"/>
                <a:cs typeface="Trebuchet MS" panose="020B0603020202020204"/>
              </a:rPr>
              <a:t>The</a:t>
            </a:r>
            <a:r>
              <a:rPr sz="2000" spc="210" dirty="0">
                <a:latin typeface="Trebuchet MS" panose="020B0603020202020204"/>
                <a:cs typeface="Trebuchet MS" panose="020B0603020202020204"/>
              </a:rPr>
              <a:t> </a:t>
            </a:r>
            <a:r>
              <a:rPr sz="1800" dirty="0">
                <a:latin typeface="Trebuchet MS" panose="020B0603020202020204"/>
                <a:cs typeface="Trebuchet MS" panose="020B0603020202020204"/>
              </a:rPr>
              <a:t>ROLLBACK</a:t>
            </a:r>
            <a:r>
              <a:rPr sz="1800" spc="265" dirty="0">
                <a:latin typeface="Trebuchet MS" panose="020B0603020202020204"/>
                <a:cs typeface="Trebuchet MS" panose="020B0603020202020204"/>
              </a:rPr>
              <a:t> </a:t>
            </a:r>
            <a:r>
              <a:rPr sz="2000" dirty="0">
                <a:latin typeface="Trebuchet MS" panose="020B0603020202020204"/>
                <a:cs typeface="Trebuchet MS" panose="020B0603020202020204"/>
              </a:rPr>
              <a:t>statement</a:t>
            </a:r>
            <a:r>
              <a:rPr sz="2000" spc="22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allows</a:t>
            </a:r>
            <a:r>
              <a:rPr sz="2000" spc="21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you</a:t>
            </a:r>
            <a:r>
              <a:rPr sz="2000" spc="21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to</a:t>
            </a:r>
            <a:r>
              <a:rPr sz="2000" spc="21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change</a:t>
            </a:r>
            <a:r>
              <a:rPr sz="2000" spc="21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your</a:t>
            </a:r>
            <a:r>
              <a:rPr sz="2000" spc="22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mind</a:t>
            </a:r>
            <a:r>
              <a:rPr sz="2000" spc="22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about</a:t>
            </a:r>
            <a:r>
              <a:rPr sz="2000" spc="200" dirty="0">
                <a:highlight>
                  <a:srgbClr val="FFFF00"/>
                </a:highlight>
                <a:latin typeface="Trebuchet MS" panose="020B0603020202020204"/>
                <a:cs typeface="Trebuchet MS" panose="020B0603020202020204"/>
              </a:rPr>
              <a:t> </a:t>
            </a:r>
            <a:r>
              <a:rPr sz="2000" spc="-50" dirty="0">
                <a:highlight>
                  <a:srgbClr val="FFFF00"/>
                </a:highlight>
                <a:latin typeface="Trebuchet MS" panose="020B0603020202020204"/>
                <a:cs typeface="Trebuchet MS" panose="020B0603020202020204"/>
              </a:rPr>
              <a:t>a</a:t>
            </a:r>
            <a:endParaRPr sz="2000">
              <a:highlight>
                <a:srgbClr val="FFFF00"/>
              </a:highlight>
              <a:latin typeface="Trebuchet MS" panose="020B0603020202020204"/>
              <a:cs typeface="Trebuchet MS" panose="020B0603020202020204"/>
            </a:endParaRPr>
          </a:p>
          <a:p>
            <a:pPr marL="355600">
              <a:lnSpc>
                <a:spcPct val="100000"/>
              </a:lnSpc>
            </a:pPr>
            <a:r>
              <a:rPr sz="2000" spc="-10" dirty="0">
                <a:highlight>
                  <a:srgbClr val="FFFF00"/>
                </a:highlight>
                <a:latin typeface="Trebuchet MS" panose="020B0603020202020204"/>
                <a:cs typeface="Trebuchet MS" panose="020B0603020202020204"/>
              </a:rPr>
              <a:t>transaction.</a:t>
            </a:r>
            <a:endParaRPr sz="2000">
              <a:highlight>
                <a:srgbClr val="FFFF00"/>
              </a:highlight>
              <a:latin typeface="Trebuchet MS" panose="020B0603020202020204"/>
              <a:cs typeface="Trebuchet MS" panose="020B0603020202020204"/>
            </a:endParaRPr>
          </a:p>
          <a:p>
            <a:pPr marL="355600" marR="5080" indent="-342900">
              <a:lnSpc>
                <a:spcPct val="100000"/>
              </a:lnSpc>
              <a:spcBef>
                <a:spcPts val="480"/>
              </a:spcBef>
              <a:buFont typeface="Wingdings" panose="05000000000000000000"/>
              <a:buChar char=""/>
              <a:tabLst>
                <a:tab pos="355600" algn="l"/>
              </a:tabLst>
            </a:pPr>
            <a:r>
              <a:rPr sz="2000" dirty="0">
                <a:latin typeface="Trebuchet MS" panose="020B0603020202020204"/>
                <a:cs typeface="Trebuchet MS" panose="020B0603020202020204"/>
              </a:rPr>
              <a:t>It</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brings</a:t>
            </a:r>
            <a:r>
              <a:rPr sz="2000" spc="50"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back</a:t>
            </a:r>
            <a:r>
              <a:rPr sz="2000" spc="5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the</a:t>
            </a:r>
            <a:r>
              <a:rPr sz="2000" spc="4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original</a:t>
            </a:r>
            <a:r>
              <a:rPr sz="2000" spc="2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state</a:t>
            </a:r>
            <a:r>
              <a:rPr sz="2000" spc="4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of</a:t>
            </a:r>
            <a:r>
              <a:rPr sz="2000" spc="4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the</a:t>
            </a:r>
            <a:r>
              <a:rPr sz="2000" spc="5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tables</a:t>
            </a:r>
            <a:r>
              <a:rPr sz="2000" spc="60" dirty="0">
                <a:highlight>
                  <a:srgbClr val="FFFF00"/>
                </a:highlight>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state</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as</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of</a:t>
            </a:r>
            <a:r>
              <a:rPr sz="2000" spc="45" dirty="0">
                <a:latin typeface="Trebuchet MS" panose="020B0603020202020204"/>
                <a:cs typeface="Trebuchet MS" panose="020B0603020202020204"/>
              </a:rPr>
              <a:t> </a:t>
            </a:r>
            <a:r>
              <a:rPr sz="2000" spc="-25" dirty="0">
                <a:latin typeface="Trebuchet MS" panose="020B0603020202020204"/>
                <a:cs typeface="Trebuchet MS" panose="020B0603020202020204"/>
              </a:rPr>
              <a:t>the </a:t>
            </a:r>
            <a:r>
              <a:rPr sz="2000" dirty="0">
                <a:highlight>
                  <a:srgbClr val="FFFF00"/>
                </a:highlight>
                <a:latin typeface="Trebuchet MS" panose="020B0603020202020204"/>
                <a:cs typeface="Trebuchet MS" panose="020B0603020202020204"/>
              </a:rPr>
              <a:t>last</a:t>
            </a:r>
            <a:r>
              <a:rPr sz="2000" spc="-4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COMMIT</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statement</a:t>
            </a:r>
            <a:r>
              <a:rPr sz="2000" spc="-60" dirty="0">
                <a:latin typeface="Trebuchet MS" panose="020B0603020202020204"/>
                <a:cs typeface="Trebuchet MS" panose="020B0603020202020204"/>
              </a:rPr>
              <a:t> </a:t>
            </a:r>
            <a:r>
              <a:rPr sz="2000" dirty="0">
                <a:latin typeface="Trebuchet MS" panose="020B0603020202020204"/>
                <a:cs typeface="Trebuchet MS" panose="020B0603020202020204"/>
              </a:rPr>
              <a:t>or</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beginning</a:t>
            </a:r>
            <a:r>
              <a:rPr sz="2000" spc="-65" dirty="0">
                <a:latin typeface="Trebuchet MS" panose="020B0603020202020204"/>
                <a:cs typeface="Trebuchet MS" panose="020B0603020202020204"/>
              </a:rPr>
              <a:t> </a:t>
            </a:r>
            <a:r>
              <a:rPr sz="2000" dirty="0">
                <a:latin typeface="Trebuchet MS" panose="020B0603020202020204"/>
                <a:cs typeface="Trebuchet MS" panose="020B0603020202020204"/>
              </a:rPr>
              <a:t>of</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40"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current</a:t>
            </a:r>
            <a:r>
              <a:rPr sz="2000" spc="-60"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transaction.</a:t>
            </a:r>
            <a:endParaRPr sz="2000">
              <a:highlight>
                <a:srgbClr val="FFFF00"/>
              </a:highlight>
              <a:latin typeface="Trebuchet MS" panose="020B0603020202020204"/>
              <a:cs typeface="Trebuchet MS" panose="020B0603020202020204"/>
            </a:endParaRPr>
          </a:p>
          <a:p>
            <a:pPr>
              <a:lnSpc>
                <a:spcPct val="100000"/>
              </a:lnSpc>
              <a:spcBef>
                <a:spcPts val="1035"/>
              </a:spcBef>
              <a:buFont typeface="Wingdings" panose="05000000000000000000"/>
              <a:buChar char=""/>
            </a:pPr>
            <a:r>
              <a:rPr lang="en-US" altLang="en-US" sz="2000">
                <a:highlight>
                  <a:srgbClr val="FFFF00"/>
                </a:highlight>
                <a:latin typeface="Trebuchet MS" panose="020B0603020202020204"/>
                <a:cs typeface="Trebuchet MS" panose="020B0603020202020204"/>
              </a:rPr>
              <a:t>Matlab ROLLBACK table ko us state mein wapas le jaata hai jo:</a:t>
            </a:r>
            <a:endParaRPr lang="en-US" altLang="en-US" sz="2000">
              <a:highlight>
                <a:srgbClr val="FFFF00"/>
              </a:highlight>
              <a:latin typeface="Trebuchet MS" panose="020B0603020202020204"/>
              <a:cs typeface="Trebuchet MS" panose="020B0603020202020204"/>
            </a:endParaRPr>
          </a:p>
          <a:p>
            <a:pPr marL="431800" indent="-419100">
              <a:lnSpc>
                <a:spcPct val="100000"/>
              </a:lnSpc>
              <a:spcBef>
                <a:spcPts val="5"/>
              </a:spcBef>
              <a:buFont typeface="Wingdings" panose="05000000000000000000"/>
              <a:buChar char=""/>
              <a:tabLst>
                <a:tab pos="431800" algn="l"/>
              </a:tabLst>
            </a:pPr>
            <a:r>
              <a:rPr sz="2000" b="1" dirty="0">
                <a:latin typeface="Trebuchet MS" panose="020B0603020202020204"/>
                <a:cs typeface="Trebuchet MS" panose="020B0603020202020204"/>
              </a:rPr>
              <a:t>Syntax:</a:t>
            </a:r>
            <a:r>
              <a:rPr sz="2000" b="1" spc="-65" dirty="0">
                <a:latin typeface="Trebuchet MS" panose="020B0603020202020204"/>
                <a:cs typeface="Trebuchet MS" panose="020B0603020202020204"/>
              </a:rPr>
              <a:t> </a:t>
            </a:r>
            <a:r>
              <a:rPr sz="2000" b="1" spc="-50" dirty="0">
                <a:latin typeface="Trebuchet MS" panose="020B0603020202020204"/>
                <a:cs typeface="Trebuchet MS" panose="020B0603020202020204"/>
              </a:rPr>
              <a:t>-</a:t>
            </a:r>
            <a:endParaRPr sz="2000">
              <a:latin typeface="Trebuchet MS" panose="020B0603020202020204"/>
              <a:cs typeface="Trebuchet MS" panose="020B0603020202020204"/>
            </a:endParaRPr>
          </a:p>
          <a:p>
            <a:pPr marL="1841500">
              <a:lnSpc>
                <a:spcPct val="100000"/>
              </a:lnSpc>
              <a:spcBef>
                <a:spcPts val="480"/>
              </a:spcBef>
            </a:pPr>
            <a:r>
              <a:rPr sz="2000" dirty="0">
                <a:latin typeface="Trebuchet MS" panose="020B0603020202020204"/>
                <a:cs typeface="Trebuchet MS" panose="020B0603020202020204"/>
              </a:rPr>
              <a:t>ROLLBACK</a:t>
            </a:r>
            <a:r>
              <a:rPr sz="2000" spc="-85"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65" dirty="0">
                <a:latin typeface="Trebuchet MS" panose="020B0603020202020204"/>
                <a:cs typeface="Trebuchet MS" panose="020B0603020202020204"/>
              </a:rPr>
              <a:t> </a:t>
            </a:r>
            <a:r>
              <a:rPr sz="2000" spc="-20" dirty="0">
                <a:latin typeface="Trebuchet MS" panose="020B0603020202020204"/>
                <a:cs typeface="Trebuchet MS" panose="020B0603020202020204"/>
              </a:rPr>
              <a:t>SAVEPOINT</a:t>
            </a:r>
            <a:r>
              <a:rPr sz="2000" spc="-100" dirty="0">
                <a:latin typeface="Trebuchet MS" panose="020B0603020202020204"/>
                <a:cs typeface="Trebuchet MS" panose="020B0603020202020204"/>
              </a:rPr>
              <a:t> </a:t>
            </a:r>
            <a:r>
              <a:rPr sz="2000" spc="-10" dirty="0">
                <a:latin typeface="Trebuchet MS" panose="020B0603020202020204"/>
                <a:cs typeface="Trebuchet MS" panose="020B0603020202020204"/>
              </a:rPr>
              <a:t>&lt;Savepoint_Name&gt;];</a:t>
            </a:r>
            <a:endParaRPr sz="2000">
              <a:latin typeface="Trebuchet MS" panose="020B0603020202020204"/>
              <a:cs typeface="Trebuchet MS" panose="020B0603020202020204"/>
            </a:endParaRPr>
          </a:p>
          <a:p>
            <a:pPr marL="431800" indent="-419100">
              <a:lnSpc>
                <a:spcPct val="100000"/>
              </a:lnSpc>
              <a:spcBef>
                <a:spcPts val="480"/>
              </a:spcBef>
              <a:buFont typeface="Wingdings" panose="05000000000000000000"/>
              <a:buChar char=""/>
              <a:tabLst>
                <a:tab pos="431800" algn="l"/>
              </a:tabLst>
            </a:pPr>
            <a:r>
              <a:rPr sz="2000" b="1" dirty="0">
                <a:latin typeface="Trebuchet MS" panose="020B0603020202020204"/>
                <a:cs typeface="Trebuchet MS" panose="020B0603020202020204"/>
              </a:rPr>
              <a:t>Example:</a:t>
            </a:r>
            <a:r>
              <a:rPr sz="2000" b="1" spc="-55" dirty="0">
                <a:latin typeface="Trebuchet MS" panose="020B0603020202020204"/>
                <a:cs typeface="Trebuchet MS" panose="020B0603020202020204"/>
              </a:rPr>
              <a:t> </a:t>
            </a:r>
            <a:r>
              <a:rPr sz="2000" b="1" spc="-50" dirty="0">
                <a:latin typeface="Trebuchet MS" panose="020B0603020202020204"/>
                <a:cs typeface="Trebuchet MS" panose="020B0603020202020204"/>
              </a:rPr>
              <a:t>-</a:t>
            </a:r>
            <a:endParaRPr sz="2000">
              <a:latin typeface="Trebuchet MS" panose="020B0603020202020204"/>
              <a:cs typeface="Trebuchet MS" panose="020B0603020202020204"/>
            </a:endParaRPr>
          </a:p>
          <a:p>
            <a:pPr marL="1841500" marR="2219960">
              <a:lnSpc>
                <a:spcPct val="120000"/>
              </a:lnSpc>
            </a:pPr>
            <a:r>
              <a:rPr sz="2000" dirty="0">
                <a:latin typeface="Trebuchet MS" panose="020B0603020202020204"/>
                <a:cs typeface="Trebuchet MS" panose="020B0603020202020204"/>
              </a:rPr>
              <a:t>DELETE</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FROM</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EMP</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WHERE</a:t>
            </a:r>
            <a:r>
              <a:rPr sz="2000" spc="-20" dirty="0">
                <a:latin typeface="Trebuchet MS" panose="020B0603020202020204"/>
                <a:cs typeface="Trebuchet MS" panose="020B0603020202020204"/>
              </a:rPr>
              <a:t> </a:t>
            </a:r>
            <a:r>
              <a:rPr sz="2000" spc="-10" dirty="0">
                <a:latin typeface="Trebuchet MS" panose="020B0603020202020204"/>
                <a:cs typeface="Trebuchet MS" panose="020B0603020202020204"/>
              </a:rPr>
              <a:t>NO=500; ROLLBACK;</a:t>
            </a:r>
            <a:endParaRPr sz="2000">
              <a:latin typeface="Trebuchet MS" panose="020B0603020202020204"/>
              <a:cs typeface="Trebuchet MS" panose="020B0603020202020204"/>
            </a:endParaRPr>
          </a:p>
          <a:p>
            <a:pPr>
              <a:lnSpc>
                <a:spcPct val="100000"/>
              </a:lnSpc>
              <a:spcBef>
                <a:spcPts val="1040"/>
              </a:spcBef>
            </a:pPr>
            <a:endParaRPr sz="2000">
              <a:latin typeface="Trebuchet MS" panose="020B0603020202020204"/>
              <a:cs typeface="Trebuchet MS" panose="020B0603020202020204"/>
            </a:endParaRPr>
          </a:p>
          <a:p>
            <a:pPr marL="355600" marR="234950" indent="-342900">
              <a:lnSpc>
                <a:spcPct val="100000"/>
              </a:lnSpc>
              <a:buFont typeface="Wingdings" panose="05000000000000000000"/>
              <a:buChar char=""/>
              <a:tabLst>
                <a:tab pos="355600" algn="l"/>
                <a:tab pos="431800" algn="l"/>
              </a:tabLst>
            </a:pPr>
            <a:r>
              <a:rPr sz="2000" dirty="0">
                <a:latin typeface="Times New Roman" panose="02020603050405020304"/>
                <a:cs typeface="Times New Roman" panose="02020603050405020304"/>
              </a:rPr>
              <a:t>	</a:t>
            </a:r>
            <a:r>
              <a:rPr sz="2000" b="1" dirty="0">
                <a:latin typeface="Trebuchet MS" panose="020B0603020202020204"/>
                <a:cs typeface="Trebuchet MS" panose="020B0603020202020204"/>
              </a:rPr>
              <a:t>NOTE:</a:t>
            </a:r>
            <a:r>
              <a:rPr sz="2000" b="1" spc="-30" dirty="0">
                <a:latin typeface="Trebuchet MS" panose="020B0603020202020204"/>
                <a:cs typeface="Trebuchet MS" panose="020B0603020202020204"/>
              </a:rPr>
              <a:t> </a:t>
            </a:r>
            <a:r>
              <a:rPr sz="2000" b="1" dirty="0">
                <a:latin typeface="Trebuchet MS" panose="020B0603020202020204"/>
                <a:cs typeface="Trebuchet MS" panose="020B0603020202020204"/>
              </a:rPr>
              <a:t>-</a:t>
            </a:r>
            <a:r>
              <a:rPr sz="2000" b="1" spc="-20" dirty="0">
                <a:latin typeface="Trebuchet MS" panose="020B0603020202020204"/>
                <a:cs typeface="Trebuchet MS" panose="020B0603020202020204"/>
              </a:rPr>
              <a:t> </a:t>
            </a:r>
            <a:r>
              <a:rPr sz="2000" spc="-55" dirty="0">
                <a:latin typeface="Trebuchet MS" panose="020B0603020202020204"/>
                <a:cs typeface="Trebuchet MS" panose="020B0603020202020204"/>
              </a:rPr>
              <a:t>You</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cannot</a:t>
            </a:r>
            <a:r>
              <a:rPr sz="2000" spc="-70" dirty="0">
                <a:latin typeface="Trebuchet MS" panose="020B0603020202020204"/>
                <a:cs typeface="Trebuchet MS" panose="020B0603020202020204"/>
              </a:rPr>
              <a:t> </a:t>
            </a:r>
            <a:r>
              <a:rPr sz="2000" dirty="0">
                <a:latin typeface="Trebuchet MS" panose="020B0603020202020204"/>
                <a:cs typeface="Trebuchet MS" panose="020B0603020202020204"/>
              </a:rPr>
              <a:t>ROLLBACK</a:t>
            </a:r>
            <a:r>
              <a:rPr sz="2000" spc="-70"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transaction</a:t>
            </a:r>
            <a:r>
              <a:rPr sz="2000" spc="-75" dirty="0">
                <a:latin typeface="Trebuchet MS" panose="020B0603020202020204"/>
                <a:cs typeface="Trebuchet MS" panose="020B0603020202020204"/>
              </a:rPr>
              <a:t> </a:t>
            </a:r>
            <a:r>
              <a:rPr sz="2000" dirty="0">
                <a:latin typeface="Trebuchet MS" panose="020B0603020202020204"/>
                <a:cs typeface="Trebuchet MS" panose="020B0603020202020204"/>
              </a:rPr>
              <a:t>after</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50" dirty="0">
                <a:latin typeface="Trebuchet MS" panose="020B0603020202020204"/>
                <a:cs typeface="Trebuchet MS" panose="020B0603020202020204"/>
              </a:rPr>
              <a:t> </a:t>
            </a:r>
            <a:r>
              <a:rPr sz="2000" spc="-10" dirty="0">
                <a:latin typeface="Trebuchet MS" panose="020B0603020202020204"/>
                <a:cs typeface="Trebuchet MS" panose="020B0603020202020204"/>
              </a:rPr>
              <a:t>COMMIT. </a:t>
            </a:r>
            <a:r>
              <a:rPr sz="2000" dirty="0">
                <a:latin typeface="Trebuchet MS" panose="020B0603020202020204"/>
                <a:cs typeface="Trebuchet MS" panose="020B0603020202020204"/>
              </a:rPr>
              <a:t>So,</a:t>
            </a:r>
            <a:r>
              <a:rPr sz="2000" spc="-130" dirty="0">
                <a:latin typeface="Trebuchet MS" panose="020B0603020202020204"/>
                <a:cs typeface="Trebuchet MS" panose="020B0603020202020204"/>
              </a:rPr>
              <a:t> </a:t>
            </a:r>
            <a:r>
              <a:rPr sz="2000" dirty="0">
                <a:latin typeface="Trebuchet MS" panose="020B0603020202020204"/>
                <a:cs typeface="Trebuchet MS" panose="020B0603020202020204"/>
              </a:rPr>
              <a:t>After</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COMMIT</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you</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cannot</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use</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ROLLBCAK</a:t>
            </a:r>
            <a:r>
              <a:rPr sz="2000" spc="-90" dirty="0">
                <a:latin typeface="Trebuchet MS" panose="020B0603020202020204"/>
                <a:cs typeface="Trebuchet MS" panose="020B0603020202020204"/>
              </a:rPr>
              <a:t> </a:t>
            </a:r>
            <a:r>
              <a:rPr sz="2000" spc="-10" dirty="0">
                <a:latin typeface="Trebuchet MS" panose="020B0603020202020204"/>
                <a:cs typeface="Trebuchet MS" panose="020B0603020202020204"/>
              </a:rPr>
              <a:t>command.</a:t>
            </a:r>
            <a:endParaRPr sz="2000">
              <a:latin typeface="Trebuchet MS" panose="020B0603020202020204"/>
              <a:cs typeface="Trebuchet MS" panose="020B0603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3000375">
              <a:lnSpc>
                <a:spcPct val="100000"/>
              </a:lnSpc>
              <a:spcBef>
                <a:spcPts val="105"/>
              </a:spcBef>
            </a:pPr>
            <a:r>
              <a:rPr sz="4400" b="0" spc="-50" dirty="0">
                <a:latin typeface="Trebuchet MS" panose="020B0603020202020204"/>
                <a:cs typeface="Trebuchet MS" panose="020B0603020202020204"/>
              </a:rPr>
              <a:t>SAVE</a:t>
            </a:r>
            <a:r>
              <a:rPr sz="4400" b="0" spc="-265" dirty="0">
                <a:latin typeface="Trebuchet MS" panose="020B0603020202020204"/>
                <a:cs typeface="Trebuchet MS" panose="020B0603020202020204"/>
              </a:rPr>
              <a:t> </a:t>
            </a:r>
            <a:r>
              <a:rPr sz="4400" b="0" spc="-10" dirty="0">
                <a:latin typeface="Trebuchet MS" panose="020B0603020202020204"/>
                <a:cs typeface="Trebuchet MS" panose="020B0603020202020204"/>
              </a:rPr>
              <a:t>POINT</a:t>
            </a:r>
            <a:endParaRPr sz="4400">
              <a:latin typeface="Trebuchet MS" panose="020B0603020202020204"/>
              <a:cs typeface="Trebuchet MS" panose="020B0603020202020204"/>
            </a:endParaRPr>
          </a:p>
        </p:txBody>
      </p:sp>
      <p:grpSp>
        <p:nvGrpSpPr>
          <p:cNvPr id="3" name="object 3"/>
          <p:cNvGrpSpPr/>
          <p:nvPr/>
        </p:nvGrpSpPr>
        <p:grpSpPr>
          <a:xfrm>
            <a:off x="450850" y="1593850"/>
            <a:ext cx="8242300" cy="5041900"/>
            <a:chOff x="450850" y="1593850"/>
            <a:chExt cx="8242300" cy="5041900"/>
          </a:xfrm>
        </p:grpSpPr>
        <p:sp>
          <p:nvSpPr>
            <p:cNvPr id="4" name="object 4"/>
            <p:cNvSpPr/>
            <p:nvPr/>
          </p:nvSpPr>
          <p:spPr>
            <a:xfrm>
              <a:off x="457200" y="1600200"/>
              <a:ext cx="8229600" cy="5029200"/>
            </a:xfrm>
            <a:custGeom>
              <a:avLst/>
              <a:gdLst/>
              <a:ahLst/>
              <a:cxnLst/>
              <a:rect l="l" t="t" r="r" b="b"/>
              <a:pathLst>
                <a:path w="8229600" h="5029200">
                  <a:moveTo>
                    <a:pt x="8229600" y="0"/>
                  </a:moveTo>
                  <a:lnTo>
                    <a:pt x="0" y="0"/>
                  </a:lnTo>
                  <a:lnTo>
                    <a:pt x="0" y="5029200"/>
                  </a:lnTo>
                  <a:lnTo>
                    <a:pt x="8229600" y="5029200"/>
                  </a:lnTo>
                  <a:lnTo>
                    <a:pt x="8229600" y="0"/>
                  </a:lnTo>
                  <a:close/>
                </a:path>
              </a:pathLst>
            </a:custGeom>
            <a:solidFill>
              <a:srgbClr val="FFFFFF"/>
            </a:solidFill>
          </p:spPr>
          <p:txBody>
            <a:bodyPr wrap="square" lIns="0" tIns="0" rIns="0" bIns="0" rtlCol="0"/>
            <a:lstStyle/>
            <a:p/>
          </p:txBody>
        </p:sp>
        <p:sp>
          <p:nvSpPr>
            <p:cNvPr id="5" name="object 5"/>
            <p:cNvSpPr/>
            <p:nvPr/>
          </p:nvSpPr>
          <p:spPr>
            <a:xfrm>
              <a:off x="457200" y="1600200"/>
              <a:ext cx="8229600" cy="5029200"/>
            </a:xfrm>
            <a:custGeom>
              <a:avLst/>
              <a:gdLst/>
              <a:ahLst/>
              <a:cxnLst/>
              <a:rect l="l" t="t" r="r" b="b"/>
              <a:pathLst>
                <a:path w="8229600" h="5029200">
                  <a:moveTo>
                    <a:pt x="0" y="5029200"/>
                  </a:moveTo>
                  <a:lnTo>
                    <a:pt x="8229600" y="5029200"/>
                  </a:lnTo>
                  <a:lnTo>
                    <a:pt x="8229600" y="0"/>
                  </a:lnTo>
                  <a:lnTo>
                    <a:pt x="0" y="0"/>
                  </a:lnTo>
                  <a:lnTo>
                    <a:pt x="0" y="5029200"/>
                  </a:lnTo>
                  <a:close/>
                </a:path>
              </a:pathLst>
            </a:custGeom>
            <a:ln w="12700">
              <a:solidFill>
                <a:srgbClr val="619DD1"/>
              </a:solidFill>
            </a:ln>
          </p:spPr>
          <p:txBody>
            <a:bodyPr wrap="square" lIns="0" tIns="0" rIns="0" bIns="0" rtlCol="0"/>
            <a:lstStyle/>
            <a:p/>
          </p:txBody>
        </p:sp>
      </p:grpSp>
      <p:sp>
        <p:nvSpPr>
          <p:cNvPr id="6" name="object 6"/>
          <p:cNvSpPr txBox="1"/>
          <p:nvPr/>
        </p:nvSpPr>
        <p:spPr>
          <a:xfrm>
            <a:off x="535940" y="1625854"/>
            <a:ext cx="8082915" cy="4294505"/>
          </a:xfrm>
          <a:prstGeom prst="rect">
            <a:avLst/>
          </a:prstGeom>
        </p:spPr>
        <p:txBody>
          <a:bodyPr vert="horz" wrap="square" lIns="0" tIns="13335" rIns="0" bIns="0" rtlCol="0">
            <a:spAutoFit/>
          </a:bodyPr>
          <a:lstStyle/>
          <a:p>
            <a:pPr marL="355600" marR="5080" indent="-342900" algn="just">
              <a:lnSpc>
                <a:spcPct val="100000"/>
              </a:lnSpc>
              <a:spcBef>
                <a:spcPts val="105"/>
              </a:spcBef>
              <a:buFont typeface="Wingdings" panose="05000000000000000000"/>
              <a:buChar char=""/>
              <a:tabLst>
                <a:tab pos="355600" algn="l"/>
              </a:tabLst>
            </a:pPr>
            <a:r>
              <a:rPr sz="2000" dirty="0">
                <a:latin typeface="Trebuchet MS" panose="020B0603020202020204"/>
                <a:cs typeface="Trebuchet MS" panose="020B0603020202020204"/>
              </a:rPr>
              <a:t>Additionally,</a:t>
            </a:r>
            <a:r>
              <a:rPr sz="2000" spc="130" dirty="0">
                <a:latin typeface="Trebuchet MS" panose="020B0603020202020204"/>
                <a:cs typeface="Trebuchet MS" panose="020B0603020202020204"/>
              </a:rPr>
              <a:t> </a:t>
            </a:r>
            <a:r>
              <a:rPr sz="2000" dirty="0">
                <a:latin typeface="Trebuchet MS" panose="020B0603020202020204"/>
                <a:cs typeface="Trebuchet MS" panose="020B0603020202020204"/>
              </a:rPr>
              <a:t>you</a:t>
            </a:r>
            <a:r>
              <a:rPr sz="2000" spc="135" dirty="0">
                <a:latin typeface="Trebuchet MS" panose="020B0603020202020204"/>
                <a:cs typeface="Trebuchet MS" panose="020B0603020202020204"/>
              </a:rPr>
              <a:t> </a:t>
            </a:r>
            <a:r>
              <a:rPr sz="2000" dirty="0">
                <a:latin typeface="Trebuchet MS" panose="020B0603020202020204"/>
                <a:cs typeface="Trebuchet MS" panose="020B0603020202020204"/>
              </a:rPr>
              <a:t>can</a:t>
            </a:r>
            <a:r>
              <a:rPr sz="2000" spc="125" dirty="0">
                <a:latin typeface="Trebuchet MS" panose="020B0603020202020204"/>
                <a:cs typeface="Trebuchet MS" panose="020B0603020202020204"/>
              </a:rPr>
              <a:t> </a:t>
            </a:r>
            <a:r>
              <a:rPr sz="2000" dirty="0">
                <a:latin typeface="Trebuchet MS" panose="020B0603020202020204"/>
                <a:cs typeface="Trebuchet MS" panose="020B0603020202020204"/>
              </a:rPr>
              <a:t>use</a:t>
            </a:r>
            <a:r>
              <a:rPr sz="2000" spc="125" dirty="0">
                <a:latin typeface="Trebuchet MS" panose="020B0603020202020204"/>
                <a:cs typeface="Trebuchet MS" panose="020B0603020202020204"/>
              </a:rPr>
              <a:t> </a:t>
            </a:r>
            <a:r>
              <a:rPr sz="2000" dirty="0">
                <a:latin typeface="Trebuchet MS" panose="020B0603020202020204"/>
                <a:cs typeface="Trebuchet MS" panose="020B0603020202020204"/>
              </a:rPr>
              <a:t>SAVEPOINT</a:t>
            </a:r>
            <a:r>
              <a:rPr sz="2000" spc="105"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140" dirty="0">
                <a:latin typeface="Trebuchet MS" panose="020B0603020202020204"/>
                <a:cs typeface="Trebuchet MS" panose="020B0603020202020204"/>
              </a:rPr>
              <a:t> </a:t>
            </a:r>
            <a:r>
              <a:rPr sz="2000" dirty="0">
                <a:latin typeface="Trebuchet MS" panose="020B0603020202020204"/>
                <a:cs typeface="Trebuchet MS" panose="020B0603020202020204"/>
              </a:rPr>
              <a:t>further</a:t>
            </a:r>
            <a:r>
              <a:rPr sz="2000" spc="130" dirty="0">
                <a:latin typeface="Trebuchet MS" panose="020B0603020202020204"/>
                <a:cs typeface="Trebuchet MS" panose="020B0603020202020204"/>
              </a:rPr>
              <a:t> </a:t>
            </a:r>
            <a:r>
              <a:rPr sz="2000" dirty="0">
                <a:latin typeface="Trebuchet MS" panose="020B0603020202020204"/>
                <a:cs typeface="Trebuchet MS" panose="020B0603020202020204"/>
              </a:rPr>
              <a:t>subdivide</a:t>
            </a:r>
            <a:r>
              <a:rPr sz="2000" spc="140"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135" dirty="0">
                <a:latin typeface="Trebuchet MS" panose="020B0603020202020204"/>
                <a:cs typeface="Trebuchet MS" panose="020B0603020202020204"/>
              </a:rPr>
              <a:t> </a:t>
            </a:r>
            <a:r>
              <a:rPr sz="2000" spc="-25" dirty="0">
                <a:latin typeface="Trebuchet MS" panose="020B0603020202020204"/>
                <a:cs typeface="Trebuchet MS" panose="020B0603020202020204"/>
              </a:rPr>
              <a:t>DML </a:t>
            </a:r>
            <a:r>
              <a:rPr sz="2000" dirty="0">
                <a:latin typeface="Trebuchet MS" panose="020B0603020202020204"/>
                <a:cs typeface="Trebuchet MS" panose="020B0603020202020204"/>
              </a:rPr>
              <a:t>statements</a:t>
            </a:r>
            <a:r>
              <a:rPr sz="2000" spc="-15" dirty="0">
                <a:latin typeface="Trebuchet MS" panose="020B0603020202020204"/>
                <a:cs typeface="Trebuchet MS" panose="020B0603020202020204"/>
              </a:rPr>
              <a:t> </a:t>
            </a:r>
            <a:r>
              <a:rPr sz="2000" dirty="0">
                <a:latin typeface="Trebuchet MS" panose="020B0603020202020204"/>
                <a:cs typeface="Trebuchet MS" panose="020B0603020202020204"/>
              </a:rPr>
              <a:t>within</a:t>
            </a:r>
            <a:r>
              <a:rPr sz="2000" spc="-10" dirty="0">
                <a:latin typeface="Trebuchet MS" panose="020B0603020202020204"/>
                <a:cs typeface="Trebuchet MS" panose="020B0603020202020204"/>
              </a:rPr>
              <a:t> </a:t>
            </a:r>
            <a:r>
              <a:rPr sz="2000" dirty="0">
                <a:latin typeface="Trebuchet MS" panose="020B0603020202020204"/>
                <a:cs typeface="Trebuchet MS" panose="020B0603020202020204"/>
              </a:rPr>
              <a:t>a transaction before</a:t>
            </a:r>
            <a:r>
              <a:rPr sz="2000" spc="-10"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15" dirty="0">
                <a:latin typeface="Trebuchet MS" panose="020B0603020202020204"/>
                <a:cs typeface="Trebuchet MS" panose="020B0603020202020204"/>
              </a:rPr>
              <a:t> </a:t>
            </a:r>
            <a:r>
              <a:rPr sz="2000" dirty="0">
                <a:latin typeface="Trebuchet MS" panose="020B0603020202020204"/>
                <a:cs typeface="Trebuchet MS" panose="020B0603020202020204"/>
              </a:rPr>
              <a:t>final</a:t>
            </a:r>
            <a:r>
              <a:rPr sz="2000" spc="-5" dirty="0">
                <a:latin typeface="Trebuchet MS" panose="020B0603020202020204"/>
                <a:cs typeface="Trebuchet MS" panose="020B0603020202020204"/>
              </a:rPr>
              <a:t> </a:t>
            </a:r>
            <a:r>
              <a:rPr sz="2000" dirty="0">
                <a:latin typeface="Trebuchet MS" panose="020B0603020202020204"/>
                <a:cs typeface="Trebuchet MS" panose="020B0603020202020204"/>
              </a:rPr>
              <a:t>COMMIT</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of</a:t>
            </a:r>
            <a:r>
              <a:rPr sz="2000" spc="5" dirty="0">
                <a:latin typeface="Trebuchet MS" panose="020B0603020202020204"/>
                <a:cs typeface="Trebuchet MS" panose="020B0603020202020204"/>
              </a:rPr>
              <a:t> </a:t>
            </a:r>
            <a:r>
              <a:rPr sz="2000" dirty="0">
                <a:latin typeface="Trebuchet MS" panose="020B0603020202020204"/>
                <a:cs typeface="Trebuchet MS" panose="020B0603020202020204"/>
              </a:rPr>
              <a:t>all</a:t>
            </a:r>
            <a:r>
              <a:rPr sz="2000" spc="-10" dirty="0">
                <a:latin typeface="Trebuchet MS" panose="020B0603020202020204"/>
                <a:cs typeface="Trebuchet MS" panose="020B0603020202020204"/>
              </a:rPr>
              <a:t> </a:t>
            </a:r>
            <a:r>
              <a:rPr sz="2000" spc="-25" dirty="0">
                <a:latin typeface="Trebuchet MS" panose="020B0603020202020204"/>
                <a:cs typeface="Trebuchet MS" panose="020B0603020202020204"/>
              </a:rPr>
              <a:t>DML </a:t>
            </a:r>
            <a:r>
              <a:rPr sz="2000" dirty="0">
                <a:latin typeface="Trebuchet MS" panose="020B0603020202020204"/>
                <a:cs typeface="Trebuchet MS" panose="020B0603020202020204"/>
              </a:rPr>
              <a:t>statements</a:t>
            </a:r>
            <a:r>
              <a:rPr sz="2000" spc="-75" dirty="0">
                <a:latin typeface="Trebuchet MS" panose="020B0603020202020204"/>
                <a:cs typeface="Trebuchet MS" panose="020B0603020202020204"/>
              </a:rPr>
              <a:t> </a:t>
            </a:r>
            <a:r>
              <a:rPr sz="2000" dirty="0">
                <a:latin typeface="Trebuchet MS" panose="020B0603020202020204"/>
                <a:cs typeface="Trebuchet MS" panose="020B0603020202020204"/>
              </a:rPr>
              <a:t>within</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45" dirty="0">
                <a:latin typeface="Trebuchet MS" panose="020B0603020202020204"/>
                <a:cs typeface="Trebuchet MS" panose="020B0603020202020204"/>
              </a:rPr>
              <a:t> </a:t>
            </a:r>
            <a:r>
              <a:rPr sz="2000" spc="-10" dirty="0">
                <a:latin typeface="Trebuchet MS" panose="020B0603020202020204"/>
                <a:cs typeface="Trebuchet MS" panose="020B0603020202020204"/>
              </a:rPr>
              <a:t>transaction.</a:t>
            </a:r>
            <a:endParaRPr sz="2000">
              <a:latin typeface="Trebuchet MS" panose="020B0603020202020204"/>
              <a:cs typeface="Trebuchet MS" panose="020B0603020202020204"/>
            </a:endParaRPr>
          </a:p>
          <a:p>
            <a:pPr marL="354965" indent="-342265" algn="just">
              <a:lnSpc>
                <a:spcPct val="100000"/>
              </a:lnSpc>
              <a:spcBef>
                <a:spcPts val="480"/>
              </a:spcBef>
              <a:buFont typeface="Wingdings" panose="05000000000000000000"/>
              <a:buChar char=""/>
              <a:tabLst>
                <a:tab pos="354965" algn="l"/>
              </a:tabLst>
            </a:pPr>
            <a:r>
              <a:rPr sz="2000" spc="-20" dirty="0">
                <a:latin typeface="Trebuchet MS" panose="020B0603020202020204"/>
                <a:cs typeface="Trebuchet MS" panose="020B0603020202020204"/>
              </a:rPr>
              <a:t>SAVEPOINT</a:t>
            </a:r>
            <a:r>
              <a:rPr sz="2000" spc="-80" dirty="0">
                <a:latin typeface="Trebuchet MS" panose="020B0603020202020204"/>
                <a:cs typeface="Trebuchet MS" panose="020B0603020202020204"/>
              </a:rPr>
              <a:t> </a:t>
            </a:r>
            <a:r>
              <a:rPr sz="2000" dirty="0">
                <a:latin typeface="Trebuchet MS" panose="020B0603020202020204"/>
                <a:cs typeface="Trebuchet MS" panose="020B0603020202020204"/>
              </a:rPr>
              <a:t>essentially</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allows</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partial</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rollbacks</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within</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a</a:t>
            </a:r>
            <a:r>
              <a:rPr sz="2000" spc="-20" dirty="0">
                <a:latin typeface="Trebuchet MS" panose="020B0603020202020204"/>
                <a:cs typeface="Trebuchet MS" panose="020B0603020202020204"/>
              </a:rPr>
              <a:t> </a:t>
            </a:r>
            <a:r>
              <a:rPr sz="2000" spc="-10" dirty="0">
                <a:latin typeface="Trebuchet MS" panose="020B0603020202020204"/>
                <a:cs typeface="Trebuchet MS" panose="020B0603020202020204"/>
              </a:rPr>
              <a:t>transaction.</a:t>
            </a:r>
            <a:endParaRPr sz="2000">
              <a:latin typeface="Trebuchet MS" panose="020B0603020202020204"/>
              <a:cs typeface="Trebuchet MS" panose="020B0603020202020204"/>
            </a:endParaRPr>
          </a:p>
          <a:p>
            <a:pPr>
              <a:lnSpc>
                <a:spcPct val="100000"/>
              </a:lnSpc>
              <a:spcBef>
                <a:spcPts val="1035"/>
              </a:spcBef>
              <a:buFont typeface="Wingdings" panose="05000000000000000000"/>
              <a:buChar char=""/>
            </a:pPr>
            <a:endParaRPr sz="2000">
              <a:latin typeface="Trebuchet MS" panose="020B0603020202020204"/>
              <a:cs typeface="Trebuchet MS" panose="020B0603020202020204"/>
            </a:endParaRPr>
          </a:p>
          <a:p>
            <a:pPr marL="431800" indent="-419100" algn="just">
              <a:lnSpc>
                <a:spcPct val="100000"/>
              </a:lnSpc>
              <a:spcBef>
                <a:spcPts val="5"/>
              </a:spcBef>
              <a:buFont typeface="Wingdings" panose="05000000000000000000"/>
              <a:buChar char=""/>
              <a:tabLst>
                <a:tab pos="431800" algn="l"/>
              </a:tabLst>
            </a:pPr>
            <a:r>
              <a:rPr sz="2000" b="1" dirty="0">
                <a:latin typeface="Trebuchet MS" panose="020B0603020202020204"/>
                <a:cs typeface="Trebuchet MS" panose="020B0603020202020204"/>
              </a:rPr>
              <a:t>Syntax:</a:t>
            </a:r>
            <a:r>
              <a:rPr sz="2000" b="1" spc="-65" dirty="0">
                <a:latin typeface="Trebuchet MS" panose="020B0603020202020204"/>
                <a:cs typeface="Trebuchet MS" panose="020B0603020202020204"/>
              </a:rPr>
              <a:t> </a:t>
            </a:r>
            <a:r>
              <a:rPr sz="2000" b="1" spc="-50" dirty="0">
                <a:latin typeface="Trebuchet MS" panose="020B0603020202020204"/>
                <a:cs typeface="Trebuchet MS" panose="020B0603020202020204"/>
              </a:rPr>
              <a:t>-</a:t>
            </a:r>
            <a:endParaRPr sz="2000">
              <a:latin typeface="Trebuchet MS" panose="020B0603020202020204"/>
              <a:cs typeface="Trebuchet MS" panose="020B0603020202020204"/>
            </a:endParaRPr>
          </a:p>
          <a:p>
            <a:pPr marL="812800">
              <a:lnSpc>
                <a:spcPct val="100000"/>
              </a:lnSpc>
              <a:spcBef>
                <a:spcPts val="515"/>
              </a:spcBef>
            </a:pPr>
            <a:r>
              <a:rPr sz="2000" spc="-20" dirty="0">
                <a:latin typeface="Trebuchet MS" panose="020B0603020202020204"/>
                <a:cs typeface="Trebuchet MS" panose="020B0603020202020204"/>
              </a:rPr>
              <a:t>SAVEPOINT</a:t>
            </a:r>
            <a:r>
              <a:rPr sz="2000" spc="-75" dirty="0">
                <a:latin typeface="Trebuchet MS" panose="020B0603020202020204"/>
                <a:cs typeface="Trebuchet MS" panose="020B0603020202020204"/>
              </a:rPr>
              <a:t> </a:t>
            </a:r>
            <a:r>
              <a:rPr sz="2000" spc="-10" dirty="0">
                <a:latin typeface="Trebuchet MS" panose="020B0603020202020204"/>
                <a:cs typeface="Trebuchet MS" panose="020B0603020202020204"/>
              </a:rPr>
              <a:t>&lt;Savepoint_Name&gt;;</a:t>
            </a:r>
            <a:endParaRPr sz="2000">
              <a:latin typeface="Trebuchet MS" panose="020B0603020202020204"/>
              <a:cs typeface="Trebuchet MS" panose="020B0603020202020204"/>
            </a:endParaRPr>
          </a:p>
          <a:p>
            <a:pPr marL="812800">
              <a:lnSpc>
                <a:spcPct val="100000"/>
              </a:lnSpc>
              <a:spcBef>
                <a:spcPts val="720"/>
              </a:spcBef>
            </a:pPr>
            <a:r>
              <a:rPr sz="2000" dirty="0">
                <a:latin typeface="Trebuchet MS" panose="020B0603020202020204"/>
                <a:cs typeface="Trebuchet MS" panose="020B0603020202020204"/>
              </a:rPr>
              <a:t>ROLLBACK</a:t>
            </a:r>
            <a:r>
              <a:rPr sz="2000" spc="-130"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60" dirty="0">
                <a:latin typeface="Trebuchet MS" panose="020B0603020202020204"/>
                <a:cs typeface="Trebuchet MS" panose="020B0603020202020204"/>
              </a:rPr>
              <a:t> </a:t>
            </a:r>
            <a:r>
              <a:rPr sz="2000" spc="-20" dirty="0">
                <a:latin typeface="Trebuchet MS" panose="020B0603020202020204"/>
                <a:cs typeface="Trebuchet MS" panose="020B0603020202020204"/>
              </a:rPr>
              <a:t>SAVEPOINT</a:t>
            </a:r>
            <a:r>
              <a:rPr sz="2000" spc="-100" dirty="0">
                <a:latin typeface="Trebuchet MS" panose="020B0603020202020204"/>
                <a:cs typeface="Trebuchet MS" panose="020B0603020202020204"/>
              </a:rPr>
              <a:t> </a:t>
            </a:r>
            <a:r>
              <a:rPr sz="2000" spc="-10" dirty="0">
                <a:latin typeface="Trebuchet MS" panose="020B0603020202020204"/>
                <a:cs typeface="Trebuchet MS" panose="020B0603020202020204"/>
              </a:rPr>
              <a:t>&lt;Savepoint_Name&gt;;</a:t>
            </a:r>
            <a:endParaRPr sz="2000">
              <a:latin typeface="Trebuchet MS" panose="020B0603020202020204"/>
              <a:cs typeface="Trebuchet MS" panose="020B0603020202020204"/>
            </a:endParaRPr>
          </a:p>
          <a:p>
            <a:pPr marL="431800" indent="-419100" algn="just">
              <a:lnSpc>
                <a:spcPct val="100000"/>
              </a:lnSpc>
              <a:spcBef>
                <a:spcPts val="685"/>
              </a:spcBef>
              <a:buFont typeface="Wingdings" panose="05000000000000000000"/>
              <a:buChar char=""/>
              <a:tabLst>
                <a:tab pos="431800" algn="l"/>
              </a:tabLst>
            </a:pPr>
            <a:r>
              <a:rPr sz="2000" b="1" dirty="0">
                <a:latin typeface="Trebuchet MS" panose="020B0603020202020204"/>
                <a:cs typeface="Trebuchet MS" panose="020B0603020202020204"/>
              </a:rPr>
              <a:t>Example:</a:t>
            </a:r>
            <a:r>
              <a:rPr sz="2000" b="1" spc="-55" dirty="0">
                <a:latin typeface="Trebuchet MS" panose="020B0603020202020204"/>
                <a:cs typeface="Trebuchet MS" panose="020B0603020202020204"/>
              </a:rPr>
              <a:t> </a:t>
            </a:r>
            <a:r>
              <a:rPr sz="2000" b="1" spc="-50" dirty="0">
                <a:latin typeface="Trebuchet MS" panose="020B0603020202020204"/>
                <a:cs typeface="Trebuchet MS" panose="020B0603020202020204"/>
              </a:rPr>
              <a:t>-</a:t>
            </a:r>
            <a:endParaRPr sz="2000">
              <a:latin typeface="Trebuchet MS" panose="020B0603020202020204"/>
              <a:cs typeface="Trebuchet MS" panose="020B0603020202020204"/>
            </a:endParaRPr>
          </a:p>
          <a:p>
            <a:pPr marL="812800" marR="3260090">
              <a:lnSpc>
                <a:spcPts val="2880"/>
              </a:lnSpc>
              <a:spcBef>
                <a:spcPts val="175"/>
              </a:spcBef>
            </a:pPr>
            <a:r>
              <a:rPr sz="2000" dirty="0">
                <a:latin typeface="Trebuchet MS" panose="020B0603020202020204"/>
                <a:cs typeface="Trebuchet MS" panose="020B0603020202020204"/>
              </a:rPr>
              <a:t>DELETE</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FROM</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EMP</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WHERE</a:t>
            </a:r>
            <a:r>
              <a:rPr sz="2000" spc="-25" dirty="0">
                <a:latin typeface="Trebuchet MS" panose="020B0603020202020204"/>
                <a:cs typeface="Trebuchet MS" panose="020B0603020202020204"/>
              </a:rPr>
              <a:t> </a:t>
            </a:r>
            <a:r>
              <a:rPr sz="2000" spc="-10" dirty="0">
                <a:latin typeface="Trebuchet MS" panose="020B0603020202020204"/>
                <a:cs typeface="Trebuchet MS" panose="020B0603020202020204"/>
              </a:rPr>
              <a:t>NO=500; </a:t>
            </a:r>
            <a:r>
              <a:rPr sz="2000" spc="-30" dirty="0">
                <a:latin typeface="Trebuchet MS" panose="020B0603020202020204"/>
                <a:cs typeface="Trebuchet MS" panose="020B0603020202020204"/>
              </a:rPr>
              <a:t>SAVEPOINT</a:t>
            </a:r>
            <a:r>
              <a:rPr sz="2000" spc="-90" dirty="0">
                <a:latin typeface="Trebuchet MS" panose="020B0603020202020204"/>
                <a:cs typeface="Trebuchet MS" panose="020B0603020202020204"/>
              </a:rPr>
              <a:t> </a:t>
            </a:r>
            <a:r>
              <a:rPr sz="2000" spc="-25" dirty="0">
                <a:latin typeface="Trebuchet MS" panose="020B0603020202020204"/>
                <a:cs typeface="Trebuchet MS" panose="020B0603020202020204"/>
              </a:rPr>
              <a:t>A1;</a:t>
            </a:r>
            <a:endParaRPr sz="2000">
              <a:latin typeface="Trebuchet MS" panose="020B0603020202020204"/>
              <a:cs typeface="Trebuchet MS" panose="020B0603020202020204"/>
            </a:endParaRPr>
          </a:p>
          <a:p>
            <a:pPr marL="812800">
              <a:lnSpc>
                <a:spcPct val="100000"/>
              </a:lnSpc>
              <a:spcBef>
                <a:spcPts val="310"/>
              </a:spcBef>
            </a:pPr>
            <a:r>
              <a:rPr sz="2000" dirty="0">
                <a:latin typeface="Trebuchet MS" panose="020B0603020202020204"/>
                <a:cs typeface="Trebuchet MS" panose="020B0603020202020204"/>
              </a:rPr>
              <a:t>ROLLBACK</a:t>
            </a:r>
            <a:r>
              <a:rPr sz="2000" spc="-120"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30" dirty="0">
                <a:latin typeface="Trebuchet MS" panose="020B0603020202020204"/>
                <a:cs typeface="Trebuchet MS" panose="020B0603020202020204"/>
              </a:rPr>
              <a:t> SAVEPOINT</a:t>
            </a:r>
            <a:r>
              <a:rPr sz="2000" spc="-155" dirty="0">
                <a:latin typeface="Trebuchet MS" panose="020B0603020202020204"/>
                <a:cs typeface="Trebuchet MS" panose="020B0603020202020204"/>
              </a:rPr>
              <a:t> </a:t>
            </a:r>
            <a:r>
              <a:rPr sz="2000" spc="-25" dirty="0">
                <a:latin typeface="Trebuchet MS" panose="020B0603020202020204"/>
                <a:cs typeface="Trebuchet MS" panose="020B0603020202020204"/>
              </a:rPr>
              <a:t>A1;</a:t>
            </a:r>
            <a:endParaRPr sz="2000">
              <a:latin typeface="Trebuchet MS" panose="020B0603020202020204"/>
              <a:cs typeface="Trebuchet MS" panose="020B0603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2321560">
              <a:lnSpc>
                <a:spcPct val="100000"/>
              </a:lnSpc>
              <a:spcBef>
                <a:spcPts val="105"/>
              </a:spcBef>
            </a:pPr>
            <a:r>
              <a:rPr sz="4400" b="0" spc="-75" dirty="0">
                <a:latin typeface="Trebuchet MS" panose="020B0603020202020204"/>
                <a:cs typeface="Trebuchet MS" panose="020B0603020202020204"/>
              </a:rPr>
              <a:t>WHAT</a:t>
            </a:r>
            <a:r>
              <a:rPr sz="4400" b="0" spc="-175" dirty="0">
                <a:latin typeface="Trebuchet MS" panose="020B0603020202020204"/>
                <a:cs typeface="Trebuchet MS" panose="020B0603020202020204"/>
              </a:rPr>
              <a:t> </a:t>
            </a:r>
            <a:r>
              <a:rPr sz="4400" b="0" dirty="0">
                <a:latin typeface="Trebuchet MS" panose="020B0603020202020204"/>
                <a:cs typeface="Trebuchet MS" panose="020B0603020202020204"/>
              </a:rPr>
              <a:t>IS</a:t>
            </a:r>
            <a:r>
              <a:rPr sz="4400" b="0" spc="-85" dirty="0">
                <a:latin typeface="Trebuchet MS" panose="020B0603020202020204"/>
                <a:cs typeface="Trebuchet MS" panose="020B0603020202020204"/>
              </a:rPr>
              <a:t> </a:t>
            </a:r>
            <a:r>
              <a:rPr sz="4400" b="0" spc="-10" dirty="0">
                <a:latin typeface="Trebuchet MS" panose="020B0603020202020204"/>
                <a:cs typeface="Trebuchet MS" panose="020B0603020202020204"/>
              </a:rPr>
              <a:t>PL/SQL?</a:t>
            </a:r>
            <a:endParaRPr sz="4400">
              <a:latin typeface="Trebuchet MS" panose="020B0603020202020204"/>
              <a:cs typeface="Trebuchet MS" panose="020B0603020202020204"/>
            </a:endParaRPr>
          </a:p>
        </p:txBody>
      </p:sp>
      <p:sp>
        <p:nvSpPr>
          <p:cNvPr id="3" name="object 3"/>
          <p:cNvSpPr txBox="1"/>
          <p:nvPr/>
        </p:nvSpPr>
        <p:spPr>
          <a:xfrm>
            <a:off x="531368" y="1721866"/>
            <a:ext cx="7988300" cy="2800350"/>
          </a:xfrm>
          <a:prstGeom prst="rect">
            <a:avLst/>
          </a:prstGeom>
        </p:spPr>
        <p:txBody>
          <a:bodyPr vert="horz" wrap="square" lIns="0" tIns="13335" rIns="0" bIns="0" rtlCol="0">
            <a:spAutoFit/>
          </a:bodyPr>
          <a:lstStyle/>
          <a:p>
            <a:pPr marL="354965" indent="-342265">
              <a:lnSpc>
                <a:spcPct val="100000"/>
              </a:lnSpc>
              <a:spcBef>
                <a:spcPts val="105"/>
              </a:spcBef>
              <a:buFont typeface="Wingdings" panose="05000000000000000000"/>
              <a:buChar char=""/>
              <a:tabLst>
                <a:tab pos="354965" algn="l"/>
              </a:tabLst>
            </a:pPr>
            <a:r>
              <a:rPr sz="2000" dirty="0">
                <a:latin typeface="Trebuchet MS" panose="020B0603020202020204"/>
                <a:cs typeface="Trebuchet MS" panose="020B0603020202020204"/>
              </a:rPr>
              <a:t>PL/SQL</a:t>
            </a:r>
            <a:r>
              <a:rPr sz="2000" spc="-135" dirty="0">
                <a:latin typeface="Trebuchet MS" panose="020B0603020202020204"/>
                <a:cs typeface="Trebuchet MS" panose="020B0603020202020204"/>
              </a:rPr>
              <a:t> </a:t>
            </a:r>
            <a:r>
              <a:rPr sz="2000" dirty="0">
                <a:latin typeface="Trebuchet MS" panose="020B0603020202020204"/>
                <a:cs typeface="Trebuchet MS" panose="020B0603020202020204"/>
              </a:rPr>
              <a:t>stands</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for</a:t>
            </a:r>
            <a:r>
              <a:rPr sz="2000" spc="-35"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Procedural</a:t>
            </a:r>
            <a:r>
              <a:rPr sz="2000" spc="-6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Language</a:t>
            </a:r>
            <a:r>
              <a:rPr sz="2000" spc="-65" dirty="0">
                <a:latin typeface="Trebuchet MS" panose="020B0603020202020204"/>
                <a:cs typeface="Trebuchet MS" panose="020B0603020202020204"/>
              </a:rPr>
              <a:t> </a:t>
            </a:r>
            <a:r>
              <a:rPr sz="2000" dirty="0">
                <a:latin typeface="Trebuchet MS" panose="020B0603020202020204"/>
                <a:cs typeface="Trebuchet MS" panose="020B0603020202020204"/>
              </a:rPr>
              <a:t>extensions</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40" dirty="0">
                <a:latin typeface="Trebuchet MS" panose="020B0603020202020204"/>
                <a:cs typeface="Trebuchet MS" panose="020B0603020202020204"/>
              </a:rPr>
              <a:t> </a:t>
            </a:r>
            <a:r>
              <a:rPr sz="2000" spc="-10" dirty="0">
                <a:latin typeface="Trebuchet MS" panose="020B0603020202020204"/>
                <a:cs typeface="Trebuchet MS" panose="020B0603020202020204"/>
              </a:rPr>
              <a:t>Structure</a:t>
            </a:r>
            <a:endParaRPr sz="2000">
              <a:latin typeface="Trebuchet MS" panose="020B0603020202020204"/>
              <a:cs typeface="Trebuchet MS" panose="020B0603020202020204"/>
            </a:endParaRPr>
          </a:p>
          <a:p>
            <a:pPr marL="355600" marR="29845" indent="-342900">
              <a:lnSpc>
                <a:spcPct val="150000"/>
              </a:lnSpc>
              <a:spcBef>
                <a:spcPts val="480"/>
              </a:spcBef>
              <a:buFont typeface="Wingdings" panose="05000000000000000000"/>
              <a:buChar char=""/>
              <a:tabLst>
                <a:tab pos="355600" algn="l"/>
              </a:tabLst>
            </a:pPr>
            <a:r>
              <a:rPr sz="2000" dirty="0">
                <a:latin typeface="Trebuchet MS" panose="020B0603020202020204"/>
                <a:cs typeface="Trebuchet MS" panose="020B0603020202020204"/>
              </a:rPr>
              <a:t>PL/SQL</a:t>
            </a:r>
            <a:r>
              <a:rPr sz="2000" spc="-125" dirty="0">
                <a:latin typeface="Trebuchet MS" panose="020B0603020202020204"/>
                <a:cs typeface="Trebuchet MS" panose="020B0603020202020204"/>
              </a:rPr>
              <a:t> </a:t>
            </a:r>
            <a:r>
              <a:rPr sz="2000" dirty="0">
                <a:latin typeface="Trebuchet MS" panose="020B0603020202020204"/>
                <a:cs typeface="Trebuchet MS" panose="020B0603020202020204"/>
              </a:rPr>
              <a:t>is</a:t>
            </a:r>
            <a:r>
              <a:rPr sz="2000" spc="-10" dirty="0">
                <a:latin typeface="Trebuchet MS" panose="020B0603020202020204"/>
                <a:cs typeface="Trebuchet MS" panose="020B0603020202020204"/>
              </a:rPr>
              <a:t> </a:t>
            </a:r>
            <a:r>
              <a:rPr sz="2000" dirty="0">
                <a:latin typeface="Trebuchet MS" panose="020B0603020202020204"/>
                <a:cs typeface="Trebuchet MS" panose="020B0603020202020204"/>
              </a:rPr>
              <a:t>a</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combination</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of</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SQL</a:t>
            </a:r>
            <a:r>
              <a:rPr sz="2000" spc="-100" dirty="0">
                <a:latin typeface="Trebuchet MS" panose="020B0603020202020204"/>
                <a:cs typeface="Trebuchet MS" panose="020B0603020202020204"/>
              </a:rPr>
              <a:t> </a:t>
            </a:r>
            <a:r>
              <a:rPr sz="2000" dirty="0">
                <a:latin typeface="Trebuchet MS" panose="020B0603020202020204"/>
                <a:cs typeface="Trebuchet MS" panose="020B0603020202020204"/>
              </a:rPr>
              <a:t>along</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with</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40"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procedural</a:t>
            </a:r>
            <a:r>
              <a:rPr sz="2000" spc="-55"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features </a:t>
            </a:r>
            <a:r>
              <a:rPr sz="2000" dirty="0">
                <a:highlight>
                  <a:srgbClr val="FFFF00"/>
                </a:highlight>
                <a:latin typeface="Trebuchet MS" panose="020B0603020202020204"/>
                <a:cs typeface="Trebuchet MS" panose="020B0603020202020204"/>
              </a:rPr>
              <a:t>of</a:t>
            </a:r>
            <a:r>
              <a:rPr sz="2000" spc="-2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programming</a:t>
            </a:r>
            <a:r>
              <a:rPr sz="2000" spc="-55"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languages.</a:t>
            </a:r>
            <a:endParaRPr sz="2000">
              <a:latin typeface="Trebuchet MS" panose="020B0603020202020204"/>
              <a:cs typeface="Trebuchet MS" panose="020B0603020202020204"/>
            </a:endParaRPr>
          </a:p>
          <a:p>
            <a:pPr marL="355600" marR="936625" indent="-342900">
              <a:lnSpc>
                <a:spcPct val="150000"/>
              </a:lnSpc>
              <a:spcBef>
                <a:spcPts val="480"/>
              </a:spcBef>
              <a:buFont typeface="Wingdings" panose="05000000000000000000"/>
              <a:buChar char=""/>
              <a:tabLst>
                <a:tab pos="355600" algn="l"/>
              </a:tabLst>
            </a:pPr>
            <a:r>
              <a:rPr sz="2000" dirty="0">
                <a:latin typeface="Trebuchet MS" panose="020B0603020202020204"/>
                <a:cs typeface="Trebuchet MS" panose="020B0603020202020204"/>
              </a:rPr>
              <a:t>It</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was</a:t>
            </a:r>
            <a:r>
              <a:rPr sz="2000" spc="-10"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developed</a:t>
            </a:r>
            <a:r>
              <a:rPr sz="2000" spc="-6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by</a:t>
            </a:r>
            <a:r>
              <a:rPr sz="2000" spc="-2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Oracle</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Corporation</a:t>
            </a:r>
            <a:r>
              <a:rPr sz="2000" spc="-65" dirty="0">
                <a:latin typeface="Trebuchet MS" panose="020B0603020202020204"/>
                <a:cs typeface="Trebuchet MS" panose="020B0603020202020204"/>
              </a:rPr>
              <a:t> </a:t>
            </a:r>
            <a:r>
              <a:rPr sz="2000" dirty="0">
                <a:latin typeface="Trebuchet MS" panose="020B0603020202020204"/>
                <a:cs typeface="Trebuchet MS" panose="020B0603020202020204"/>
              </a:rPr>
              <a:t>in</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early</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90's</a:t>
            </a:r>
            <a:r>
              <a:rPr sz="2000" spc="-40" dirty="0">
                <a:latin typeface="Trebuchet MS" panose="020B0603020202020204"/>
                <a:cs typeface="Trebuchet MS" panose="020B0603020202020204"/>
              </a:rPr>
              <a:t> </a:t>
            </a:r>
            <a:r>
              <a:rPr sz="2000" spc="-25" dirty="0">
                <a:latin typeface="Trebuchet MS" panose="020B0603020202020204"/>
                <a:cs typeface="Trebuchet MS" panose="020B0603020202020204"/>
              </a:rPr>
              <a:t>to </a:t>
            </a:r>
            <a:r>
              <a:rPr sz="2000" dirty="0">
                <a:latin typeface="Trebuchet MS" panose="020B0603020202020204"/>
                <a:cs typeface="Trebuchet MS" panose="020B0603020202020204"/>
              </a:rPr>
              <a:t>enhance</a:t>
            </a:r>
            <a:r>
              <a:rPr sz="2000" spc="-65"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capabilities</a:t>
            </a:r>
            <a:r>
              <a:rPr sz="2000" spc="-60" dirty="0">
                <a:latin typeface="Trebuchet MS" panose="020B0603020202020204"/>
                <a:cs typeface="Trebuchet MS" panose="020B0603020202020204"/>
              </a:rPr>
              <a:t> </a:t>
            </a:r>
            <a:r>
              <a:rPr sz="2000" dirty="0">
                <a:latin typeface="Trebuchet MS" panose="020B0603020202020204"/>
                <a:cs typeface="Trebuchet MS" panose="020B0603020202020204"/>
              </a:rPr>
              <a:t>of</a:t>
            </a:r>
            <a:r>
              <a:rPr sz="2000" spc="-35" dirty="0">
                <a:latin typeface="Trebuchet MS" panose="020B0603020202020204"/>
                <a:cs typeface="Trebuchet MS" panose="020B0603020202020204"/>
              </a:rPr>
              <a:t> </a:t>
            </a:r>
            <a:r>
              <a:rPr sz="2000" spc="-20" dirty="0">
                <a:latin typeface="Trebuchet MS" panose="020B0603020202020204"/>
                <a:cs typeface="Trebuchet MS" panose="020B0603020202020204"/>
              </a:rPr>
              <a:t>SQL.</a:t>
            </a:r>
            <a:endParaRPr sz="2000">
              <a:latin typeface="Trebuchet MS" panose="020B0603020202020204"/>
              <a:cs typeface="Trebuchet MS" panose="020B0603020202020204"/>
            </a:endParaRPr>
          </a:p>
          <a:p>
            <a:pPr marL="354965" indent="-342265">
              <a:lnSpc>
                <a:spcPct val="100000"/>
              </a:lnSpc>
              <a:spcBef>
                <a:spcPts val="1680"/>
              </a:spcBef>
              <a:buFont typeface="Wingdings" panose="05000000000000000000"/>
              <a:buChar char=""/>
              <a:tabLst>
                <a:tab pos="354965" algn="l"/>
              </a:tabLst>
            </a:pPr>
            <a:r>
              <a:rPr sz="2000" dirty="0">
                <a:latin typeface="Trebuchet MS" panose="020B0603020202020204"/>
                <a:cs typeface="Trebuchet MS" panose="020B0603020202020204"/>
              </a:rPr>
              <a:t>Oracle</a:t>
            </a:r>
            <a:r>
              <a:rPr sz="2000" spc="-60" dirty="0">
                <a:latin typeface="Trebuchet MS" panose="020B0603020202020204"/>
                <a:cs typeface="Trebuchet MS" panose="020B0603020202020204"/>
              </a:rPr>
              <a:t> </a:t>
            </a:r>
            <a:r>
              <a:rPr sz="2000" dirty="0">
                <a:latin typeface="Trebuchet MS" panose="020B0603020202020204"/>
                <a:cs typeface="Trebuchet MS" panose="020B0603020202020204"/>
              </a:rPr>
              <a:t>uses</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a</a:t>
            </a:r>
            <a:r>
              <a:rPr sz="2000" spc="-15" dirty="0">
                <a:latin typeface="Trebuchet MS" panose="020B0603020202020204"/>
                <a:cs typeface="Trebuchet MS" panose="020B0603020202020204"/>
              </a:rPr>
              <a:t> </a:t>
            </a:r>
            <a:r>
              <a:rPr sz="2000" dirty="0">
                <a:latin typeface="Trebuchet MS" panose="020B0603020202020204"/>
                <a:cs typeface="Trebuchet MS" panose="020B0603020202020204"/>
              </a:rPr>
              <a:t>PL/SQL</a:t>
            </a:r>
            <a:r>
              <a:rPr sz="2000" spc="-120" dirty="0">
                <a:latin typeface="Trebuchet MS" panose="020B0603020202020204"/>
                <a:cs typeface="Trebuchet MS" panose="020B0603020202020204"/>
              </a:rPr>
              <a:t> </a:t>
            </a:r>
            <a:r>
              <a:rPr sz="2000" dirty="0">
                <a:latin typeface="Trebuchet MS" panose="020B0603020202020204"/>
                <a:cs typeface="Trebuchet MS" panose="020B0603020202020204"/>
              </a:rPr>
              <a:t>engine</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processes</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PL/SQL</a:t>
            </a:r>
            <a:r>
              <a:rPr sz="2000" spc="-114" dirty="0">
                <a:latin typeface="Trebuchet MS" panose="020B0603020202020204"/>
                <a:cs typeface="Trebuchet MS" panose="020B0603020202020204"/>
              </a:rPr>
              <a:t> </a:t>
            </a:r>
            <a:r>
              <a:rPr sz="2000" spc="-10" dirty="0">
                <a:latin typeface="Trebuchet MS" panose="020B0603020202020204"/>
                <a:cs typeface="Trebuchet MS" panose="020B0603020202020204"/>
              </a:rPr>
              <a:t>statements.</a:t>
            </a:r>
            <a:endParaRPr sz="2000">
              <a:latin typeface="Trebuchet MS" panose="020B0603020202020204"/>
              <a:cs typeface="Trebuchet MS" panose="020B0603020202020204"/>
            </a:endParaRPr>
          </a:p>
        </p:txBody>
      </p:sp>
      <p:pic>
        <p:nvPicPr>
          <p:cNvPr id="4" name="Picture 3"/>
          <p:cNvPicPr>
            <a:picLocks noChangeAspect="1"/>
          </p:cNvPicPr>
          <p:nvPr/>
        </p:nvPicPr>
        <p:blipFill>
          <a:blip r:embed="rId1"/>
          <a:stretch>
            <a:fillRect/>
          </a:stretch>
        </p:blipFill>
        <p:spPr>
          <a:xfrm>
            <a:off x="375285" y="4563110"/>
            <a:ext cx="8349615" cy="234823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1689100">
              <a:lnSpc>
                <a:spcPct val="100000"/>
              </a:lnSpc>
              <a:spcBef>
                <a:spcPts val="100"/>
              </a:spcBef>
            </a:pPr>
            <a:r>
              <a:rPr sz="4400" dirty="0"/>
              <a:t>Advantages</a:t>
            </a:r>
            <a:r>
              <a:rPr sz="4400" spc="-145" dirty="0"/>
              <a:t> </a:t>
            </a:r>
            <a:r>
              <a:rPr sz="4400" dirty="0"/>
              <a:t>of</a:t>
            </a:r>
            <a:r>
              <a:rPr sz="4400" spc="-125" dirty="0"/>
              <a:t> </a:t>
            </a:r>
            <a:r>
              <a:rPr sz="4400" spc="-10" dirty="0"/>
              <a:t>PL/SQL</a:t>
            </a:r>
            <a:endParaRPr sz="4400"/>
          </a:p>
        </p:txBody>
      </p:sp>
      <p:sp>
        <p:nvSpPr>
          <p:cNvPr id="3" name="object 3"/>
          <p:cNvSpPr txBox="1"/>
          <p:nvPr/>
        </p:nvSpPr>
        <p:spPr>
          <a:xfrm>
            <a:off x="326542" y="1508150"/>
            <a:ext cx="3515360" cy="2842895"/>
          </a:xfrm>
          <a:prstGeom prst="rect">
            <a:avLst/>
          </a:prstGeom>
        </p:spPr>
        <p:txBody>
          <a:bodyPr vert="horz" wrap="square" lIns="0" tIns="80010" rIns="0" bIns="0" rtlCol="0">
            <a:spAutoFit/>
          </a:bodyPr>
          <a:lstStyle/>
          <a:p>
            <a:pPr marL="468630" indent="-455930">
              <a:lnSpc>
                <a:spcPct val="100000"/>
              </a:lnSpc>
              <a:spcBef>
                <a:spcPts val="630"/>
              </a:spcBef>
              <a:buAutoNum type="arabicParenR"/>
              <a:tabLst>
                <a:tab pos="468630" algn="l"/>
              </a:tabLst>
            </a:pPr>
            <a:r>
              <a:rPr sz="2200" b="1" dirty="0">
                <a:latin typeface="Trebuchet MS" panose="020B0603020202020204"/>
                <a:cs typeface="Trebuchet MS" panose="020B0603020202020204"/>
              </a:rPr>
              <a:t>Procedural</a:t>
            </a:r>
            <a:r>
              <a:rPr sz="2200" b="1" spc="-155" dirty="0">
                <a:latin typeface="Trebuchet MS" panose="020B0603020202020204"/>
                <a:cs typeface="Trebuchet MS" panose="020B0603020202020204"/>
              </a:rPr>
              <a:t> </a:t>
            </a:r>
            <a:r>
              <a:rPr sz="2200" b="1" spc="-10" dirty="0">
                <a:latin typeface="Trebuchet MS" panose="020B0603020202020204"/>
                <a:cs typeface="Trebuchet MS" panose="020B0603020202020204"/>
              </a:rPr>
              <a:t>Capabilities</a:t>
            </a:r>
            <a:endParaRPr sz="2200">
              <a:latin typeface="Trebuchet MS" panose="020B0603020202020204"/>
              <a:cs typeface="Trebuchet MS" panose="020B0603020202020204"/>
            </a:endParaRPr>
          </a:p>
          <a:p>
            <a:pPr marL="468630" indent="-455930">
              <a:lnSpc>
                <a:spcPct val="100000"/>
              </a:lnSpc>
              <a:spcBef>
                <a:spcPts val="530"/>
              </a:spcBef>
              <a:buAutoNum type="arabicParenR"/>
              <a:tabLst>
                <a:tab pos="468630" algn="l"/>
              </a:tabLst>
            </a:pPr>
            <a:r>
              <a:rPr sz="2200" b="1" dirty="0">
                <a:latin typeface="Trebuchet MS" panose="020B0603020202020204"/>
                <a:cs typeface="Trebuchet MS" panose="020B0603020202020204"/>
              </a:rPr>
              <a:t>Support</a:t>
            </a:r>
            <a:r>
              <a:rPr sz="2200" b="1" spc="-35" dirty="0">
                <a:latin typeface="Trebuchet MS" panose="020B0603020202020204"/>
                <a:cs typeface="Trebuchet MS" panose="020B0603020202020204"/>
              </a:rPr>
              <a:t> </a:t>
            </a:r>
            <a:r>
              <a:rPr sz="2200" b="1" dirty="0">
                <a:latin typeface="Trebuchet MS" panose="020B0603020202020204"/>
                <a:cs typeface="Trebuchet MS" panose="020B0603020202020204"/>
              </a:rPr>
              <a:t>to</a:t>
            </a:r>
            <a:r>
              <a:rPr sz="2200" b="1" spc="-45" dirty="0">
                <a:latin typeface="Trebuchet MS" panose="020B0603020202020204"/>
                <a:cs typeface="Trebuchet MS" panose="020B0603020202020204"/>
              </a:rPr>
              <a:t> </a:t>
            </a:r>
            <a:r>
              <a:rPr sz="2200" b="1" spc="-10" dirty="0">
                <a:latin typeface="Trebuchet MS" panose="020B0603020202020204"/>
                <a:cs typeface="Trebuchet MS" panose="020B0603020202020204"/>
              </a:rPr>
              <a:t>variables</a:t>
            </a:r>
            <a:endParaRPr sz="2200">
              <a:latin typeface="Trebuchet MS" panose="020B0603020202020204"/>
              <a:cs typeface="Trebuchet MS" panose="020B0603020202020204"/>
            </a:endParaRPr>
          </a:p>
          <a:p>
            <a:pPr marL="468630" indent="-455930">
              <a:lnSpc>
                <a:spcPct val="100000"/>
              </a:lnSpc>
              <a:spcBef>
                <a:spcPts val="530"/>
              </a:spcBef>
              <a:buAutoNum type="arabicParenR"/>
              <a:tabLst>
                <a:tab pos="468630" algn="l"/>
              </a:tabLst>
            </a:pPr>
            <a:r>
              <a:rPr sz="2200" b="1" dirty="0">
                <a:latin typeface="Trebuchet MS" panose="020B0603020202020204"/>
                <a:cs typeface="Trebuchet MS" panose="020B0603020202020204"/>
              </a:rPr>
              <a:t>Error</a:t>
            </a:r>
            <a:r>
              <a:rPr sz="2200" b="1" spc="-70" dirty="0">
                <a:latin typeface="Trebuchet MS" panose="020B0603020202020204"/>
                <a:cs typeface="Trebuchet MS" panose="020B0603020202020204"/>
              </a:rPr>
              <a:t> </a:t>
            </a:r>
            <a:r>
              <a:rPr sz="2200" b="1" spc="-10" dirty="0">
                <a:latin typeface="Trebuchet MS" panose="020B0603020202020204"/>
                <a:cs typeface="Trebuchet MS" panose="020B0603020202020204"/>
              </a:rPr>
              <a:t>Handling</a:t>
            </a:r>
            <a:endParaRPr sz="2200">
              <a:latin typeface="Trebuchet MS" panose="020B0603020202020204"/>
              <a:cs typeface="Trebuchet MS" panose="020B0603020202020204"/>
            </a:endParaRPr>
          </a:p>
          <a:p>
            <a:pPr marL="468630" indent="-455930">
              <a:lnSpc>
                <a:spcPct val="100000"/>
              </a:lnSpc>
              <a:spcBef>
                <a:spcPts val="525"/>
              </a:spcBef>
              <a:buAutoNum type="arabicParenR"/>
              <a:tabLst>
                <a:tab pos="468630" algn="l"/>
              </a:tabLst>
            </a:pPr>
            <a:r>
              <a:rPr sz="2200" b="1" dirty="0">
                <a:latin typeface="Trebuchet MS" panose="020B0603020202020204"/>
                <a:cs typeface="Trebuchet MS" panose="020B0603020202020204"/>
              </a:rPr>
              <a:t>User</a:t>
            </a:r>
            <a:r>
              <a:rPr sz="2200" b="1" spc="-75" dirty="0">
                <a:latin typeface="Trebuchet MS" panose="020B0603020202020204"/>
                <a:cs typeface="Trebuchet MS" panose="020B0603020202020204"/>
              </a:rPr>
              <a:t> </a:t>
            </a:r>
            <a:r>
              <a:rPr sz="2200" b="1" dirty="0">
                <a:latin typeface="Trebuchet MS" panose="020B0603020202020204"/>
                <a:cs typeface="Trebuchet MS" panose="020B0603020202020204"/>
              </a:rPr>
              <a:t>Defined</a:t>
            </a:r>
            <a:r>
              <a:rPr sz="2200" b="1" spc="-65" dirty="0">
                <a:latin typeface="Trebuchet MS" panose="020B0603020202020204"/>
                <a:cs typeface="Trebuchet MS" panose="020B0603020202020204"/>
              </a:rPr>
              <a:t> </a:t>
            </a:r>
            <a:r>
              <a:rPr sz="2200" b="1" spc="-10" dirty="0">
                <a:latin typeface="Trebuchet MS" panose="020B0603020202020204"/>
                <a:cs typeface="Trebuchet MS" panose="020B0603020202020204"/>
              </a:rPr>
              <a:t>Functions</a:t>
            </a:r>
            <a:endParaRPr sz="2200">
              <a:latin typeface="Trebuchet MS" panose="020B0603020202020204"/>
              <a:cs typeface="Trebuchet MS" panose="020B0603020202020204"/>
            </a:endParaRPr>
          </a:p>
          <a:p>
            <a:pPr marL="469265" indent="-456565">
              <a:lnSpc>
                <a:spcPct val="100000"/>
              </a:lnSpc>
              <a:spcBef>
                <a:spcPts val="530"/>
              </a:spcBef>
              <a:buAutoNum type="arabicParenR"/>
              <a:tabLst>
                <a:tab pos="469265" algn="l"/>
              </a:tabLst>
            </a:pPr>
            <a:r>
              <a:rPr sz="2200" b="1" spc="-10" dirty="0">
                <a:latin typeface="Trebuchet MS" panose="020B0603020202020204"/>
                <a:cs typeface="Trebuchet MS" panose="020B0603020202020204"/>
              </a:rPr>
              <a:t>Portability</a:t>
            </a:r>
            <a:endParaRPr sz="2200">
              <a:latin typeface="Trebuchet MS" panose="020B0603020202020204"/>
              <a:cs typeface="Trebuchet MS" panose="020B0603020202020204"/>
            </a:endParaRPr>
          </a:p>
          <a:p>
            <a:pPr marL="468630" indent="-455930">
              <a:lnSpc>
                <a:spcPct val="100000"/>
              </a:lnSpc>
              <a:spcBef>
                <a:spcPts val="530"/>
              </a:spcBef>
              <a:buAutoNum type="arabicParenR"/>
              <a:tabLst>
                <a:tab pos="468630" algn="l"/>
              </a:tabLst>
            </a:pPr>
            <a:r>
              <a:rPr sz="2200" b="1" dirty="0">
                <a:latin typeface="Trebuchet MS" panose="020B0603020202020204"/>
                <a:cs typeface="Trebuchet MS" panose="020B0603020202020204"/>
              </a:rPr>
              <a:t>Sharing</a:t>
            </a:r>
            <a:r>
              <a:rPr sz="2200" b="1" spc="-35" dirty="0">
                <a:latin typeface="Trebuchet MS" panose="020B0603020202020204"/>
                <a:cs typeface="Trebuchet MS" panose="020B0603020202020204"/>
              </a:rPr>
              <a:t> </a:t>
            </a:r>
            <a:r>
              <a:rPr sz="2200" b="1" dirty="0">
                <a:latin typeface="Trebuchet MS" panose="020B0603020202020204"/>
                <a:cs typeface="Trebuchet MS" panose="020B0603020202020204"/>
              </a:rPr>
              <a:t>of</a:t>
            </a:r>
            <a:r>
              <a:rPr sz="2200" b="1" spc="-50" dirty="0">
                <a:latin typeface="Trebuchet MS" panose="020B0603020202020204"/>
                <a:cs typeface="Trebuchet MS" panose="020B0603020202020204"/>
              </a:rPr>
              <a:t> </a:t>
            </a:r>
            <a:r>
              <a:rPr sz="2200" b="1" spc="-20" dirty="0">
                <a:latin typeface="Trebuchet MS" panose="020B0603020202020204"/>
                <a:cs typeface="Trebuchet MS" panose="020B0603020202020204"/>
              </a:rPr>
              <a:t>Code</a:t>
            </a:r>
            <a:endParaRPr sz="2200">
              <a:latin typeface="Trebuchet MS" panose="020B0603020202020204"/>
              <a:cs typeface="Trebuchet MS" panose="020B0603020202020204"/>
            </a:endParaRPr>
          </a:p>
          <a:p>
            <a:pPr marL="468630" indent="-455930">
              <a:lnSpc>
                <a:spcPct val="100000"/>
              </a:lnSpc>
              <a:spcBef>
                <a:spcPts val="530"/>
              </a:spcBef>
              <a:buAutoNum type="arabicParenR"/>
              <a:tabLst>
                <a:tab pos="468630" algn="l"/>
              </a:tabLst>
            </a:pPr>
            <a:r>
              <a:rPr sz="2200" b="1" dirty="0">
                <a:latin typeface="Trebuchet MS" panose="020B0603020202020204"/>
                <a:cs typeface="Trebuchet MS" panose="020B0603020202020204"/>
              </a:rPr>
              <a:t>Efficient</a:t>
            </a:r>
            <a:r>
              <a:rPr sz="2200" b="1" spc="-95" dirty="0">
                <a:latin typeface="Trebuchet MS" panose="020B0603020202020204"/>
                <a:cs typeface="Trebuchet MS" panose="020B0603020202020204"/>
              </a:rPr>
              <a:t> </a:t>
            </a:r>
            <a:r>
              <a:rPr sz="2200" b="1" spc="-10" dirty="0">
                <a:latin typeface="Trebuchet MS" panose="020B0603020202020204"/>
                <a:cs typeface="Trebuchet MS" panose="020B0603020202020204"/>
              </a:rPr>
              <a:t>Execution</a:t>
            </a:r>
            <a:endParaRPr sz="2200">
              <a:latin typeface="Trebuchet MS" panose="020B0603020202020204"/>
              <a:cs typeface="Trebuchet MS" panose="020B0603020202020204"/>
            </a:endParaRPr>
          </a:p>
        </p:txBody>
      </p:sp>
      <p:sp>
        <p:nvSpPr>
          <p:cNvPr id="4" name="object 4"/>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27</a:t>
            </a:r>
            <a:endParaRPr sz="1400">
              <a:latin typeface="Arial MT"/>
              <a:cs typeface="Arial M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1689100">
              <a:lnSpc>
                <a:spcPct val="100000"/>
              </a:lnSpc>
              <a:spcBef>
                <a:spcPts val="100"/>
              </a:spcBef>
            </a:pPr>
            <a:r>
              <a:rPr sz="4400" dirty="0"/>
              <a:t>Advantages</a:t>
            </a:r>
            <a:r>
              <a:rPr sz="4400" spc="-145" dirty="0"/>
              <a:t> </a:t>
            </a:r>
            <a:r>
              <a:rPr sz="4400" dirty="0"/>
              <a:t>of</a:t>
            </a:r>
            <a:r>
              <a:rPr sz="4400" spc="-125" dirty="0"/>
              <a:t> </a:t>
            </a:r>
            <a:r>
              <a:rPr sz="4400" spc="-10" dirty="0"/>
              <a:t>PL/SQL</a:t>
            </a:r>
            <a:endParaRPr sz="4400"/>
          </a:p>
        </p:txBody>
      </p:sp>
      <p:sp>
        <p:nvSpPr>
          <p:cNvPr id="3" name="object 3"/>
          <p:cNvSpPr txBox="1"/>
          <p:nvPr/>
        </p:nvSpPr>
        <p:spPr>
          <a:xfrm>
            <a:off x="269240" y="1473454"/>
            <a:ext cx="8682990" cy="5229225"/>
          </a:xfrm>
          <a:prstGeom prst="rect">
            <a:avLst/>
          </a:prstGeom>
        </p:spPr>
        <p:txBody>
          <a:bodyPr vert="horz" wrap="square" lIns="0" tIns="12065" rIns="0" bIns="0" rtlCol="0">
            <a:spAutoFit/>
          </a:bodyPr>
          <a:lstStyle/>
          <a:p>
            <a:pPr marL="359410" indent="-346710">
              <a:lnSpc>
                <a:spcPct val="100000"/>
              </a:lnSpc>
              <a:spcBef>
                <a:spcPts val="95"/>
              </a:spcBef>
              <a:buAutoNum type="arabicParenR"/>
              <a:tabLst>
                <a:tab pos="359410" algn="l"/>
              </a:tabLst>
            </a:pPr>
            <a:r>
              <a:rPr sz="2200" b="1" dirty="0">
                <a:latin typeface="Trebuchet MS" panose="020B0603020202020204"/>
                <a:cs typeface="Trebuchet MS" panose="020B0603020202020204"/>
              </a:rPr>
              <a:t>Procedural</a:t>
            </a:r>
            <a:r>
              <a:rPr sz="2200" b="1" spc="-155" dirty="0">
                <a:latin typeface="Trebuchet MS" panose="020B0603020202020204"/>
                <a:cs typeface="Trebuchet MS" panose="020B0603020202020204"/>
              </a:rPr>
              <a:t> </a:t>
            </a:r>
            <a:r>
              <a:rPr sz="2200" b="1" spc="-10" dirty="0">
                <a:latin typeface="Trebuchet MS" panose="020B0603020202020204"/>
                <a:cs typeface="Trebuchet MS" panose="020B0603020202020204"/>
              </a:rPr>
              <a:t>Capabilities</a:t>
            </a:r>
            <a:endParaRPr sz="2200">
              <a:latin typeface="Trebuchet MS" panose="020B0603020202020204"/>
              <a:cs typeface="Trebuchet MS" panose="020B0603020202020204"/>
            </a:endParaRPr>
          </a:p>
          <a:p>
            <a:pPr>
              <a:lnSpc>
                <a:spcPct val="100000"/>
              </a:lnSpc>
              <a:spcBef>
                <a:spcPts val="1065"/>
              </a:spcBef>
              <a:buFont typeface="Trebuchet MS" panose="020B0603020202020204"/>
              <a:buAutoNum type="arabicParenR"/>
            </a:pPr>
            <a:endParaRPr sz="2200">
              <a:latin typeface="Trebuchet MS" panose="020B0603020202020204"/>
              <a:cs typeface="Trebuchet MS" panose="020B0603020202020204"/>
            </a:endParaRPr>
          </a:p>
          <a:p>
            <a:pPr marL="755015" marR="5080" lvl="1" indent="-285750">
              <a:lnSpc>
                <a:spcPct val="100000"/>
              </a:lnSpc>
              <a:buFont typeface="Wingdings" panose="05000000000000000000"/>
              <a:buChar char=""/>
              <a:tabLst>
                <a:tab pos="756285" algn="l"/>
                <a:tab pos="1681480" algn="l"/>
                <a:tab pos="2731135" algn="l"/>
                <a:tab pos="4027170" algn="l"/>
                <a:tab pos="5396230" algn="l"/>
                <a:tab pos="6042025" algn="l"/>
                <a:tab pos="6445885" algn="l"/>
                <a:tab pos="7642225" algn="l"/>
              </a:tabLst>
            </a:pPr>
            <a:r>
              <a:rPr sz="1800" spc="-10" dirty="0">
                <a:latin typeface="Trebuchet MS" panose="020B0603020202020204"/>
                <a:cs typeface="Trebuchet MS" panose="020B0603020202020204"/>
              </a:rPr>
              <a:t>PL/SQL</a:t>
            </a:r>
            <a:r>
              <a:rPr sz="1800" dirty="0">
                <a:latin typeface="Trebuchet MS" panose="020B0603020202020204"/>
                <a:cs typeface="Trebuchet MS" panose="020B0603020202020204"/>
              </a:rPr>
              <a:t>	</a:t>
            </a:r>
            <a:r>
              <a:rPr sz="1800" spc="-10" dirty="0">
                <a:latin typeface="Trebuchet MS" panose="020B0603020202020204"/>
                <a:cs typeface="Trebuchet MS" panose="020B0603020202020204"/>
              </a:rPr>
              <a:t>provides</a:t>
            </a:r>
            <a:r>
              <a:rPr sz="1800" dirty="0">
                <a:highlight>
                  <a:srgbClr val="FFFF00"/>
                </a:highlight>
                <a:latin typeface="Trebuchet MS" panose="020B0603020202020204"/>
                <a:cs typeface="Trebuchet MS" panose="020B0603020202020204"/>
              </a:rPr>
              <a:t>	</a:t>
            </a:r>
            <a:r>
              <a:rPr sz="1800" spc="-10" dirty="0">
                <a:highlight>
                  <a:srgbClr val="FFFF00"/>
                </a:highlight>
                <a:latin typeface="Trebuchet MS" panose="020B0603020202020204"/>
                <a:cs typeface="Trebuchet MS" panose="020B0603020202020204"/>
              </a:rPr>
              <a:t>procedural</a:t>
            </a:r>
            <a:r>
              <a:rPr sz="1800" dirty="0">
                <a:highlight>
                  <a:srgbClr val="FFFF00"/>
                </a:highlight>
                <a:latin typeface="Trebuchet MS" panose="020B0603020202020204"/>
                <a:cs typeface="Trebuchet MS" panose="020B0603020202020204"/>
              </a:rPr>
              <a:t>	</a:t>
            </a:r>
            <a:r>
              <a:rPr sz="1800" spc="-10" dirty="0">
                <a:highlight>
                  <a:srgbClr val="FFFF00"/>
                </a:highlight>
                <a:latin typeface="Trebuchet MS" panose="020B0603020202020204"/>
                <a:cs typeface="Trebuchet MS" panose="020B0603020202020204"/>
              </a:rPr>
              <a:t>capabilities</a:t>
            </a:r>
            <a:r>
              <a:rPr sz="1800" dirty="0">
                <a:latin typeface="Trebuchet MS" panose="020B0603020202020204"/>
                <a:cs typeface="Trebuchet MS" panose="020B0603020202020204"/>
              </a:rPr>
              <a:t>	</a:t>
            </a:r>
            <a:r>
              <a:rPr sz="1800" spc="-20" dirty="0">
                <a:latin typeface="Trebuchet MS" panose="020B0603020202020204"/>
                <a:cs typeface="Trebuchet MS" panose="020B0603020202020204"/>
              </a:rPr>
              <a:t>such</a:t>
            </a:r>
            <a:r>
              <a:rPr sz="1800" dirty="0">
                <a:latin typeface="Trebuchet MS" panose="020B0603020202020204"/>
                <a:cs typeface="Trebuchet MS" panose="020B0603020202020204"/>
              </a:rPr>
              <a:t>	</a:t>
            </a:r>
            <a:r>
              <a:rPr sz="1800" spc="-25" dirty="0">
                <a:latin typeface="Trebuchet MS" panose="020B0603020202020204"/>
                <a:cs typeface="Trebuchet MS" panose="020B0603020202020204"/>
              </a:rPr>
              <a:t>as</a:t>
            </a:r>
            <a:r>
              <a:rPr sz="1800" dirty="0">
                <a:latin typeface="Trebuchet MS" panose="020B0603020202020204"/>
                <a:cs typeface="Trebuchet MS" panose="020B0603020202020204"/>
              </a:rPr>
              <a:t>	</a:t>
            </a:r>
            <a:r>
              <a:rPr sz="1800" b="1" spc="-10" dirty="0">
                <a:solidFill>
                  <a:srgbClr val="FF0000"/>
                </a:solidFill>
                <a:highlight>
                  <a:srgbClr val="FFFF00"/>
                </a:highlight>
                <a:latin typeface="Trebuchet MS" panose="020B0603020202020204"/>
                <a:cs typeface="Trebuchet MS" panose="020B0603020202020204"/>
              </a:rPr>
              <a:t>condition</a:t>
            </a:r>
            <a:r>
              <a:rPr sz="1800" b="1" dirty="0">
                <a:solidFill>
                  <a:srgbClr val="FF0000"/>
                </a:solidFill>
                <a:highlight>
                  <a:srgbClr val="FFFF00"/>
                </a:highlight>
                <a:latin typeface="Trebuchet MS" panose="020B0603020202020204"/>
                <a:cs typeface="Trebuchet MS" panose="020B0603020202020204"/>
              </a:rPr>
              <a:t>	</a:t>
            </a:r>
            <a:r>
              <a:rPr sz="1800" b="1" spc="-10" dirty="0">
                <a:solidFill>
                  <a:srgbClr val="FF0000"/>
                </a:solidFill>
                <a:highlight>
                  <a:srgbClr val="FFFF00"/>
                </a:highlight>
                <a:latin typeface="Trebuchet MS" panose="020B0603020202020204"/>
                <a:cs typeface="Trebuchet MS" panose="020B0603020202020204"/>
              </a:rPr>
              <a:t>checking, 	</a:t>
            </a:r>
            <a:r>
              <a:rPr sz="1800" b="1" dirty="0">
                <a:solidFill>
                  <a:srgbClr val="FF0000"/>
                </a:solidFill>
                <a:highlight>
                  <a:srgbClr val="FFFF00"/>
                </a:highlight>
                <a:latin typeface="Trebuchet MS" panose="020B0603020202020204"/>
                <a:cs typeface="Trebuchet MS" panose="020B0603020202020204"/>
              </a:rPr>
              <a:t>branching</a:t>
            </a:r>
            <a:r>
              <a:rPr sz="1800" b="1" spc="-85"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and</a:t>
            </a:r>
            <a:r>
              <a:rPr sz="1800" b="1" spc="-85" dirty="0">
                <a:solidFill>
                  <a:srgbClr val="FF0000"/>
                </a:solidFill>
                <a:highlight>
                  <a:srgbClr val="FFFF00"/>
                </a:highlight>
                <a:latin typeface="Trebuchet MS" panose="020B0603020202020204"/>
                <a:cs typeface="Trebuchet MS" panose="020B0603020202020204"/>
              </a:rPr>
              <a:t> </a:t>
            </a:r>
            <a:r>
              <a:rPr sz="1800" b="1" spc="-10" dirty="0">
                <a:solidFill>
                  <a:srgbClr val="FF0000"/>
                </a:solidFill>
                <a:highlight>
                  <a:srgbClr val="FFFF00"/>
                </a:highlight>
                <a:latin typeface="Trebuchet MS" panose="020B0603020202020204"/>
                <a:cs typeface="Trebuchet MS" panose="020B0603020202020204"/>
              </a:rPr>
              <a:t>looping.</a:t>
            </a:r>
            <a:endParaRPr sz="1800">
              <a:highlight>
                <a:srgbClr val="FFFF00"/>
              </a:highlight>
              <a:latin typeface="Trebuchet MS" panose="020B0603020202020204"/>
              <a:cs typeface="Trebuchet MS" panose="020B0603020202020204"/>
            </a:endParaRPr>
          </a:p>
          <a:p>
            <a:pPr marL="755015" marR="8255" lvl="1" indent="-285750">
              <a:lnSpc>
                <a:spcPct val="100000"/>
              </a:lnSpc>
              <a:spcBef>
                <a:spcPts val="430"/>
              </a:spcBef>
              <a:buFont typeface="Wingdings" panose="05000000000000000000"/>
              <a:buChar char=""/>
              <a:tabLst>
                <a:tab pos="756285" algn="l"/>
              </a:tabLst>
            </a:pPr>
            <a:r>
              <a:rPr sz="1800" dirty="0">
                <a:latin typeface="Trebuchet MS" panose="020B0603020202020204"/>
                <a:cs typeface="Trebuchet MS" panose="020B0603020202020204"/>
              </a:rPr>
              <a:t>This</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enables</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programmer</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35" dirty="0">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control</a:t>
            </a:r>
            <a:r>
              <a:rPr sz="1800" b="1" spc="40"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execution</a:t>
            </a:r>
            <a:r>
              <a:rPr sz="1800" b="1" spc="50" dirty="0">
                <a:solidFill>
                  <a:srgbClr val="FF0000"/>
                </a:solidFill>
                <a:latin typeface="Trebuchet MS" panose="020B0603020202020204"/>
                <a:cs typeface="Trebuchet MS" panose="020B0603020202020204"/>
              </a:rPr>
              <a:t> </a:t>
            </a:r>
            <a:r>
              <a:rPr sz="1800" dirty="0">
                <a:latin typeface="Trebuchet MS" panose="020B0603020202020204"/>
                <a:cs typeface="Trebuchet MS" panose="020B0603020202020204"/>
              </a:rPr>
              <a:t>of</a:t>
            </a:r>
            <a:r>
              <a:rPr sz="1800" spc="25" dirty="0">
                <a:latin typeface="Trebuchet MS" panose="020B0603020202020204"/>
                <a:cs typeface="Trebuchet MS" panose="020B0603020202020204"/>
              </a:rPr>
              <a:t> </a:t>
            </a:r>
            <a:r>
              <a:rPr sz="1800" dirty="0">
                <a:latin typeface="Trebuchet MS" panose="020B0603020202020204"/>
                <a:cs typeface="Trebuchet MS" panose="020B0603020202020204"/>
              </a:rPr>
              <a:t>a</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program</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based</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on</a:t>
            </a:r>
            <a:r>
              <a:rPr sz="1800" spc="35" dirty="0">
                <a:latin typeface="Trebuchet MS" panose="020B0603020202020204"/>
                <a:cs typeface="Trebuchet MS" panose="020B0603020202020204"/>
              </a:rPr>
              <a:t> </a:t>
            </a:r>
            <a:r>
              <a:rPr sz="1800" spc="-20" dirty="0">
                <a:highlight>
                  <a:srgbClr val="FFFF00"/>
                </a:highlight>
                <a:latin typeface="Trebuchet MS" panose="020B0603020202020204"/>
                <a:cs typeface="Trebuchet MS" panose="020B0603020202020204"/>
              </a:rPr>
              <a:t>some 	</a:t>
            </a:r>
            <a:r>
              <a:rPr sz="1800" dirty="0">
                <a:highlight>
                  <a:srgbClr val="FFFF00"/>
                </a:highlight>
                <a:latin typeface="Trebuchet MS" panose="020B0603020202020204"/>
                <a:cs typeface="Trebuchet MS" panose="020B0603020202020204"/>
              </a:rPr>
              <a:t>conditions</a:t>
            </a:r>
            <a:r>
              <a:rPr sz="1800" spc="-65"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and</a:t>
            </a:r>
            <a:r>
              <a:rPr sz="1800" spc="-4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user</a:t>
            </a:r>
            <a:r>
              <a:rPr sz="1800" spc="-50" dirty="0">
                <a:highlight>
                  <a:srgbClr val="FFFF00"/>
                </a:highlight>
                <a:latin typeface="Trebuchet MS" panose="020B0603020202020204"/>
                <a:cs typeface="Trebuchet MS" panose="020B0603020202020204"/>
              </a:rPr>
              <a:t> </a:t>
            </a:r>
            <a:r>
              <a:rPr sz="1800" spc="-10" dirty="0">
                <a:highlight>
                  <a:srgbClr val="FFFF00"/>
                </a:highlight>
                <a:latin typeface="Trebuchet MS" panose="020B0603020202020204"/>
                <a:cs typeface="Trebuchet MS" panose="020B0603020202020204"/>
              </a:rPr>
              <a:t>inputs.</a:t>
            </a:r>
            <a:endParaRPr sz="1800">
              <a:highlight>
                <a:srgbClr val="FFFF00"/>
              </a:highlight>
              <a:latin typeface="Trebuchet MS" panose="020B0603020202020204"/>
              <a:cs typeface="Trebuchet MS" panose="020B0603020202020204"/>
            </a:endParaRPr>
          </a:p>
          <a:p>
            <a:pPr marL="359410" indent="-346710">
              <a:lnSpc>
                <a:spcPct val="100000"/>
              </a:lnSpc>
              <a:spcBef>
                <a:spcPts val="1185"/>
              </a:spcBef>
              <a:buAutoNum type="arabicParenR"/>
              <a:tabLst>
                <a:tab pos="359410" algn="l"/>
              </a:tabLst>
            </a:pPr>
            <a:r>
              <a:rPr sz="2200" b="1" dirty="0">
                <a:latin typeface="Trebuchet MS" panose="020B0603020202020204"/>
                <a:cs typeface="Trebuchet MS" panose="020B0603020202020204"/>
              </a:rPr>
              <a:t>Support</a:t>
            </a:r>
            <a:r>
              <a:rPr sz="2200" b="1" spc="-35" dirty="0">
                <a:latin typeface="Trebuchet MS" panose="020B0603020202020204"/>
                <a:cs typeface="Trebuchet MS" panose="020B0603020202020204"/>
              </a:rPr>
              <a:t> </a:t>
            </a:r>
            <a:r>
              <a:rPr sz="2200" b="1" dirty="0">
                <a:latin typeface="Trebuchet MS" panose="020B0603020202020204"/>
                <a:cs typeface="Trebuchet MS" panose="020B0603020202020204"/>
              </a:rPr>
              <a:t>to</a:t>
            </a:r>
            <a:r>
              <a:rPr sz="2200" b="1" spc="-45" dirty="0">
                <a:latin typeface="Trebuchet MS" panose="020B0603020202020204"/>
                <a:cs typeface="Trebuchet MS" panose="020B0603020202020204"/>
              </a:rPr>
              <a:t> </a:t>
            </a:r>
            <a:r>
              <a:rPr sz="2200" b="1" spc="-10" dirty="0">
                <a:latin typeface="Trebuchet MS" panose="020B0603020202020204"/>
                <a:cs typeface="Trebuchet MS" panose="020B0603020202020204"/>
              </a:rPr>
              <a:t>variables</a:t>
            </a:r>
            <a:endParaRPr sz="2200" b="1" spc="-10" dirty="0">
              <a:latin typeface="Trebuchet MS" panose="020B0603020202020204"/>
              <a:cs typeface="Trebuchet MS" panose="020B0603020202020204"/>
            </a:endParaRPr>
          </a:p>
          <a:p>
            <a:pPr marL="12700" indent="0">
              <a:lnSpc>
                <a:spcPct val="100000"/>
              </a:lnSpc>
              <a:spcBef>
                <a:spcPts val="1185"/>
              </a:spcBef>
              <a:buNone/>
              <a:tabLst>
                <a:tab pos="359410" algn="l"/>
              </a:tabLst>
            </a:pPr>
            <a:r>
              <a:rPr lang="en-US" altLang="en-US" sz="1800">
                <a:highlight>
                  <a:srgbClr val="FF0000"/>
                </a:highlight>
                <a:latin typeface="Trebuchet MS" panose="020B0603020202020204"/>
                <a:cs typeface="Trebuchet MS" panose="020B0603020202020204"/>
              </a:rPr>
              <a:t>(Values temporarily store)</a:t>
            </a:r>
            <a:endParaRPr lang="en-US" altLang="en-US" sz="2200">
              <a:highlight>
                <a:srgbClr val="FF0000"/>
              </a:highlight>
              <a:latin typeface="Trebuchet MS" panose="020B0603020202020204"/>
              <a:cs typeface="Trebuchet MS" panose="020B0603020202020204"/>
            </a:endParaRPr>
          </a:p>
          <a:p>
            <a:pPr marL="755650" lvl="1" indent="-285750">
              <a:lnSpc>
                <a:spcPct val="100000"/>
              </a:lnSpc>
              <a:buFont typeface="Wingdings" panose="05000000000000000000"/>
              <a:buChar char=""/>
              <a:tabLst>
                <a:tab pos="755650" algn="l"/>
              </a:tabLst>
            </a:pPr>
            <a:r>
              <a:rPr sz="1800" dirty="0">
                <a:latin typeface="Trebuchet MS" panose="020B0603020202020204"/>
                <a:cs typeface="Trebuchet MS" panose="020B0603020202020204"/>
              </a:rPr>
              <a:t>PL/SQL</a:t>
            </a:r>
            <a:r>
              <a:rPr sz="1800" spc="-125" dirty="0">
                <a:latin typeface="Trebuchet MS" panose="020B0603020202020204"/>
                <a:cs typeface="Trebuchet MS" panose="020B0603020202020204"/>
              </a:rPr>
              <a:t> </a:t>
            </a:r>
            <a:r>
              <a:rPr sz="1800" dirty="0">
                <a:latin typeface="Trebuchet MS" panose="020B0603020202020204"/>
                <a:cs typeface="Trebuchet MS" panose="020B0603020202020204"/>
              </a:rPr>
              <a:t>supports</a:t>
            </a:r>
            <a:r>
              <a:rPr sz="1800" spc="-70" dirty="0">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declaration</a:t>
            </a:r>
            <a:r>
              <a:rPr sz="1800" b="1" spc="-35"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and</a:t>
            </a:r>
            <a:r>
              <a:rPr sz="1800" b="1" spc="-55"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use</a:t>
            </a:r>
            <a:r>
              <a:rPr sz="1800" b="1" spc="-55"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of</a:t>
            </a:r>
            <a:r>
              <a:rPr sz="1800" b="1" spc="-65" dirty="0">
                <a:solidFill>
                  <a:srgbClr val="FF0000"/>
                </a:solidFill>
                <a:highlight>
                  <a:srgbClr val="FFFF00"/>
                </a:highlight>
                <a:latin typeface="Trebuchet MS" panose="020B0603020202020204"/>
                <a:cs typeface="Trebuchet MS" panose="020B0603020202020204"/>
              </a:rPr>
              <a:t> </a:t>
            </a:r>
            <a:r>
              <a:rPr sz="1800" b="1" spc="-10" dirty="0">
                <a:solidFill>
                  <a:srgbClr val="FF0000"/>
                </a:solidFill>
                <a:highlight>
                  <a:srgbClr val="FFFF00"/>
                </a:highlight>
                <a:latin typeface="Trebuchet MS" panose="020B0603020202020204"/>
                <a:cs typeface="Trebuchet MS" panose="020B0603020202020204"/>
              </a:rPr>
              <a:t>variables</a:t>
            </a:r>
            <a:r>
              <a:rPr sz="1800" spc="-10" dirty="0">
                <a:highlight>
                  <a:srgbClr val="FFFF00"/>
                </a:highlight>
                <a:latin typeface="Trebuchet MS" panose="020B0603020202020204"/>
                <a:cs typeface="Trebuchet MS" panose="020B0603020202020204"/>
              </a:rPr>
              <a:t>.</a:t>
            </a:r>
            <a:endParaRPr sz="1800">
              <a:latin typeface="Trebuchet MS" panose="020B0603020202020204"/>
              <a:cs typeface="Trebuchet MS" panose="020B0603020202020204"/>
            </a:endParaRPr>
          </a:p>
          <a:p>
            <a:pPr marL="755650" lvl="1" indent="-285750">
              <a:lnSpc>
                <a:spcPct val="100000"/>
              </a:lnSpc>
              <a:spcBef>
                <a:spcPts val="435"/>
              </a:spcBef>
              <a:buFont typeface="Wingdings" panose="05000000000000000000"/>
              <a:buChar char=""/>
              <a:tabLst>
                <a:tab pos="755650" algn="l"/>
              </a:tabLst>
            </a:pPr>
            <a:r>
              <a:rPr sz="1800" dirty="0">
                <a:latin typeface="Trebuchet MS" panose="020B0603020202020204"/>
                <a:cs typeface="Trebuchet MS" panose="020B0603020202020204"/>
              </a:rPr>
              <a:t>These</a:t>
            </a:r>
            <a:r>
              <a:rPr sz="1800" spc="280" dirty="0">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variables</a:t>
            </a:r>
            <a:r>
              <a:rPr sz="1800" spc="270" dirty="0">
                <a:highlight>
                  <a:srgbClr val="FFFF00"/>
                </a:highlight>
                <a:latin typeface="Trebuchet MS" panose="020B0603020202020204"/>
                <a:cs typeface="Trebuchet MS" panose="020B0603020202020204"/>
              </a:rPr>
              <a:t> </a:t>
            </a:r>
            <a:r>
              <a:rPr sz="1800" dirty="0">
                <a:latin typeface="Trebuchet MS" panose="020B0603020202020204"/>
                <a:cs typeface="Trebuchet MS" panose="020B0603020202020204"/>
              </a:rPr>
              <a:t>can</a:t>
            </a:r>
            <a:r>
              <a:rPr sz="1800" spc="270" dirty="0">
                <a:latin typeface="Trebuchet MS" panose="020B0603020202020204"/>
                <a:cs typeface="Trebuchet MS" panose="020B0603020202020204"/>
              </a:rPr>
              <a:t> </a:t>
            </a:r>
            <a:r>
              <a:rPr sz="1800" dirty="0">
                <a:latin typeface="Trebuchet MS" panose="020B0603020202020204"/>
                <a:cs typeface="Trebuchet MS" panose="020B0603020202020204"/>
              </a:rPr>
              <a:t>be</a:t>
            </a:r>
            <a:r>
              <a:rPr sz="1800" spc="275" dirty="0">
                <a:latin typeface="Trebuchet MS" panose="020B0603020202020204"/>
                <a:cs typeface="Trebuchet MS" panose="020B0603020202020204"/>
              </a:rPr>
              <a:t> </a:t>
            </a:r>
            <a:r>
              <a:rPr sz="1800" dirty="0">
                <a:latin typeface="Trebuchet MS" panose="020B0603020202020204"/>
                <a:cs typeface="Trebuchet MS" panose="020B0603020202020204"/>
              </a:rPr>
              <a:t>used</a:t>
            </a:r>
            <a:r>
              <a:rPr sz="1800" spc="254"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265" dirty="0">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store</a:t>
            </a:r>
            <a:r>
              <a:rPr sz="1800" b="1" spc="265"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intermediate</a:t>
            </a:r>
            <a:r>
              <a:rPr sz="1800" b="1" spc="280"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results</a:t>
            </a:r>
            <a:r>
              <a:rPr sz="1800" b="1" spc="275" dirty="0">
                <a:solidFill>
                  <a:srgbClr val="FF0000"/>
                </a:solidFill>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of</a:t>
            </a:r>
            <a:r>
              <a:rPr sz="1800" spc="26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a</a:t>
            </a:r>
            <a:r>
              <a:rPr sz="1800" spc="275"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query</a:t>
            </a:r>
            <a:r>
              <a:rPr sz="1800" spc="270" dirty="0">
                <a:latin typeface="Trebuchet MS" panose="020B0603020202020204"/>
                <a:cs typeface="Trebuchet MS" panose="020B0603020202020204"/>
              </a:rPr>
              <a:t> </a:t>
            </a:r>
            <a:r>
              <a:rPr sz="1800" spc="-25" dirty="0">
                <a:latin typeface="Trebuchet MS" panose="020B0603020202020204"/>
                <a:cs typeface="Trebuchet MS" panose="020B0603020202020204"/>
              </a:rPr>
              <a:t>or</a:t>
            </a:r>
            <a:endParaRPr sz="1800">
              <a:latin typeface="Trebuchet MS" panose="020B0603020202020204"/>
              <a:cs typeface="Trebuchet MS" panose="020B0603020202020204"/>
            </a:endParaRPr>
          </a:p>
          <a:p>
            <a:pPr marL="756285">
              <a:lnSpc>
                <a:spcPct val="100000"/>
              </a:lnSpc>
            </a:pPr>
            <a:r>
              <a:rPr sz="1800" dirty="0">
                <a:latin typeface="Trebuchet MS" panose="020B0603020202020204"/>
                <a:cs typeface="Trebuchet MS" panose="020B0603020202020204"/>
              </a:rPr>
              <a:t>some</a:t>
            </a:r>
            <a:r>
              <a:rPr sz="1800" spc="-35" dirty="0">
                <a:latin typeface="Trebuchet MS" panose="020B0603020202020204"/>
                <a:cs typeface="Trebuchet MS" panose="020B0603020202020204"/>
              </a:rPr>
              <a:t> </a:t>
            </a:r>
            <a:r>
              <a:rPr sz="1800" spc="-10" dirty="0">
                <a:latin typeface="Trebuchet MS" panose="020B0603020202020204"/>
                <a:cs typeface="Trebuchet MS" panose="020B0603020202020204"/>
              </a:rPr>
              <a:t>expression.</a:t>
            </a:r>
            <a:endParaRPr sz="1800">
              <a:latin typeface="Trebuchet MS" panose="020B0603020202020204"/>
              <a:cs typeface="Trebuchet MS" panose="020B0603020202020204"/>
            </a:endParaRPr>
          </a:p>
          <a:p>
            <a:pPr marL="359410" indent="-346710">
              <a:lnSpc>
                <a:spcPct val="100000"/>
              </a:lnSpc>
              <a:spcBef>
                <a:spcPts val="1185"/>
              </a:spcBef>
              <a:buAutoNum type="arabicParenR" startAt="3"/>
              <a:tabLst>
                <a:tab pos="359410" algn="l"/>
              </a:tabLst>
            </a:pPr>
            <a:r>
              <a:rPr sz="2200" b="1" dirty="0">
                <a:latin typeface="Trebuchet MS" panose="020B0603020202020204"/>
                <a:cs typeface="Trebuchet MS" panose="020B0603020202020204"/>
              </a:rPr>
              <a:t>Error</a:t>
            </a:r>
            <a:r>
              <a:rPr sz="2200" b="1" spc="-65" dirty="0">
                <a:latin typeface="Trebuchet MS" panose="020B0603020202020204"/>
                <a:cs typeface="Trebuchet MS" panose="020B0603020202020204"/>
              </a:rPr>
              <a:t> </a:t>
            </a:r>
            <a:r>
              <a:rPr sz="2200" b="1" spc="-10" dirty="0">
                <a:latin typeface="Trebuchet MS" panose="020B0603020202020204"/>
                <a:cs typeface="Trebuchet MS" panose="020B0603020202020204"/>
              </a:rPr>
              <a:t>Handling</a:t>
            </a:r>
            <a:endParaRPr sz="2200">
              <a:latin typeface="Trebuchet MS" panose="020B0603020202020204"/>
              <a:cs typeface="Trebuchet MS" panose="020B0603020202020204"/>
            </a:endParaRPr>
          </a:p>
          <a:p>
            <a:pPr marL="755650" lvl="1" indent="-285750">
              <a:lnSpc>
                <a:spcPct val="100000"/>
              </a:lnSpc>
              <a:spcBef>
                <a:spcPts val="445"/>
              </a:spcBef>
              <a:buFont typeface="Wingdings" panose="05000000000000000000"/>
              <a:buChar char=""/>
              <a:tabLst>
                <a:tab pos="755650" algn="l"/>
              </a:tabLst>
            </a:pPr>
            <a:r>
              <a:rPr sz="1800" dirty="0">
                <a:latin typeface="Trebuchet MS" panose="020B0603020202020204"/>
                <a:cs typeface="Trebuchet MS" panose="020B0603020202020204"/>
              </a:rPr>
              <a:t>When</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an</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error</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occurs,</a:t>
            </a:r>
            <a:r>
              <a:rPr sz="1800" spc="-35" dirty="0">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user</a:t>
            </a:r>
            <a:r>
              <a:rPr sz="1800" b="1" spc="-65"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friendly</a:t>
            </a:r>
            <a:r>
              <a:rPr sz="1800" b="1" spc="-40"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message</a:t>
            </a:r>
            <a:r>
              <a:rPr sz="1800" b="1" spc="-45"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can</a:t>
            </a:r>
            <a:r>
              <a:rPr sz="1800" b="1" spc="-50"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be</a:t>
            </a:r>
            <a:r>
              <a:rPr sz="1800" b="1" spc="-40" dirty="0">
                <a:solidFill>
                  <a:srgbClr val="FF0000"/>
                </a:solidFill>
                <a:highlight>
                  <a:srgbClr val="FFFF00"/>
                </a:highlight>
                <a:latin typeface="Trebuchet MS" panose="020B0603020202020204"/>
                <a:cs typeface="Trebuchet MS" panose="020B0603020202020204"/>
              </a:rPr>
              <a:t> </a:t>
            </a:r>
            <a:r>
              <a:rPr sz="1800" b="1" spc="-10" dirty="0">
                <a:solidFill>
                  <a:srgbClr val="FF0000"/>
                </a:solidFill>
                <a:highlight>
                  <a:srgbClr val="FFFF00"/>
                </a:highlight>
                <a:latin typeface="Trebuchet MS" panose="020B0603020202020204"/>
                <a:cs typeface="Trebuchet MS" panose="020B0603020202020204"/>
              </a:rPr>
              <a:t>displayed</a:t>
            </a:r>
            <a:r>
              <a:rPr sz="1800" spc="-10" dirty="0">
                <a:highlight>
                  <a:srgbClr val="FFFF00"/>
                </a:highlight>
                <a:latin typeface="Trebuchet MS" panose="020B0603020202020204"/>
                <a:cs typeface="Trebuchet MS" panose="020B0603020202020204"/>
              </a:rPr>
              <a:t>.</a:t>
            </a:r>
            <a:endParaRPr sz="1800">
              <a:highlight>
                <a:srgbClr val="FFFF00"/>
              </a:highlight>
              <a:latin typeface="Trebuchet MS" panose="020B0603020202020204"/>
              <a:cs typeface="Trebuchet MS" panose="020B0603020202020204"/>
            </a:endParaRPr>
          </a:p>
          <a:p>
            <a:pPr marL="755015" marR="6985" lvl="1" indent="-285750">
              <a:lnSpc>
                <a:spcPct val="100000"/>
              </a:lnSpc>
              <a:spcBef>
                <a:spcPts val="435"/>
              </a:spcBef>
              <a:buFont typeface="Wingdings" panose="05000000000000000000"/>
              <a:buChar char=""/>
              <a:tabLst>
                <a:tab pos="756285" algn="l"/>
              </a:tabLst>
            </a:pPr>
            <a:r>
              <a:rPr sz="1800" b="1" dirty="0">
                <a:solidFill>
                  <a:srgbClr val="FF0000"/>
                </a:solidFill>
                <a:highlight>
                  <a:srgbClr val="FFFF00"/>
                </a:highlight>
                <a:latin typeface="Trebuchet MS" panose="020B0603020202020204"/>
                <a:cs typeface="Trebuchet MS" panose="020B0603020202020204"/>
              </a:rPr>
              <a:t>Execution</a:t>
            </a:r>
            <a:r>
              <a:rPr sz="1800" b="1" spc="275"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of</a:t>
            </a:r>
            <a:r>
              <a:rPr sz="1800" b="1" spc="254"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program</a:t>
            </a:r>
            <a:r>
              <a:rPr sz="1800" b="1" spc="275"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can</a:t>
            </a:r>
            <a:r>
              <a:rPr sz="1800" b="1" spc="280"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be</a:t>
            </a:r>
            <a:r>
              <a:rPr sz="1800" b="1" spc="265"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controlled</a:t>
            </a:r>
            <a:r>
              <a:rPr sz="1800" b="1" spc="285" dirty="0">
                <a:solidFill>
                  <a:srgbClr val="FF0000"/>
                </a:solidFill>
                <a:latin typeface="Trebuchet MS" panose="020B0603020202020204"/>
                <a:cs typeface="Trebuchet MS" panose="020B0603020202020204"/>
              </a:rPr>
              <a:t> </a:t>
            </a:r>
            <a:r>
              <a:rPr sz="1800" dirty="0">
                <a:latin typeface="Trebuchet MS" panose="020B0603020202020204"/>
                <a:cs typeface="Trebuchet MS" panose="020B0603020202020204"/>
              </a:rPr>
              <a:t>instead</a:t>
            </a:r>
            <a:r>
              <a:rPr sz="1800" spc="275" dirty="0">
                <a:latin typeface="Trebuchet MS" panose="020B0603020202020204"/>
                <a:cs typeface="Trebuchet MS" panose="020B0603020202020204"/>
              </a:rPr>
              <a:t> </a:t>
            </a:r>
            <a:r>
              <a:rPr sz="1800" dirty="0">
                <a:latin typeface="Trebuchet MS" panose="020B0603020202020204"/>
                <a:cs typeface="Trebuchet MS" panose="020B0603020202020204"/>
              </a:rPr>
              <a:t>of</a:t>
            </a:r>
            <a:r>
              <a:rPr sz="1800" spc="265" dirty="0">
                <a:latin typeface="Trebuchet MS" panose="020B0603020202020204"/>
                <a:cs typeface="Trebuchet MS" panose="020B0603020202020204"/>
              </a:rPr>
              <a:t> </a:t>
            </a:r>
            <a:r>
              <a:rPr sz="1800" dirty="0">
                <a:latin typeface="Trebuchet MS" panose="020B0603020202020204"/>
                <a:cs typeface="Trebuchet MS" panose="020B0603020202020204"/>
              </a:rPr>
              <a:t>abruptly</a:t>
            </a:r>
            <a:r>
              <a:rPr sz="1800" spc="270" dirty="0">
                <a:latin typeface="Trebuchet MS" panose="020B0603020202020204"/>
                <a:cs typeface="Trebuchet MS" panose="020B0603020202020204"/>
              </a:rPr>
              <a:t> </a:t>
            </a:r>
            <a:r>
              <a:rPr sz="1800" spc="-10" dirty="0">
                <a:latin typeface="Trebuchet MS" panose="020B0603020202020204"/>
                <a:cs typeface="Trebuchet MS" panose="020B0603020202020204"/>
              </a:rPr>
              <a:t>terminating </a:t>
            </a:r>
            <a:r>
              <a:rPr sz="1800" spc="-10" dirty="0">
                <a:latin typeface="Trebuchet MS" panose="020B0603020202020204"/>
                <a:cs typeface="Trebuchet MS" panose="020B0603020202020204"/>
              </a:rPr>
              <a:t>	</a:t>
            </a:r>
            <a:r>
              <a:rPr sz="1800" dirty="0">
                <a:latin typeface="Trebuchet MS" panose="020B0603020202020204"/>
                <a:cs typeface="Trebuchet MS" panose="020B0603020202020204"/>
              </a:rPr>
              <a:t>the</a:t>
            </a:r>
            <a:r>
              <a:rPr sz="1800" spc="-35" dirty="0">
                <a:latin typeface="Trebuchet MS" panose="020B0603020202020204"/>
                <a:cs typeface="Trebuchet MS" panose="020B0603020202020204"/>
              </a:rPr>
              <a:t> </a:t>
            </a:r>
            <a:r>
              <a:rPr sz="1800" spc="-10" dirty="0">
                <a:latin typeface="Trebuchet MS" panose="020B0603020202020204"/>
                <a:cs typeface="Trebuchet MS" panose="020B0603020202020204"/>
              </a:rPr>
              <a:t>program.</a:t>
            </a:r>
            <a:endParaRPr sz="1800">
              <a:latin typeface="Trebuchet MS" panose="020B0603020202020204"/>
              <a:cs typeface="Trebuchet MS" panose="020B0603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1689100">
              <a:lnSpc>
                <a:spcPct val="100000"/>
              </a:lnSpc>
              <a:spcBef>
                <a:spcPts val="100"/>
              </a:spcBef>
            </a:pPr>
            <a:r>
              <a:rPr sz="4400" dirty="0"/>
              <a:t>Advantages</a:t>
            </a:r>
            <a:r>
              <a:rPr sz="4400" spc="-145" dirty="0"/>
              <a:t> </a:t>
            </a:r>
            <a:r>
              <a:rPr sz="4400" dirty="0"/>
              <a:t>of</a:t>
            </a:r>
            <a:r>
              <a:rPr sz="4400" spc="-125" dirty="0"/>
              <a:t> </a:t>
            </a:r>
            <a:r>
              <a:rPr sz="4400" spc="-10" dirty="0"/>
              <a:t>PL/SQL</a:t>
            </a:r>
            <a:endParaRPr sz="4400"/>
          </a:p>
        </p:txBody>
      </p:sp>
      <p:sp>
        <p:nvSpPr>
          <p:cNvPr id="3" name="object 3"/>
          <p:cNvSpPr txBox="1"/>
          <p:nvPr/>
        </p:nvSpPr>
        <p:spPr>
          <a:xfrm>
            <a:off x="269240" y="1445895"/>
            <a:ext cx="9726930" cy="6511290"/>
          </a:xfrm>
          <a:prstGeom prst="rect">
            <a:avLst/>
          </a:prstGeom>
        </p:spPr>
        <p:txBody>
          <a:bodyPr vert="horz" wrap="square" lIns="0" tIns="12065" rIns="0" bIns="0" rtlCol="0">
            <a:noAutofit/>
          </a:bodyPr>
          <a:lstStyle/>
          <a:p>
            <a:pPr marL="359410" indent="-346710">
              <a:lnSpc>
                <a:spcPct val="100000"/>
              </a:lnSpc>
              <a:spcBef>
                <a:spcPts val="95"/>
              </a:spcBef>
              <a:buAutoNum type="arabicParenR" startAt="4"/>
              <a:tabLst>
                <a:tab pos="359410" algn="l"/>
              </a:tabLst>
            </a:pPr>
            <a:r>
              <a:rPr sz="2200" b="1" dirty="0">
                <a:latin typeface="Trebuchet MS" panose="020B0603020202020204"/>
                <a:cs typeface="Trebuchet MS" panose="020B0603020202020204"/>
              </a:rPr>
              <a:t>User</a:t>
            </a:r>
            <a:r>
              <a:rPr sz="2200" b="1" spc="-70" dirty="0">
                <a:latin typeface="Trebuchet MS" panose="020B0603020202020204"/>
                <a:cs typeface="Trebuchet MS" panose="020B0603020202020204"/>
              </a:rPr>
              <a:t> </a:t>
            </a:r>
            <a:r>
              <a:rPr sz="2200" b="1" dirty="0">
                <a:latin typeface="Trebuchet MS" panose="020B0603020202020204"/>
                <a:cs typeface="Trebuchet MS" panose="020B0603020202020204"/>
              </a:rPr>
              <a:t>Defined</a:t>
            </a:r>
            <a:r>
              <a:rPr sz="2200" b="1" spc="-70" dirty="0">
                <a:latin typeface="Trebuchet MS" panose="020B0603020202020204"/>
                <a:cs typeface="Trebuchet MS" panose="020B0603020202020204"/>
              </a:rPr>
              <a:t> </a:t>
            </a:r>
            <a:r>
              <a:rPr sz="2200" b="1" spc="-10" dirty="0">
                <a:latin typeface="Trebuchet MS" panose="020B0603020202020204"/>
                <a:cs typeface="Trebuchet MS" panose="020B0603020202020204"/>
              </a:rPr>
              <a:t>Functions</a:t>
            </a:r>
            <a:endParaRPr sz="2200">
              <a:latin typeface="Trebuchet MS" panose="020B0603020202020204"/>
              <a:cs typeface="Trebuchet MS" panose="020B0603020202020204"/>
            </a:endParaRPr>
          </a:p>
          <a:p>
            <a:pPr>
              <a:lnSpc>
                <a:spcPct val="100000"/>
              </a:lnSpc>
              <a:spcBef>
                <a:spcPts val="1060"/>
              </a:spcBef>
              <a:buFont typeface="Trebuchet MS" panose="020B0603020202020204"/>
              <a:buAutoNum type="arabicParenR" startAt="4"/>
            </a:pPr>
            <a:endParaRPr sz="2200">
              <a:latin typeface="Trebuchet MS" panose="020B0603020202020204"/>
              <a:cs typeface="Trebuchet MS" panose="020B0603020202020204"/>
            </a:endParaRPr>
          </a:p>
          <a:p>
            <a:pPr marL="755650" lvl="1" indent="-285750">
              <a:lnSpc>
                <a:spcPct val="100000"/>
              </a:lnSpc>
              <a:spcBef>
                <a:spcPts val="5"/>
              </a:spcBef>
              <a:buFont typeface="Wingdings" panose="05000000000000000000"/>
              <a:buChar char=""/>
              <a:tabLst>
                <a:tab pos="755650" algn="l"/>
              </a:tabLst>
            </a:pPr>
            <a:r>
              <a:rPr sz="1800" dirty="0">
                <a:latin typeface="Trebuchet MS" panose="020B0603020202020204"/>
                <a:cs typeface="Trebuchet MS" panose="020B0603020202020204"/>
              </a:rPr>
              <a:t>SQL</a:t>
            </a:r>
            <a:r>
              <a:rPr sz="1800" spc="-105" dirty="0">
                <a:latin typeface="Trebuchet MS" panose="020B0603020202020204"/>
                <a:cs typeface="Trebuchet MS" panose="020B0603020202020204"/>
              </a:rPr>
              <a:t> </a:t>
            </a:r>
            <a:r>
              <a:rPr sz="1800" dirty="0">
                <a:latin typeface="Trebuchet MS" panose="020B0603020202020204"/>
                <a:cs typeface="Trebuchet MS" panose="020B0603020202020204"/>
              </a:rPr>
              <a:t>also</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supports</a:t>
            </a:r>
            <a:r>
              <a:rPr sz="1800" spc="-35" dirty="0">
                <a:latin typeface="Trebuchet MS" panose="020B0603020202020204"/>
                <a:cs typeface="Trebuchet MS" panose="020B0603020202020204"/>
              </a:rPr>
              <a:t> </a:t>
            </a:r>
            <a:r>
              <a:rPr sz="1800" b="1" dirty="0">
                <a:solidFill>
                  <a:srgbClr val="FF0000"/>
                </a:solidFill>
                <a:latin typeface="Trebuchet MS" panose="020B0603020202020204"/>
                <a:cs typeface="Trebuchet MS" panose="020B0603020202020204"/>
              </a:rPr>
              <a:t>user</a:t>
            </a:r>
            <a:r>
              <a:rPr sz="1800" b="1" spc="-35" dirty="0">
                <a:solidFill>
                  <a:srgbClr val="FF0000"/>
                </a:solidFill>
                <a:latin typeface="Trebuchet MS" panose="020B0603020202020204"/>
                <a:cs typeface="Trebuchet MS" panose="020B0603020202020204"/>
              </a:rPr>
              <a:t> </a:t>
            </a:r>
            <a:r>
              <a:rPr sz="1800" b="1" dirty="0">
                <a:solidFill>
                  <a:srgbClr val="FF0000"/>
                </a:solidFill>
                <a:latin typeface="Trebuchet MS" panose="020B0603020202020204"/>
                <a:cs typeface="Trebuchet MS" panose="020B0603020202020204"/>
              </a:rPr>
              <a:t>defined</a:t>
            </a:r>
            <a:r>
              <a:rPr sz="1800" b="1" spc="-25" dirty="0">
                <a:solidFill>
                  <a:srgbClr val="FF0000"/>
                </a:solidFill>
                <a:latin typeface="Trebuchet MS" panose="020B0603020202020204"/>
                <a:cs typeface="Trebuchet MS" panose="020B0603020202020204"/>
              </a:rPr>
              <a:t> </a:t>
            </a:r>
            <a:r>
              <a:rPr sz="1800" b="1" dirty="0">
                <a:solidFill>
                  <a:srgbClr val="FF0000"/>
                </a:solidFill>
                <a:latin typeface="Trebuchet MS" panose="020B0603020202020204"/>
                <a:cs typeface="Trebuchet MS" panose="020B0603020202020204"/>
              </a:rPr>
              <a:t>functions</a:t>
            </a:r>
            <a:r>
              <a:rPr sz="1800" b="1" spc="-50" dirty="0">
                <a:solidFill>
                  <a:srgbClr val="FF0000"/>
                </a:solidFill>
                <a:latin typeface="Trebuchet MS" panose="020B0603020202020204"/>
                <a:cs typeface="Trebuchet MS" panose="020B0603020202020204"/>
              </a:rPr>
              <a:t> </a:t>
            </a:r>
            <a:r>
              <a:rPr sz="1800" b="1" dirty="0">
                <a:solidFill>
                  <a:srgbClr val="FF0000"/>
                </a:solidFill>
                <a:latin typeface="Trebuchet MS" panose="020B0603020202020204"/>
                <a:cs typeface="Trebuchet MS" panose="020B0603020202020204"/>
              </a:rPr>
              <a:t>and</a:t>
            </a:r>
            <a:r>
              <a:rPr sz="1800" b="1" spc="-35" dirty="0">
                <a:solidFill>
                  <a:srgbClr val="FF0000"/>
                </a:solidFill>
                <a:latin typeface="Trebuchet MS" panose="020B0603020202020204"/>
                <a:cs typeface="Trebuchet MS" panose="020B0603020202020204"/>
              </a:rPr>
              <a:t> </a:t>
            </a:r>
            <a:r>
              <a:rPr sz="1800" b="1" spc="-10" dirty="0">
                <a:solidFill>
                  <a:srgbClr val="FF0000"/>
                </a:solidFill>
                <a:latin typeface="Trebuchet MS" panose="020B0603020202020204"/>
                <a:cs typeface="Trebuchet MS" panose="020B0603020202020204"/>
              </a:rPr>
              <a:t>procedures</a:t>
            </a:r>
            <a:r>
              <a:rPr sz="1800" spc="-10" dirty="0">
                <a:latin typeface="Trebuchet MS" panose="020B0603020202020204"/>
                <a:cs typeface="Trebuchet MS" panose="020B0603020202020204"/>
              </a:rPr>
              <a:t>.</a:t>
            </a:r>
            <a:endParaRPr sz="1800" spc="-10" dirty="0">
              <a:latin typeface="Trebuchet MS" panose="020B0603020202020204"/>
              <a:cs typeface="Trebuchet MS" panose="020B0603020202020204"/>
            </a:endParaRPr>
          </a:p>
          <a:p>
            <a:pPr marL="755650" lvl="1" indent="-285750">
              <a:lnSpc>
                <a:spcPct val="100000"/>
              </a:lnSpc>
              <a:spcBef>
                <a:spcPts val="5"/>
              </a:spcBef>
              <a:buFont typeface="Wingdings" panose="05000000000000000000"/>
              <a:buChar char=""/>
              <a:tabLst>
                <a:tab pos="755650" algn="l"/>
              </a:tabLst>
            </a:pPr>
            <a:r>
              <a:rPr lang="en-US" altLang="en-US" sz="1800" spc="-10" dirty="0">
                <a:highlight>
                  <a:srgbClr val="FF0000"/>
                </a:highlight>
                <a:latin typeface="Trebuchet MS" panose="020B0603020202020204"/>
                <a:cs typeface="Trebuchet MS" panose="020B0603020202020204"/>
              </a:rPr>
              <a:t>khud ke functions aur procedures bana sakte hain.</a:t>
            </a:r>
            <a:endParaRPr lang="en-US" altLang="en-US" sz="1800" spc="-10" dirty="0">
              <a:highlight>
                <a:srgbClr val="FF0000"/>
              </a:highlight>
              <a:latin typeface="Trebuchet MS" panose="020B0603020202020204"/>
              <a:cs typeface="Trebuchet MS" panose="020B0603020202020204"/>
            </a:endParaRPr>
          </a:p>
          <a:p>
            <a:pPr lvl="1">
              <a:lnSpc>
                <a:spcPct val="100000"/>
              </a:lnSpc>
              <a:spcBef>
                <a:spcPts val="1010"/>
              </a:spcBef>
              <a:buFont typeface="Wingdings" panose="05000000000000000000"/>
              <a:buChar char=""/>
            </a:pPr>
            <a:endParaRPr sz="1800">
              <a:latin typeface="Trebuchet MS" panose="020B0603020202020204"/>
              <a:cs typeface="Trebuchet MS" panose="020B0603020202020204"/>
            </a:endParaRPr>
          </a:p>
          <a:p>
            <a:pPr marL="359410" indent="-346710">
              <a:lnSpc>
                <a:spcPct val="100000"/>
              </a:lnSpc>
              <a:buAutoNum type="arabicParenR" startAt="4"/>
              <a:tabLst>
                <a:tab pos="359410" algn="l"/>
              </a:tabLst>
            </a:pPr>
            <a:r>
              <a:rPr sz="2200" b="1" spc="-10" dirty="0">
                <a:latin typeface="Trebuchet MS" panose="020B0603020202020204"/>
                <a:cs typeface="Trebuchet MS" panose="020B0603020202020204"/>
              </a:rPr>
              <a:t>Portability</a:t>
            </a:r>
            <a:endParaRPr sz="2200">
              <a:latin typeface="Trebuchet MS" panose="020B0603020202020204"/>
              <a:cs typeface="Trebuchet MS" panose="020B0603020202020204"/>
            </a:endParaRPr>
          </a:p>
          <a:p>
            <a:pPr>
              <a:lnSpc>
                <a:spcPct val="100000"/>
              </a:lnSpc>
              <a:spcBef>
                <a:spcPts val="1065"/>
              </a:spcBef>
              <a:buFont typeface="Trebuchet MS" panose="020B0603020202020204"/>
              <a:buAutoNum type="arabicParenR" startAt="4"/>
            </a:pPr>
            <a:endParaRPr sz="2200">
              <a:latin typeface="Trebuchet MS" panose="020B0603020202020204"/>
              <a:cs typeface="Trebuchet MS" panose="020B0603020202020204"/>
            </a:endParaRPr>
          </a:p>
          <a:p>
            <a:pPr marL="755650" lvl="1" indent="-285750">
              <a:lnSpc>
                <a:spcPct val="100000"/>
              </a:lnSpc>
              <a:buFont typeface="Wingdings" panose="05000000000000000000"/>
              <a:buChar char=""/>
              <a:tabLst>
                <a:tab pos="755650" algn="l"/>
              </a:tabLst>
            </a:pPr>
            <a:r>
              <a:rPr sz="1800" spc="-10" dirty="0">
                <a:latin typeface="Trebuchet MS" panose="020B0603020202020204"/>
                <a:cs typeface="Trebuchet MS" panose="020B0603020202020204"/>
              </a:rPr>
              <a:t>Programs</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written</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in</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PL/SQL</a:t>
            </a:r>
            <a:r>
              <a:rPr sz="1800" spc="-105" dirty="0">
                <a:latin typeface="Trebuchet MS" panose="020B0603020202020204"/>
                <a:cs typeface="Trebuchet MS" panose="020B0603020202020204"/>
              </a:rPr>
              <a:t> </a:t>
            </a:r>
            <a:r>
              <a:rPr sz="1800" dirty="0">
                <a:latin typeface="Trebuchet MS" panose="020B0603020202020204"/>
                <a:cs typeface="Trebuchet MS" panose="020B0603020202020204"/>
              </a:rPr>
              <a:t>are</a:t>
            </a:r>
            <a:r>
              <a:rPr sz="1800" spc="-45" dirty="0">
                <a:highlight>
                  <a:srgbClr val="FFFF00"/>
                </a:highlight>
                <a:latin typeface="Trebuchet MS" panose="020B0603020202020204"/>
                <a:cs typeface="Trebuchet MS" panose="020B0603020202020204"/>
              </a:rPr>
              <a:t> </a:t>
            </a:r>
            <a:r>
              <a:rPr sz="1800" spc="-10" dirty="0">
                <a:highlight>
                  <a:srgbClr val="FFFF00"/>
                </a:highlight>
                <a:latin typeface="Trebuchet MS" panose="020B0603020202020204"/>
                <a:cs typeface="Trebuchet MS" panose="020B0603020202020204"/>
              </a:rPr>
              <a:t>portable</a:t>
            </a:r>
            <a:r>
              <a:rPr sz="1800" spc="-10" dirty="0">
                <a:latin typeface="Trebuchet MS" panose="020B0603020202020204"/>
                <a:cs typeface="Trebuchet MS" panose="020B0603020202020204"/>
              </a:rPr>
              <a:t>.</a:t>
            </a:r>
            <a:r>
              <a:rPr lang="en-US" altLang="en-US" sz="1400" spc="-10" dirty="0">
                <a:latin typeface="Trebuchet MS" panose="020B0603020202020204"/>
                <a:cs typeface="Trebuchet MS" panose="020B0603020202020204"/>
              </a:rPr>
              <a:t>PL/SQL mein likhe programs portable hote hain.</a:t>
            </a:r>
            <a:endParaRPr lang="en-US" altLang="en-US" sz="1400" spc="-10" dirty="0">
              <a:latin typeface="Trebuchet MS" panose="020B0603020202020204"/>
              <a:cs typeface="Trebuchet MS" panose="020B0603020202020204"/>
            </a:endParaRPr>
          </a:p>
          <a:p>
            <a:pPr marL="755650" lvl="1" indent="-285750">
              <a:lnSpc>
                <a:spcPct val="100000"/>
              </a:lnSpc>
              <a:buFont typeface="Wingdings" panose="05000000000000000000"/>
              <a:buChar char=""/>
              <a:tabLst>
                <a:tab pos="755650" algn="l"/>
              </a:tabLst>
            </a:pPr>
            <a:r>
              <a:rPr lang="en-US" altLang="en-US" sz="1800" spc="-10" dirty="0">
                <a:gradFill>
                  <a:gsLst>
                    <a:gs pos="50000">
                      <a:schemeClr val="tx1"/>
                    </a:gs>
                    <a:gs pos="0">
                      <a:schemeClr val="tx1">
                        <a:lumMod val="25000"/>
                        <a:lumOff val="75000"/>
                      </a:schemeClr>
                    </a:gs>
                    <a:gs pos="100000">
                      <a:schemeClr val="tx1">
                        <a:lumMod val="85000"/>
                      </a:schemeClr>
                    </a:gs>
                  </a:gsLst>
                  <a:lin ang="5400000" scaled="1"/>
                </a:gradFill>
                <a:highlight>
                  <a:srgbClr val="FF0000"/>
                </a:highlight>
                <a:latin typeface="Trebuchet MS" panose="020B0603020202020204"/>
                <a:cs typeface="Trebuchet MS" panose="020B0603020202020204"/>
              </a:rPr>
              <a:t>(portable maines(comp/system se dosre system par transfer karke execute karna)</a:t>
            </a:r>
            <a:endParaRPr sz="1800">
              <a:solidFill>
                <a:srgbClr val="FF0000"/>
              </a:solidFill>
              <a:latin typeface="Trebuchet MS" panose="020B0603020202020204"/>
              <a:cs typeface="Trebuchet MS" panose="020B0603020202020204"/>
            </a:endParaRPr>
          </a:p>
          <a:p>
            <a:pPr marL="755015" marR="5080" lvl="1" indent="-285750">
              <a:lnSpc>
                <a:spcPct val="100000"/>
              </a:lnSpc>
              <a:spcBef>
                <a:spcPts val="435"/>
              </a:spcBef>
              <a:buFont typeface="Wingdings" panose="05000000000000000000"/>
              <a:buChar char=""/>
              <a:tabLst>
                <a:tab pos="756285" algn="l"/>
              </a:tabLst>
            </a:pPr>
            <a:r>
              <a:rPr sz="1800" dirty="0">
                <a:latin typeface="Trebuchet MS" panose="020B0603020202020204"/>
                <a:cs typeface="Trebuchet MS" panose="020B0603020202020204"/>
              </a:rPr>
              <a:t>It</a:t>
            </a:r>
            <a:r>
              <a:rPr sz="1800" spc="480" dirty="0">
                <a:latin typeface="Trebuchet MS" panose="020B0603020202020204"/>
                <a:cs typeface="Trebuchet MS" panose="020B0603020202020204"/>
              </a:rPr>
              <a:t> </a:t>
            </a:r>
            <a:r>
              <a:rPr sz="1800" dirty="0">
                <a:latin typeface="Trebuchet MS" panose="020B0603020202020204"/>
                <a:cs typeface="Trebuchet MS" panose="020B0603020202020204"/>
              </a:rPr>
              <a:t>means,</a:t>
            </a:r>
            <a:r>
              <a:rPr sz="1800" spc="495" dirty="0">
                <a:latin typeface="Trebuchet MS" panose="020B0603020202020204"/>
                <a:cs typeface="Trebuchet MS" panose="020B0603020202020204"/>
              </a:rPr>
              <a:t> </a:t>
            </a:r>
            <a:r>
              <a:rPr sz="1800" dirty="0">
                <a:latin typeface="Trebuchet MS" panose="020B0603020202020204"/>
                <a:cs typeface="Trebuchet MS" panose="020B0603020202020204"/>
              </a:rPr>
              <a:t>programs</a:t>
            </a:r>
            <a:r>
              <a:rPr sz="1800" spc="-20" dirty="0">
                <a:latin typeface="Trebuchet MS" panose="020B0603020202020204"/>
                <a:cs typeface="Trebuchet MS" panose="020B0603020202020204"/>
              </a:rPr>
              <a:t>  </a:t>
            </a:r>
            <a:r>
              <a:rPr sz="1800" dirty="0">
                <a:latin typeface="Trebuchet MS" panose="020B0603020202020204"/>
                <a:cs typeface="Trebuchet MS" panose="020B0603020202020204"/>
              </a:rPr>
              <a:t>can</a:t>
            </a:r>
            <a:r>
              <a:rPr sz="1800" spc="484" dirty="0">
                <a:latin typeface="Trebuchet MS" panose="020B0603020202020204"/>
                <a:cs typeface="Trebuchet MS" panose="020B0603020202020204"/>
              </a:rPr>
              <a:t> </a:t>
            </a:r>
            <a:r>
              <a:rPr sz="1800" dirty="0">
                <a:latin typeface="Trebuchet MS" panose="020B0603020202020204"/>
                <a:cs typeface="Trebuchet MS" panose="020B0603020202020204"/>
              </a:rPr>
              <a:t>be</a:t>
            </a:r>
            <a:r>
              <a:rPr sz="1800" spc="495" dirty="0">
                <a:highlight>
                  <a:srgbClr val="FFFF00"/>
                </a:highlight>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transferred</a:t>
            </a:r>
            <a:r>
              <a:rPr sz="1800" b="1" spc="-15" dirty="0">
                <a:highlight>
                  <a:srgbClr val="FFFF00"/>
                </a:highlight>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and</a:t>
            </a:r>
            <a:r>
              <a:rPr sz="1800" b="1" spc="490" dirty="0">
                <a:highlight>
                  <a:srgbClr val="FFFF00"/>
                </a:highlight>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executed</a:t>
            </a:r>
            <a:r>
              <a:rPr sz="1800" b="1" spc="-15" dirty="0">
                <a:highlight>
                  <a:srgbClr val="FFFF00"/>
                </a:highlight>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from</a:t>
            </a:r>
            <a:r>
              <a:rPr sz="1800" b="1" spc="484" dirty="0">
                <a:highlight>
                  <a:srgbClr val="FFFF00"/>
                </a:highlight>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any</a:t>
            </a:r>
            <a:r>
              <a:rPr sz="1800" b="1" spc="490" dirty="0">
                <a:highlight>
                  <a:srgbClr val="FFFF00"/>
                </a:highlight>
                <a:latin typeface="Trebuchet MS" panose="020B0603020202020204"/>
                <a:cs typeface="Trebuchet MS" panose="020B0603020202020204"/>
              </a:rPr>
              <a:t> </a:t>
            </a:r>
            <a:r>
              <a:rPr sz="1800" b="1" spc="-10" dirty="0">
                <a:highlight>
                  <a:srgbClr val="FFFF00"/>
                </a:highlight>
                <a:latin typeface="Trebuchet MS" panose="020B0603020202020204"/>
                <a:cs typeface="Trebuchet MS" panose="020B0603020202020204"/>
              </a:rPr>
              <a:t>other 	</a:t>
            </a:r>
            <a:r>
              <a:rPr sz="1800" b="1" dirty="0">
                <a:highlight>
                  <a:srgbClr val="FFFF00"/>
                </a:highlight>
                <a:latin typeface="Trebuchet MS" panose="020B0603020202020204"/>
                <a:cs typeface="Trebuchet MS" panose="020B0603020202020204"/>
              </a:rPr>
              <a:t>computer</a:t>
            </a:r>
            <a:r>
              <a:rPr sz="1800" b="1" spc="-60" dirty="0">
                <a:highlight>
                  <a:srgbClr val="FFFF00"/>
                </a:highlight>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hardware</a:t>
            </a:r>
            <a:r>
              <a:rPr sz="1800" b="1" spc="-55" dirty="0">
                <a:highlight>
                  <a:srgbClr val="FFFF00"/>
                </a:highlight>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and</a:t>
            </a:r>
            <a:r>
              <a:rPr sz="1800" b="1" spc="-55" dirty="0">
                <a:highlight>
                  <a:srgbClr val="FFFF00"/>
                </a:highlight>
                <a:latin typeface="Trebuchet MS" panose="020B0603020202020204"/>
                <a:cs typeface="Trebuchet MS" panose="020B0603020202020204"/>
              </a:rPr>
              <a:t> </a:t>
            </a:r>
            <a:r>
              <a:rPr sz="1800" b="1" spc="-10" dirty="0">
                <a:highlight>
                  <a:srgbClr val="FFFF00"/>
                </a:highlight>
                <a:latin typeface="Trebuchet MS" panose="020B0603020202020204"/>
                <a:cs typeface="Trebuchet MS" panose="020B0603020202020204"/>
              </a:rPr>
              <a:t>operating</a:t>
            </a:r>
            <a:r>
              <a:rPr sz="1800" b="1" spc="-65" dirty="0">
                <a:highlight>
                  <a:srgbClr val="FFFF00"/>
                </a:highlight>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system,</a:t>
            </a:r>
            <a:r>
              <a:rPr sz="1800" b="1" spc="-55" dirty="0">
                <a:highlight>
                  <a:srgbClr val="FFFF00"/>
                </a:highlight>
                <a:latin typeface="Trebuchet MS" panose="020B0603020202020204"/>
                <a:cs typeface="Trebuchet MS" panose="020B0603020202020204"/>
              </a:rPr>
              <a:t> </a:t>
            </a:r>
            <a:r>
              <a:rPr sz="1800" b="1" dirty="0">
                <a:latin typeface="Trebuchet MS" panose="020B0603020202020204"/>
                <a:cs typeface="Trebuchet MS" panose="020B0603020202020204"/>
              </a:rPr>
              <a:t>where</a:t>
            </a:r>
            <a:r>
              <a:rPr sz="1800" b="1" spc="-70" dirty="0">
                <a:latin typeface="Trebuchet MS" panose="020B0603020202020204"/>
                <a:cs typeface="Trebuchet MS" panose="020B0603020202020204"/>
              </a:rPr>
              <a:t> </a:t>
            </a:r>
            <a:r>
              <a:rPr sz="1800" b="1" dirty="0">
                <a:latin typeface="Trebuchet MS" panose="020B0603020202020204"/>
                <a:cs typeface="Trebuchet MS" panose="020B0603020202020204"/>
              </a:rPr>
              <a:t>Oracle</a:t>
            </a:r>
            <a:r>
              <a:rPr sz="1800" b="1" spc="-50" dirty="0">
                <a:latin typeface="Trebuchet MS" panose="020B0603020202020204"/>
                <a:cs typeface="Trebuchet MS" panose="020B0603020202020204"/>
              </a:rPr>
              <a:t> </a:t>
            </a:r>
            <a:r>
              <a:rPr sz="1800" b="1" dirty="0">
                <a:latin typeface="Trebuchet MS" panose="020B0603020202020204"/>
                <a:cs typeface="Trebuchet MS" panose="020B0603020202020204"/>
              </a:rPr>
              <a:t>is</a:t>
            </a:r>
            <a:r>
              <a:rPr sz="1800" b="1" spc="-75" dirty="0">
                <a:latin typeface="Trebuchet MS" panose="020B0603020202020204"/>
                <a:cs typeface="Trebuchet MS" panose="020B0603020202020204"/>
              </a:rPr>
              <a:t> </a:t>
            </a:r>
            <a:r>
              <a:rPr sz="1800" b="1" spc="-10" dirty="0">
                <a:latin typeface="Trebuchet MS" panose="020B0603020202020204"/>
                <a:cs typeface="Trebuchet MS" panose="020B0603020202020204"/>
              </a:rPr>
              <a:t>operational.</a:t>
            </a:r>
            <a:endParaRPr sz="1800">
              <a:latin typeface="Trebuchet MS" panose="020B0603020202020204"/>
              <a:cs typeface="Trebuchet MS" panose="020B0603020202020204"/>
            </a:endParaRPr>
          </a:p>
          <a:p>
            <a:pPr lvl="1">
              <a:lnSpc>
                <a:spcPct val="100000"/>
              </a:lnSpc>
              <a:spcBef>
                <a:spcPts val="1015"/>
              </a:spcBef>
              <a:buFont typeface="Wingdings" panose="05000000000000000000"/>
              <a:buChar char=""/>
            </a:pPr>
            <a:endParaRPr sz="1800">
              <a:latin typeface="Trebuchet MS" panose="020B0603020202020204"/>
              <a:cs typeface="Trebuchet MS" panose="020B0603020202020204"/>
            </a:endParaRPr>
          </a:p>
          <a:p>
            <a:pPr marL="359410" indent="-346710">
              <a:lnSpc>
                <a:spcPct val="100000"/>
              </a:lnSpc>
              <a:buAutoNum type="arabicParenR" startAt="4"/>
              <a:tabLst>
                <a:tab pos="359410" algn="l"/>
              </a:tabLst>
            </a:pPr>
            <a:r>
              <a:rPr sz="2200" b="1" dirty="0">
                <a:latin typeface="Trebuchet MS" panose="020B0603020202020204"/>
                <a:cs typeface="Trebuchet MS" panose="020B0603020202020204"/>
              </a:rPr>
              <a:t>Sharing</a:t>
            </a:r>
            <a:r>
              <a:rPr sz="2200" b="1" spc="-30" dirty="0">
                <a:latin typeface="Trebuchet MS" panose="020B0603020202020204"/>
                <a:cs typeface="Trebuchet MS" panose="020B0603020202020204"/>
              </a:rPr>
              <a:t> </a:t>
            </a:r>
            <a:r>
              <a:rPr sz="2200" b="1" dirty="0">
                <a:latin typeface="Trebuchet MS" panose="020B0603020202020204"/>
                <a:cs typeface="Trebuchet MS" panose="020B0603020202020204"/>
              </a:rPr>
              <a:t>of</a:t>
            </a:r>
            <a:r>
              <a:rPr sz="2200" b="1" spc="-50" dirty="0">
                <a:latin typeface="Trebuchet MS" panose="020B0603020202020204"/>
                <a:cs typeface="Trebuchet MS" panose="020B0603020202020204"/>
              </a:rPr>
              <a:t> </a:t>
            </a:r>
            <a:r>
              <a:rPr sz="2200" b="1" spc="-20" dirty="0">
                <a:latin typeface="Trebuchet MS" panose="020B0603020202020204"/>
                <a:cs typeface="Trebuchet MS" panose="020B0603020202020204"/>
              </a:rPr>
              <a:t>Code:</a:t>
            </a:r>
            <a:endParaRPr sz="2200">
              <a:latin typeface="Trebuchet MS" panose="020B0603020202020204"/>
              <a:cs typeface="Trebuchet MS" panose="020B0603020202020204"/>
            </a:endParaRPr>
          </a:p>
          <a:p>
            <a:pPr marL="755650" lvl="1" indent="-285750">
              <a:lnSpc>
                <a:spcPct val="100000"/>
              </a:lnSpc>
              <a:buFont typeface="Wingdings" panose="05000000000000000000"/>
              <a:buChar char=""/>
              <a:tabLst>
                <a:tab pos="755650" algn="l"/>
              </a:tabLst>
            </a:pPr>
            <a:r>
              <a:rPr sz="1800" dirty="0">
                <a:latin typeface="Trebuchet MS" panose="020B0603020202020204"/>
                <a:cs typeface="Trebuchet MS" panose="020B0603020202020204"/>
              </a:rPr>
              <a:t>Allows</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user</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45" dirty="0">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store</a:t>
            </a:r>
            <a:r>
              <a:rPr sz="1800" b="1" spc="-35"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compiled</a:t>
            </a:r>
            <a:r>
              <a:rPr sz="1800" b="1" spc="-50"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code</a:t>
            </a:r>
            <a:r>
              <a:rPr sz="1800" b="1" spc="-40" dirty="0">
                <a:solidFill>
                  <a:srgbClr val="FF0000"/>
                </a:solidFill>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in</a:t>
            </a:r>
            <a:r>
              <a:rPr sz="1800" spc="-40" dirty="0">
                <a:highlight>
                  <a:srgbClr val="FFFF00"/>
                </a:highlight>
                <a:latin typeface="Trebuchet MS" panose="020B0603020202020204"/>
                <a:cs typeface="Trebuchet MS" panose="020B0603020202020204"/>
              </a:rPr>
              <a:t> </a:t>
            </a:r>
            <a:r>
              <a:rPr sz="1800" spc="-10" dirty="0">
                <a:highlight>
                  <a:srgbClr val="FFFF00"/>
                </a:highlight>
                <a:latin typeface="Trebuchet MS" panose="020B0603020202020204"/>
                <a:cs typeface="Trebuchet MS" panose="020B0603020202020204"/>
              </a:rPr>
              <a:t>database.</a:t>
            </a:r>
            <a:endParaRPr sz="1800">
              <a:latin typeface="Trebuchet MS" panose="020B0603020202020204"/>
              <a:cs typeface="Trebuchet MS" panose="020B0603020202020204"/>
            </a:endParaRPr>
          </a:p>
          <a:p>
            <a:pPr marL="755650" lvl="1" indent="-285750">
              <a:lnSpc>
                <a:spcPct val="100000"/>
              </a:lnSpc>
              <a:spcBef>
                <a:spcPts val="435"/>
              </a:spcBef>
              <a:buFont typeface="Wingdings" panose="05000000000000000000"/>
              <a:buChar char=""/>
              <a:tabLst>
                <a:tab pos="755650" algn="l"/>
              </a:tabLst>
            </a:pPr>
            <a:r>
              <a:rPr sz="1800" dirty="0">
                <a:latin typeface="Trebuchet MS" panose="020B0603020202020204"/>
                <a:cs typeface="Trebuchet MS" panose="020B0603020202020204"/>
              </a:rPr>
              <a:t>PL/SQL</a:t>
            </a:r>
            <a:r>
              <a:rPr sz="1800" spc="-105" dirty="0">
                <a:latin typeface="Trebuchet MS" panose="020B0603020202020204"/>
                <a:cs typeface="Trebuchet MS" panose="020B0603020202020204"/>
              </a:rPr>
              <a:t> </a:t>
            </a:r>
            <a:r>
              <a:rPr sz="1800" dirty="0">
                <a:latin typeface="Trebuchet MS" panose="020B0603020202020204"/>
                <a:cs typeface="Trebuchet MS" panose="020B0603020202020204"/>
              </a:rPr>
              <a:t>code</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can</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be</a:t>
            </a:r>
            <a:r>
              <a:rPr sz="1800" spc="-45" dirty="0">
                <a:latin typeface="Trebuchet MS" panose="020B0603020202020204"/>
                <a:cs typeface="Trebuchet MS" panose="020B0603020202020204"/>
              </a:rPr>
              <a:t> </a:t>
            </a:r>
            <a:r>
              <a:rPr sz="1800" b="1" dirty="0">
                <a:latin typeface="Trebuchet MS" panose="020B0603020202020204"/>
                <a:cs typeface="Trebuchet MS" panose="020B0603020202020204"/>
              </a:rPr>
              <a:t>accessed</a:t>
            </a:r>
            <a:r>
              <a:rPr sz="1800" b="1" spc="-30" dirty="0">
                <a:latin typeface="Trebuchet MS" panose="020B0603020202020204"/>
                <a:cs typeface="Trebuchet MS" panose="020B0603020202020204"/>
              </a:rPr>
              <a:t> </a:t>
            </a:r>
            <a:r>
              <a:rPr sz="1800" b="1" dirty="0">
                <a:latin typeface="Trebuchet MS" panose="020B0603020202020204"/>
                <a:cs typeface="Trebuchet MS" panose="020B0603020202020204"/>
              </a:rPr>
              <a:t>and</a:t>
            </a:r>
            <a:r>
              <a:rPr sz="1800" b="1" spc="-45" dirty="0">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shared</a:t>
            </a:r>
            <a:r>
              <a:rPr sz="1800" b="1" spc="-40" dirty="0">
                <a:highlight>
                  <a:srgbClr val="FFFF00"/>
                </a:highlight>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by</a:t>
            </a:r>
            <a:r>
              <a:rPr sz="1800" b="1" spc="-35" dirty="0">
                <a:highlight>
                  <a:srgbClr val="FFFF00"/>
                </a:highlight>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different</a:t>
            </a:r>
            <a:r>
              <a:rPr sz="1800" b="1" spc="-25" dirty="0">
                <a:highlight>
                  <a:srgbClr val="FFFF00"/>
                </a:highlight>
                <a:latin typeface="Trebuchet MS" panose="020B0603020202020204"/>
                <a:cs typeface="Trebuchet MS" panose="020B0603020202020204"/>
              </a:rPr>
              <a:t> </a:t>
            </a:r>
            <a:r>
              <a:rPr sz="1800" b="1" spc="-10" dirty="0">
                <a:highlight>
                  <a:srgbClr val="FFFF00"/>
                </a:highlight>
                <a:latin typeface="Trebuchet MS" panose="020B0603020202020204"/>
                <a:cs typeface="Trebuchet MS" panose="020B0603020202020204"/>
              </a:rPr>
              <a:t>applications.</a:t>
            </a:r>
            <a:endParaRPr sz="1800">
              <a:latin typeface="Trebuchet MS" panose="020B0603020202020204"/>
              <a:cs typeface="Trebuchet MS" panose="020B0603020202020204"/>
            </a:endParaRPr>
          </a:p>
          <a:p>
            <a:pPr marL="756285" lvl="1" indent="-286385">
              <a:lnSpc>
                <a:spcPct val="100000"/>
              </a:lnSpc>
              <a:spcBef>
                <a:spcPts val="430"/>
              </a:spcBef>
              <a:buFont typeface="Wingdings" panose="05000000000000000000"/>
              <a:buChar char=""/>
              <a:tabLst>
                <a:tab pos="756285" algn="l"/>
              </a:tabLst>
            </a:pPr>
            <a:r>
              <a:rPr sz="1800" dirty="0">
                <a:latin typeface="Trebuchet MS" panose="020B0603020202020204"/>
                <a:cs typeface="Trebuchet MS" panose="020B0603020202020204"/>
              </a:rPr>
              <a:t>PL/SQL</a:t>
            </a:r>
            <a:r>
              <a:rPr sz="1800" spc="-110" dirty="0">
                <a:latin typeface="Trebuchet MS" panose="020B0603020202020204"/>
                <a:cs typeface="Trebuchet MS" panose="020B0603020202020204"/>
              </a:rPr>
              <a:t> </a:t>
            </a:r>
            <a:r>
              <a:rPr sz="1800" dirty="0">
                <a:latin typeface="Trebuchet MS" panose="020B0603020202020204"/>
                <a:cs typeface="Trebuchet MS" panose="020B0603020202020204"/>
              </a:rPr>
              <a:t>code</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can</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be</a:t>
            </a:r>
            <a:r>
              <a:rPr sz="1800" spc="-45" dirty="0">
                <a:highlight>
                  <a:srgbClr val="FFFF00"/>
                </a:highlight>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executed</a:t>
            </a:r>
            <a:r>
              <a:rPr sz="1800" b="1" spc="-20" dirty="0">
                <a:highlight>
                  <a:srgbClr val="FFFF00"/>
                </a:highlight>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by</a:t>
            </a:r>
            <a:r>
              <a:rPr sz="1800" b="1" spc="-40" dirty="0">
                <a:highlight>
                  <a:srgbClr val="FFFF00"/>
                </a:highlight>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other</a:t>
            </a:r>
            <a:r>
              <a:rPr sz="1800" b="1" spc="-30" dirty="0">
                <a:highlight>
                  <a:srgbClr val="FFFF00"/>
                </a:highlight>
                <a:latin typeface="Trebuchet MS" panose="020B0603020202020204"/>
                <a:cs typeface="Trebuchet MS" panose="020B0603020202020204"/>
              </a:rPr>
              <a:t> </a:t>
            </a:r>
            <a:r>
              <a:rPr sz="1800" b="1" spc="-10" dirty="0">
                <a:highlight>
                  <a:srgbClr val="FFFF00"/>
                </a:highlight>
                <a:latin typeface="Trebuchet MS" panose="020B0603020202020204"/>
                <a:cs typeface="Trebuchet MS" panose="020B0603020202020204"/>
              </a:rPr>
              <a:t>programming</a:t>
            </a:r>
            <a:r>
              <a:rPr sz="1800" b="1" spc="-30" dirty="0">
                <a:highlight>
                  <a:srgbClr val="FFFF00"/>
                </a:highlight>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language</a:t>
            </a:r>
            <a:r>
              <a:rPr sz="1800" b="1" spc="-50" dirty="0">
                <a:highlight>
                  <a:srgbClr val="FFFF00"/>
                </a:highlight>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like</a:t>
            </a:r>
            <a:r>
              <a:rPr sz="1800" spc="-35" dirty="0">
                <a:highlight>
                  <a:srgbClr val="FFFF00"/>
                </a:highlight>
                <a:latin typeface="Trebuchet MS" panose="020B0603020202020204"/>
                <a:cs typeface="Trebuchet MS" panose="020B0603020202020204"/>
              </a:rPr>
              <a:t> </a:t>
            </a:r>
            <a:r>
              <a:rPr sz="1800" spc="-10" dirty="0">
                <a:highlight>
                  <a:srgbClr val="FFFF00"/>
                </a:highlight>
                <a:latin typeface="Trebuchet MS" panose="020B0603020202020204"/>
                <a:cs typeface="Trebuchet MS" panose="020B0603020202020204"/>
              </a:rPr>
              <a:t>JAVA</a:t>
            </a:r>
            <a:r>
              <a:rPr sz="1800" spc="-10" dirty="0">
                <a:latin typeface="Trebuchet MS" panose="020B0603020202020204"/>
                <a:cs typeface="Trebuchet MS" panose="020B0603020202020204"/>
              </a:rPr>
              <a:t>.</a:t>
            </a:r>
            <a:endParaRPr sz="1800">
              <a:latin typeface="Trebuchet MS" panose="020B0603020202020204"/>
              <a:cs typeface="Trebuchet MS" panose="020B060302020202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1689100">
              <a:lnSpc>
                <a:spcPct val="100000"/>
              </a:lnSpc>
              <a:spcBef>
                <a:spcPts val="100"/>
              </a:spcBef>
            </a:pPr>
            <a:r>
              <a:rPr sz="4400" dirty="0"/>
              <a:t>Advantages</a:t>
            </a:r>
            <a:r>
              <a:rPr sz="4400" spc="-145" dirty="0"/>
              <a:t> </a:t>
            </a:r>
            <a:r>
              <a:rPr sz="4400" dirty="0"/>
              <a:t>of</a:t>
            </a:r>
            <a:r>
              <a:rPr sz="4400" spc="-125" dirty="0"/>
              <a:t> </a:t>
            </a:r>
            <a:r>
              <a:rPr sz="4400" spc="-10" dirty="0"/>
              <a:t>PL/SQL</a:t>
            </a:r>
            <a:endParaRPr sz="4400"/>
          </a:p>
        </p:txBody>
      </p:sp>
      <p:sp>
        <p:nvSpPr>
          <p:cNvPr id="3" name="object 3"/>
          <p:cNvSpPr txBox="1"/>
          <p:nvPr/>
        </p:nvSpPr>
        <p:spPr>
          <a:xfrm>
            <a:off x="283260" y="1510106"/>
            <a:ext cx="8681085" cy="2598420"/>
          </a:xfrm>
          <a:prstGeom prst="rect">
            <a:avLst/>
          </a:prstGeom>
        </p:spPr>
        <p:txBody>
          <a:bodyPr vert="horz" wrap="square" lIns="0" tIns="12065" rIns="0" bIns="0" rtlCol="0">
            <a:spAutoFit/>
          </a:bodyPr>
          <a:lstStyle/>
          <a:p>
            <a:pPr marL="12700">
              <a:lnSpc>
                <a:spcPct val="100000"/>
              </a:lnSpc>
              <a:spcBef>
                <a:spcPts val="95"/>
              </a:spcBef>
            </a:pPr>
            <a:r>
              <a:rPr sz="2200" b="1" dirty="0">
                <a:latin typeface="Trebuchet MS" panose="020B0603020202020204"/>
                <a:cs typeface="Trebuchet MS" panose="020B0603020202020204"/>
              </a:rPr>
              <a:t>7)</a:t>
            </a:r>
            <a:r>
              <a:rPr sz="2200" b="1" spc="-95" dirty="0">
                <a:latin typeface="Trebuchet MS" panose="020B0603020202020204"/>
                <a:cs typeface="Trebuchet MS" panose="020B0603020202020204"/>
              </a:rPr>
              <a:t> </a:t>
            </a:r>
            <a:r>
              <a:rPr sz="2200" b="1" dirty="0">
                <a:latin typeface="Trebuchet MS" panose="020B0603020202020204"/>
                <a:cs typeface="Trebuchet MS" panose="020B0603020202020204"/>
              </a:rPr>
              <a:t>Efficient</a:t>
            </a:r>
            <a:r>
              <a:rPr sz="2200" b="1" spc="-65" dirty="0">
                <a:latin typeface="Trebuchet MS" panose="020B0603020202020204"/>
                <a:cs typeface="Trebuchet MS" panose="020B0603020202020204"/>
              </a:rPr>
              <a:t> </a:t>
            </a:r>
            <a:r>
              <a:rPr sz="2200" b="1" spc="-10" dirty="0">
                <a:latin typeface="Trebuchet MS" panose="020B0603020202020204"/>
                <a:cs typeface="Trebuchet MS" panose="020B0603020202020204"/>
              </a:rPr>
              <a:t>Execution</a:t>
            </a:r>
            <a:endParaRPr sz="2200">
              <a:latin typeface="Trebuchet MS" panose="020B0603020202020204"/>
              <a:cs typeface="Trebuchet MS" panose="020B0603020202020204"/>
            </a:endParaRPr>
          </a:p>
          <a:p>
            <a:pPr>
              <a:lnSpc>
                <a:spcPct val="100000"/>
              </a:lnSpc>
              <a:spcBef>
                <a:spcPts val="1065"/>
              </a:spcBef>
            </a:pPr>
            <a:endParaRPr sz="2200">
              <a:latin typeface="Trebuchet MS" panose="020B0603020202020204"/>
              <a:cs typeface="Trebuchet MS" panose="020B0603020202020204"/>
            </a:endParaRPr>
          </a:p>
          <a:p>
            <a:pPr marL="755015" marR="5080" indent="-285750">
              <a:lnSpc>
                <a:spcPct val="100000"/>
              </a:lnSpc>
              <a:buFont typeface="Wingdings" panose="05000000000000000000"/>
              <a:buChar char=""/>
              <a:tabLst>
                <a:tab pos="756285" algn="l"/>
              </a:tabLst>
            </a:pPr>
            <a:r>
              <a:rPr sz="1800" dirty="0">
                <a:latin typeface="Trebuchet MS" panose="020B0603020202020204"/>
                <a:cs typeface="Trebuchet MS" panose="020B0603020202020204"/>
              </a:rPr>
              <a:t>PL/SQL</a:t>
            </a:r>
            <a:r>
              <a:rPr sz="1800" spc="-85" dirty="0">
                <a:latin typeface="Trebuchet MS" panose="020B0603020202020204"/>
                <a:cs typeface="Trebuchet MS" panose="020B0603020202020204"/>
              </a:rPr>
              <a:t> </a:t>
            </a:r>
            <a:r>
              <a:rPr sz="1800" dirty="0">
                <a:latin typeface="Trebuchet MS" panose="020B0603020202020204"/>
                <a:cs typeface="Trebuchet MS" panose="020B0603020202020204"/>
              </a:rPr>
              <a:t>sends</a:t>
            </a:r>
            <a:r>
              <a:rPr sz="1800" spc="-20" dirty="0">
                <a:latin typeface="Trebuchet MS" panose="020B0603020202020204"/>
                <a:cs typeface="Trebuchet MS" panose="020B0603020202020204"/>
              </a:rPr>
              <a:t> </a:t>
            </a:r>
            <a:r>
              <a:rPr sz="1800" dirty="0">
                <a:latin typeface="Trebuchet MS" panose="020B0603020202020204"/>
                <a:cs typeface="Trebuchet MS" panose="020B0603020202020204"/>
              </a:rPr>
              <a:t>an</a:t>
            </a:r>
            <a:r>
              <a:rPr sz="1800" spc="-20" dirty="0">
                <a:latin typeface="Trebuchet MS" panose="020B0603020202020204"/>
                <a:cs typeface="Trebuchet MS" panose="020B0603020202020204"/>
              </a:rPr>
              <a:t> </a:t>
            </a:r>
            <a:r>
              <a:rPr sz="1800" dirty="0">
                <a:latin typeface="Trebuchet MS" panose="020B0603020202020204"/>
                <a:cs typeface="Trebuchet MS" panose="020B0603020202020204"/>
              </a:rPr>
              <a:t>entire</a:t>
            </a:r>
            <a:r>
              <a:rPr sz="1800" spc="-20" dirty="0">
                <a:latin typeface="Trebuchet MS" panose="020B0603020202020204"/>
                <a:cs typeface="Trebuchet MS" panose="020B0603020202020204"/>
              </a:rPr>
              <a:t> </a:t>
            </a:r>
            <a:r>
              <a:rPr sz="1800" dirty="0">
                <a:latin typeface="Trebuchet MS" panose="020B0603020202020204"/>
                <a:cs typeface="Trebuchet MS" panose="020B0603020202020204"/>
              </a:rPr>
              <a:t>block</a:t>
            </a:r>
            <a:r>
              <a:rPr sz="1800" spc="-20" dirty="0">
                <a:latin typeface="Trebuchet MS" panose="020B0603020202020204"/>
                <a:cs typeface="Trebuchet MS" panose="020B0603020202020204"/>
              </a:rPr>
              <a:t> </a:t>
            </a:r>
            <a:r>
              <a:rPr sz="1800" dirty="0">
                <a:latin typeface="Trebuchet MS" panose="020B0603020202020204"/>
                <a:cs typeface="Trebuchet MS" panose="020B0603020202020204"/>
              </a:rPr>
              <a:t>of</a:t>
            </a:r>
            <a:r>
              <a:rPr sz="1800" spc="-25" dirty="0">
                <a:latin typeface="Trebuchet MS" panose="020B0603020202020204"/>
                <a:cs typeface="Trebuchet MS" panose="020B0603020202020204"/>
              </a:rPr>
              <a:t> </a:t>
            </a:r>
            <a:r>
              <a:rPr sz="1800" dirty="0">
                <a:latin typeface="Trebuchet MS" panose="020B0603020202020204"/>
                <a:cs typeface="Trebuchet MS" panose="020B0603020202020204"/>
              </a:rPr>
              <a:t>SQL</a:t>
            </a:r>
            <a:r>
              <a:rPr sz="1800" spc="-85" dirty="0">
                <a:latin typeface="Trebuchet MS" panose="020B0603020202020204"/>
                <a:cs typeface="Trebuchet MS" panose="020B0603020202020204"/>
              </a:rPr>
              <a:t> </a:t>
            </a:r>
            <a:r>
              <a:rPr sz="1800" dirty="0">
                <a:latin typeface="Trebuchet MS" panose="020B0603020202020204"/>
                <a:cs typeface="Trebuchet MS" panose="020B0603020202020204"/>
              </a:rPr>
              <a:t>statements</a:t>
            </a:r>
            <a:r>
              <a:rPr sz="1800" spc="-20"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15" dirty="0">
                <a:latin typeface="Trebuchet MS" panose="020B0603020202020204"/>
                <a:cs typeface="Trebuchet MS" panose="020B0603020202020204"/>
              </a:rPr>
              <a:t> </a:t>
            </a:r>
            <a:r>
              <a:rPr sz="1800" dirty="0">
                <a:latin typeface="Trebuchet MS" panose="020B0603020202020204"/>
                <a:cs typeface="Trebuchet MS" panose="020B0603020202020204"/>
              </a:rPr>
              <a:t>the</a:t>
            </a:r>
            <a:r>
              <a:rPr sz="1800" spc="-20" dirty="0">
                <a:latin typeface="Trebuchet MS" panose="020B0603020202020204"/>
                <a:cs typeface="Trebuchet MS" panose="020B0603020202020204"/>
              </a:rPr>
              <a:t> </a:t>
            </a:r>
            <a:r>
              <a:rPr sz="1800" dirty="0">
                <a:latin typeface="Trebuchet MS" panose="020B0603020202020204"/>
                <a:cs typeface="Trebuchet MS" panose="020B0603020202020204"/>
              </a:rPr>
              <a:t>Oracle</a:t>
            </a:r>
            <a:r>
              <a:rPr sz="1800" spc="-15" dirty="0">
                <a:latin typeface="Trebuchet MS" panose="020B0603020202020204"/>
                <a:cs typeface="Trebuchet MS" panose="020B0603020202020204"/>
              </a:rPr>
              <a:t> </a:t>
            </a:r>
            <a:r>
              <a:rPr sz="1800" dirty="0">
                <a:latin typeface="Trebuchet MS" panose="020B0603020202020204"/>
                <a:cs typeface="Trebuchet MS" panose="020B0603020202020204"/>
              </a:rPr>
              <a:t>engine,</a:t>
            </a:r>
            <a:r>
              <a:rPr sz="1800" spc="-15" dirty="0">
                <a:latin typeface="Trebuchet MS" panose="020B0603020202020204"/>
                <a:cs typeface="Trebuchet MS" panose="020B0603020202020204"/>
              </a:rPr>
              <a:t> </a:t>
            </a:r>
            <a:r>
              <a:rPr sz="1800" spc="-10" dirty="0">
                <a:latin typeface="Trebuchet MS" panose="020B0603020202020204"/>
                <a:cs typeface="Trebuchet MS" panose="020B0603020202020204"/>
              </a:rPr>
              <a:t>where </a:t>
            </a:r>
            <a:r>
              <a:rPr sz="1800" spc="-10" dirty="0">
                <a:latin typeface="Trebuchet MS" panose="020B0603020202020204"/>
                <a:cs typeface="Trebuchet MS" panose="020B0603020202020204"/>
              </a:rPr>
              <a:t>	</a:t>
            </a:r>
            <a:r>
              <a:rPr sz="1800" dirty="0">
                <a:latin typeface="Trebuchet MS" panose="020B0603020202020204"/>
                <a:cs typeface="Trebuchet MS" panose="020B0603020202020204"/>
              </a:rPr>
              <a:t>these</a:t>
            </a:r>
            <a:r>
              <a:rPr sz="1800" spc="-65" dirty="0">
                <a:latin typeface="Trebuchet MS" panose="020B0603020202020204"/>
                <a:cs typeface="Trebuchet MS" panose="020B0603020202020204"/>
              </a:rPr>
              <a:t> </a:t>
            </a:r>
            <a:r>
              <a:rPr sz="1800" dirty="0">
                <a:latin typeface="Trebuchet MS" panose="020B0603020202020204"/>
                <a:cs typeface="Trebuchet MS" panose="020B0603020202020204"/>
              </a:rPr>
              <a:t>statements</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are</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executed</a:t>
            </a:r>
            <a:r>
              <a:rPr sz="1800" spc="-65" dirty="0">
                <a:latin typeface="Trebuchet MS" panose="020B0603020202020204"/>
                <a:cs typeface="Trebuchet MS" panose="020B0603020202020204"/>
              </a:rPr>
              <a:t> </a:t>
            </a:r>
            <a:r>
              <a:rPr sz="1800" dirty="0">
                <a:latin typeface="Trebuchet MS" panose="020B0603020202020204"/>
                <a:cs typeface="Trebuchet MS" panose="020B0603020202020204"/>
              </a:rPr>
              <a:t>in</a:t>
            </a:r>
            <a:r>
              <a:rPr sz="1800" spc="-65" dirty="0">
                <a:latin typeface="Trebuchet MS" panose="020B0603020202020204"/>
                <a:cs typeface="Trebuchet MS" panose="020B0603020202020204"/>
              </a:rPr>
              <a:t> </a:t>
            </a:r>
            <a:r>
              <a:rPr sz="1800" dirty="0">
                <a:latin typeface="Trebuchet MS" panose="020B0603020202020204"/>
                <a:cs typeface="Trebuchet MS" panose="020B0603020202020204"/>
              </a:rPr>
              <a:t>one</a:t>
            </a:r>
            <a:r>
              <a:rPr sz="1800" spc="-50" dirty="0">
                <a:latin typeface="Trebuchet MS" panose="020B0603020202020204"/>
                <a:cs typeface="Trebuchet MS" panose="020B0603020202020204"/>
              </a:rPr>
              <a:t> </a:t>
            </a:r>
            <a:r>
              <a:rPr sz="1800" spc="-25" dirty="0">
                <a:latin typeface="Trebuchet MS" panose="020B0603020202020204"/>
                <a:cs typeface="Trebuchet MS" panose="020B0603020202020204"/>
              </a:rPr>
              <a:t>go.</a:t>
            </a:r>
            <a:endParaRPr sz="1800" spc="-25" dirty="0">
              <a:latin typeface="Trebuchet MS" panose="020B0603020202020204"/>
              <a:cs typeface="Trebuchet MS" panose="020B0603020202020204"/>
            </a:endParaRPr>
          </a:p>
          <a:p>
            <a:pPr marL="755015" marR="5080" indent="-285750">
              <a:lnSpc>
                <a:spcPct val="100000"/>
              </a:lnSpc>
              <a:buFont typeface="Wingdings" panose="05000000000000000000"/>
              <a:buChar char=""/>
              <a:tabLst>
                <a:tab pos="756285" algn="l"/>
              </a:tabLst>
            </a:pPr>
            <a:r>
              <a:rPr lang="zh-CN" altLang="en-US" sz="1800" spc="-25" dirty="0">
                <a:highlight>
                  <a:srgbClr val="FF0000"/>
                </a:highlight>
                <a:latin typeface="Trebuchet MS" panose="020B0603020202020204"/>
                <a:cs typeface="Trebuchet MS" panose="020B0603020202020204"/>
              </a:rPr>
              <a:t>👉 </a:t>
            </a:r>
            <a:r>
              <a:rPr lang="en-US" altLang="en-US" sz="1800" spc="-25" dirty="0">
                <a:highlight>
                  <a:srgbClr val="FF0000"/>
                </a:highlight>
                <a:latin typeface="Trebuchet MS" panose="020B0603020202020204"/>
                <a:cs typeface="Trebuchet MS" panose="020B0603020202020204"/>
              </a:rPr>
              <a:t>PL/SQL mein SQL statements ka poora block ek saath Oracle engine ko send kiya jaata hai.</a:t>
            </a:r>
            <a:endParaRPr lang="en-US" altLang="en-US" sz="1800" spc="-25" dirty="0">
              <a:highlight>
                <a:srgbClr val="FF0000"/>
              </a:highlight>
              <a:latin typeface="Trebuchet MS" panose="020B0603020202020204"/>
              <a:cs typeface="Trebuchet MS" panose="020B0603020202020204"/>
            </a:endParaRPr>
          </a:p>
          <a:p>
            <a:pPr marL="755650" indent="-285750">
              <a:lnSpc>
                <a:spcPct val="100000"/>
              </a:lnSpc>
              <a:spcBef>
                <a:spcPts val="430"/>
              </a:spcBef>
              <a:buFont typeface="Wingdings" panose="05000000000000000000"/>
              <a:buChar char=""/>
              <a:tabLst>
                <a:tab pos="755650" algn="l"/>
              </a:tabLst>
            </a:pPr>
            <a:r>
              <a:rPr sz="1800" spc="-10" dirty="0">
                <a:highlight>
                  <a:srgbClr val="FFFF00"/>
                </a:highlight>
                <a:latin typeface="Trebuchet MS" panose="020B0603020202020204"/>
                <a:cs typeface="Trebuchet MS" panose="020B0603020202020204"/>
              </a:rPr>
              <a:t>Reduces</a:t>
            </a:r>
            <a:r>
              <a:rPr sz="1800" spc="-75" dirty="0">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network</a:t>
            </a:r>
            <a:r>
              <a:rPr sz="1800" b="1" spc="-65"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traffic</a:t>
            </a:r>
            <a:r>
              <a:rPr sz="1800" b="1" spc="-60"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and</a:t>
            </a:r>
            <a:r>
              <a:rPr sz="1800" b="1" spc="-55"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improves</a:t>
            </a:r>
            <a:r>
              <a:rPr sz="1800" b="1" spc="-75"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efficiency</a:t>
            </a:r>
            <a:r>
              <a:rPr sz="1800" b="1" spc="-55" dirty="0">
                <a:solidFill>
                  <a:srgbClr val="FF0000"/>
                </a:solidFill>
                <a:highlight>
                  <a:srgbClr val="FFFF00"/>
                </a:highlight>
                <a:latin typeface="Trebuchet MS" panose="020B0603020202020204"/>
                <a:cs typeface="Trebuchet MS" panose="020B0603020202020204"/>
              </a:rPr>
              <a:t> </a:t>
            </a:r>
            <a:r>
              <a:rPr sz="1800" b="1" dirty="0">
                <a:solidFill>
                  <a:srgbClr val="FF0000"/>
                </a:solidFill>
                <a:highlight>
                  <a:srgbClr val="FFFF00"/>
                </a:highlight>
                <a:latin typeface="Trebuchet MS" panose="020B0603020202020204"/>
                <a:cs typeface="Trebuchet MS" panose="020B0603020202020204"/>
              </a:rPr>
              <a:t>of</a:t>
            </a:r>
            <a:r>
              <a:rPr sz="1800" b="1" spc="-90" dirty="0">
                <a:solidFill>
                  <a:srgbClr val="FF0000"/>
                </a:solidFill>
                <a:highlight>
                  <a:srgbClr val="FFFF00"/>
                </a:highlight>
                <a:latin typeface="Trebuchet MS" panose="020B0603020202020204"/>
                <a:cs typeface="Trebuchet MS" panose="020B0603020202020204"/>
              </a:rPr>
              <a:t> </a:t>
            </a:r>
            <a:r>
              <a:rPr sz="1800" b="1" spc="-10" dirty="0">
                <a:solidFill>
                  <a:srgbClr val="FF0000"/>
                </a:solidFill>
                <a:highlight>
                  <a:srgbClr val="FFFF00"/>
                </a:highlight>
                <a:latin typeface="Trebuchet MS" panose="020B0603020202020204"/>
                <a:cs typeface="Trebuchet MS" panose="020B0603020202020204"/>
              </a:rPr>
              <a:t>execution</a:t>
            </a:r>
            <a:r>
              <a:rPr sz="1800" spc="-10" dirty="0">
                <a:highlight>
                  <a:srgbClr val="FFFF00"/>
                </a:highlight>
                <a:latin typeface="Trebuchet MS" panose="020B0603020202020204"/>
                <a:cs typeface="Trebuchet MS" panose="020B0603020202020204"/>
              </a:rPr>
              <a:t>.</a:t>
            </a:r>
            <a:endParaRPr sz="1800">
              <a:latin typeface="Trebuchet MS" panose="020B0603020202020204"/>
              <a:cs typeface="Trebuchet MS" panose="020B0603020202020204"/>
            </a:endParaRPr>
          </a:p>
          <a:p>
            <a:pPr marL="755650" indent="-285750">
              <a:lnSpc>
                <a:spcPct val="100000"/>
              </a:lnSpc>
              <a:spcBef>
                <a:spcPts val="435"/>
              </a:spcBef>
              <a:buFont typeface="Wingdings" panose="05000000000000000000"/>
              <a:buChar char=""/>
              <a:tabLst>
                <a:tab pos="755650" algn="l"/>
              </a:tabLst>
            </a:pPr>
            <a:r>
              <a:rPr sz="1800" dirty="0">
                <a:latin typeface="Trebuchet MS" panose="020B0603020202020204"/>
                <a:cs typeface="Trebuchet MS" panose="020B0603020202020204"/>
              </a:rPr>
              <a:t>In</a:t>
            </a:r>
            <a:r>
              <a:rPr sz="1800" spc="-50" dirty="0">
                <a:latin typeface="Trebuchet MS" panose="020B0603020202020204"/>
                <a:cs typeface="Trebuchet MS" panose="020B0603020202020204"/>
              </a:rPr>
              <a:t> </a:t>
            </a:r>
            <a:r>
              <a:rPr sz="1800" b="1" dirty="0">
                <a:latin typeface="Trebuchet MS" panose="020B0603020202020204"/>
                <a:cs typeface="Trebuchet MS" panose="020B0603020202020204"/>
              </a:rPr>
              <a:t>SQL,</a:t>
            </a:r>
            <a:r>
              <a:rPr sz="1800" b="1" spc="-55" dirty="0">
                <a:latin typeface="Trebuchet MS" panose="020B0603020202020204"/>
                <a:cs typeface="Trebuchet MS" panose="020B0603020202020204"/>
              </a:rPr>
              <a:t> </a:t>
            </a:r>
            <a:r>
              <a:rPr sz="1800" b="1" dirty="0">
                <a:latin typeface="Trebuchet MS" panose="020B0603020202020204"/>
                <a:cs typeface="Trebuchet MS" panose="020B0603020202020204"/>
              </a:rPr>
              <a:t>all</a:t>
            </a:r>
            <a:r>
              <a:rPr sz="1800" b="1" spc="-55" dirty="0">
                <a:latin typeface="Trebuchet MS" panose="020B0603020202020204"/>
                <a:cs typeface="Trebuchet MS" panose="020B0603020202020204"/>
              </a:rPr>
              <a:t> </a:t>
            </a:r>
            <a:r>
              <a:rPr sz="1800" b="1" dirty="0">
                <a:latin typeface="Trebuchet MS" panose="020B0603020202020204"/>
                <a:cs typeface="Trebuchet MS" panose="020B0603020202020204"/>
              </a:rPr>
              <a:t>statements</a:t>
            </a:r>
            <a:r>
              <a:rPr sz="1800" b="1" spc="-35" dirty="0">
                <a:latin typeface="Trebuchet MS" panose="020B0603020202020204"/>
                <a:cs typeface="Trebuchet MS" panose="020B0603020202020204"/>
              </a:rPr>
              <a:t> </a:t>
            </a:r>
            <a:r>
              <a:rPr sz="1800" b="1" dirty="0">
                <a:latin typeface="Trebuchet MS" panose="020B0603020202020204"/>
                <a:cs typeface="Trebuchet MS" panose="020B0603020202020204"/>
              </a:rPr>
              <a:t>are</a:t>
            </a:r>
            <a:r>
              <a:rPr sz="1800" b="1" spc="-45" dirty="0">
                <a:latin typeface="Trebuchet MS" panose="020B0603020202020204"/>
                <a:cs typeface="Trebuchet MS" panose="020B0603020202020204"/>
              </a:rPr>
              <a:t> </a:t>
            </a:r>
            <a:r>
              <a:rPr sz="1800" b="1" dirty="0">
                <a:latin typeface="Trebuchet MS" panose="020B0603020202020204"/>
                <a:cs typeface="Trebuchet MS" panose="020B0603020202020204"/>
              </a:rPr>
              <a:t>transferred</a:t>
            </a:r>
            <a:r>
              <a:rPr sz="1800" b="1" spc="-15" dirty="0">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one</a:t>
            </a:r>
            <a:r>
              <a:rPr sz="1800" b="1" spc="-65" dirty="0">
                <a:highlight>
                  <a:srgbClr val="FFFF00"/>
                </a:highlight>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by</a:t>
            </a:r>
            <a:r>
              <a:rPr sz="1800" b="1" spc="-40" dirty="0">
                <a:highlight>
                  <a:srgbClr val="FFFF00"/>
                </a:highlight>
                <a:latin typeface="Trebuchet MS" panose="020B0603020202020204"/>
                <a:cs typeface="Trebuchet MS" panose="020B0603020202020204"/>
              </a:rPr>
              <a:t> </a:t>
            </a:r>
            <a:r>
              <a:rPr sz="1800" b="1" spc="-20" dirty="0">
                <a:highlight>
                  <a:srgbClr val="FFFF00"/>
                </a:highlight>
                <a:latin typeface="Trebuchet MS" panose="020B0603020202020204"/>
                <a:cs typeface="Trebuchet MS" panose="020B0603020202020204"/>
              </a:rPr>
              <a:t>one.</a:t>
            </a:r>
            <a:endParaRPr sz="1800" b="1" spc="-20" dirty="0">
              <a:highlight>
                <a:srgbClr val="FFFF00"/>
              </a:highlight>
              <a:latin typeface="Trebuchet MS" panose="020B0603020202020204"/>
              <a:cs typeface="Trebuchet MS" panose="020B060302020202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1605" y="-125730"/>
            <a:ext cx="8860790" cy="1352550"/>
          </a:xfrm>
        </p:spPr>
        <p:txBody>
          <a:bodyPr>
            <a:noAutofit/>
          </a:bodyPr>
          <a:p>
            <a:pPr algn="ctr"/>
            <a:r>
              <a:rPr lang="en-US" sz="6000"/>
              <a:t>All 7 Advantage</a:t>
            </a:r>
            <a:endParaRPr lang="en-US" sz="6000"/>
          </a:p>
        </p:txBody>
      </p:sp>
      <p:sp>
        <p:nvSpPr>
          <p:cNvPr id="3" name="Text Placeholder 2"/>
          <p:cNvSpPr>
            <a:spLocks noGrp="1"/>
          </p:cNvSpPr>
          <p:nvPr>
            <p:ph type="body" idx="1"/>
          </p:nvPr>
        </p:nvSpPr>
        <p:spPr/>
        <p:txBody>
          <a:bodyPr/>
          <a:p>
            <a:endParaRPr lang="en-US"/>
          </a:p>
        </p:txBody>
      </p:sp>
      <p:graphicFrame>
        <p:nvGraphicFramePr>
          <p:cNvPr id="4" name="Table 3"/>
          <p:cNvGraphicFramePr/>
          <p:nvPr/>
        </p:nvGraphicFramePr>
        <p:xfrm>
          <a:off x="268605" y="2020570"/>
          <a:ext cx="8465820" cy="3589655"/>
        </p:xfrm>
        <a:graphic>
          <a:graphicData uri="http://schemas.openxmlformats.org/drawingml/2006/table">
            <a:tbl>
              <a:tblPr/>
              <a:tblGrid>
                <a:gridCol w="1941195"/>
                <a:gridCol w="3702685"/>
                <a:gridCol w="2821940"/>
              </a:tblGrid>
              <a:tr h="379095">
                <a:tc>
                  <a:txBody>
                    <a:bodyPr/>
                    <a:p>
                      <a:r>
                        <a:rPr lang="en-US" altLang="zh-CN" sz="1100"/>
                        <a:t>b</a:t>
                      </a:r>
                      <a:endParaRPr lang="en-US" altLang="zh-CN" sz="1100"/>
                    </a:p>
                  </a:txBody>
                  <a:tcPr marL="0" marR="0" marT="0" marB="0" anchor="ctr" anchorCtr="0">
                    <a:lnL>
                      <a:noFill/>
                    </a:lnL>
                    <a:lnR>
                      <a:noFill/>
                    </a:lnR>
                    <a:lnT>
                      <a:noFill/>
                    </a:lnT>
                    <a:lnB>
                      <a:noFill/>
                    </a:lnB>
                    <a:noFill/>
                  </a:tcPr>
                </a:tc>
                <a:tc>
                  <a:txBody>
                    <a:bodyPr/>
                    <a:p>
                      <a:r>
                        <a:rPr lang="en-US" altLang="zh-CN" sz="2400" b="1"/>
                        <a:t>Advantage</a:t>
                      </a:r>
                      <a:endParaRPr lang="en-US" altLang="zh-CN" sz="2400" b="1"/>
                    </a:p>
                  </a:txBody>
                  <a:tcPr marL="0" marR="0" marT="0" marB="0" anchor="ctr" anchorCtr="0">
                    <a:lnL>
                      <a:noFill/>
                    </a:lnL>
                    <a:lnR>
                      <a:noFill/>
                    </a:lnR>
                    <a:lnT>
                      <a:noFill/>
                    </a:lnT>
                    <a:lnB>
                      <a:noFill/>
                    </a:lnB>
                    <a:noFill/>
                  </a:tcPr>
                </a:tc>
                <a:tc>
                  <a:txBody>
                    <a:bodyPr/>
                    <a:p>
                      <a:r>
                        <a:rPr lang="en-US" altLang="zh-CN" sz="2400" b="1"/>
                        <a:t>Simple Meaning</a:t>
                      </a:r>
                      <a:endParaRPr lang="en-US" altLang="zh-CN" sz="2400" b="1"/>
                    </a:p>
                  </a:txBody>
                  <a:tcPr marL="0" marR="0" marT="0" marB="0" anchor="ctr" anchorCtr="0">
                    <a:lnL>
                      <a:noFill/>
                    </a:lnL>
                    <a:lnR>
                      <a:noFill/>
                    </a:lnR>
                    <a:lnT>
                      <a:noFill/>
                    </a:lnT>
                    <a:lnB>
                      <a:noFill/>
                    </a:lnB>
                    <a:noFill/>
                  </a:tcPr>
                </a:tc>
              </a:tr>
              <a:tr h="377190">
                <a:tc>
                  <a:txBody>
                    <a:bodyPr/>
                    <a:p>
                      <a:r>
                        <a:rPr lang="en-US" altLang="zh-CN" sz="1100"/>
                        <a:t>1</a:t>
                      </a:r>
                      <a:endParaRPr lang="en-US" altLang="zh-CN" sz="1100"/>
                    </a:p>
                  </a:txBody>
                  <a:tcPr marL="0" marR="0" marT="0" marB="0" anchor="ctr" anchorCtr="0">
                    <a:lnL>
                      <a:noFill/>
                    </a:lnL>
                    <a:lnR>
                      <a:noFill/>
                    </a:lnR>
                    <a:lnT>
                      <a:noFill/>
                    </a:lnT>
                    <a:lnB>
                      <a:noFill/>
                    </a:lnB>
                    <a:noFill/>
                  </a:tcPr>
                </a:tc>
                <a:tc>
                  <a:txBody>
                    <a:bodyPr/>
                    <a:p>
                      <a:r>
                        <a:rPr lang="en-US" altLang="zh-CN" sz="1100"/>
                        <a:t>Procedural Capabilities</a:t>
                      </a:r>
                      <a:endParaRPr lang="en-US" altLang="zh-CN" sz="1100"/>
                    </a:p>
                  </a:txBody>
                  <a:tcPr marL="0" marR="0" marT="0" marB="0" anchor="ctr" anchorCtr="0">
                    <a:lnL>
                      <a:noFill/>
                    </a:lnL>
                    <a:lnR>
                      <a:noFill/>
                    </a:lnR>
                    <a:lnT>
                      <a:noFill/>
                    </a:lnT>
                    <a:lnB>
                      <a:noFill/>
                    </a:lnB>
                    <a:noFill/>
                  </a:tcPr>
                </a:tc>
                <a:tc>
                  <a:txBody>
                    <a:bodyPr/>
                    <a:p>
                      <a:r>
                        <a:rPr lang="en-US" altLang="zh-CN" sz="1100"/>
                        <a:t>Conditions, branching, loops</a:t>
                      </a:r>
                      <a:endParaRPr lang="en-US" altLang="zh-CN" sz="1100"/>
                    </a:p>
                  </a:txBody>
                  <a:tcPr marL="0" marR="0" marT="0" marB="0" anchor="ctr" anchorCtr="0">
                    <a:lnL>
                      <a:noFill/>
                    </a:lnL>
                    <a:lnR>
                      <a:noFill/>
                    </a:lnR>
                    <a:lnT>
                      <a:noFill/>
                    </a:lnT>
                    <a:lnB>
                      <a:noFill/>
                    </a:lnB>
                    <a:noFill/>
                  </a:tcPr>
                </a:tc>
              </a:tr>
              <a:tr h="379095">
                <a:tc>
                  <a:txBody>
                    <a:bodyPr/>
                    <a:p>
                      <a:r>
                        <a:rPr lang="en-US" altLang="zh-CN" sz="1100"/>
                        <a:t>2</a:t>
                      </a:r>
                      <a:endParaRPr lang="en-US" altLang="zh-CN" sz="1100"/>
                    </a:p>
                  </a:txBody>
                  <a:tcPr marL="0" marR="0" marT="0" marB="0" anchor="ctr" anchorCtr="0">
                    <a:lnL>
                      <a:noFill/>
                    </a:lnL>
                    <a:lnR>
                      <a:noFill/>
                    </a:lnR>
                    <a:lnT>
                      <a:noFill/>
                    </a:lnT>
                    <a:lnB>
                      <a:noFill/>
                    </a:lnB>
                    <a:noFill/>
                  </a:tcPr>
                </a:tc>
                <a:tc>
                  <a:txBody>
                    <a:bodyPr/>
                    <a:p>
                      <a:r>
                        <a:rPr lang="en-US" altLang="zh-CN" sz="1100"/>
                        <a:t>Support to Variables</a:t>
                      </a:r>
                      <a:endParaRPr lang="en-US" altLang="zh-CN" sz="1100"/>
                    </a:p>
                  </a:txBody>
                  <a:tcPr marL="0" marR="0" marT="0" marB="0" anchor="ctr" anchorCtr="0">
                    <a:lnL>
                      <a:noFill/>
                    </a:lnL>
                    <a:lnR>
                      <a:noFill/>
                    </a:lnR>
                    <a:lnT>
                      <a:noFill/>
                    </a:lnT>
                    <a:lnB>
                      <a:noFill/>
                    </a:lnB>
                    <a:noFill/>
                  </a:tcPr>
                </a:tc>
                <a:tc>
                  <a:txBody>
                    <a:bodyPr/>
                    <a:p>
                      <a:r>
                        <a:rPr lang="en-US" altLang="zh-CN" sz="1100"/>
                        <a:t>Values store kar sakte hain</a:t>
                      </a:r>
                      <a:endParaRPr lang="en-US" altLang="zh-CN" sz="1100"/>
                    </a:p>
                  </a:txBody>
                  <a:tcPr marL="0" marR="0" marT="0" marB="0" anchor="ctr" anchorCtr="0">
                    <a:lnL>
                      <a:noFill/>
                    </a:lnL>
                    <a:lnR>
                      <a:noFill/>
                    </a:lnR>
                    <a:lnT>
                      <a:noFill/>
                    </a:lnT>
                    <a:lnB>
                      <a:noFill/>
                    </a:lnB>
                    <a:noFill/>
                  </a:tcPr>
                </a:tc>
              </a:tr>
              <a:tr h="377825">
                <a:tc>
                  <a:txBody>
                    <a:bodyPr/>
                    <a:p>
                      <a:r>
                        <a:rPr lang="en-US" altLang="zh-CN" sz="1100"/>
                        <a:t>3</a:t>
                      </a:r>
                      <a:endParaRPr lang="en-US" altLang="zh-CN" sz="1100"/>
                    </a:p>
                  </a:txBody>
                  <a:tcPr marL="0" marR="0" marT="0" marB="0" anchor="ctr" anchorCtr="0">
                    <a:lnL>
                      <a:noFill/>
                    </a:lnL>
                    <a:lnR>
                      <a:noFill/>
                    </a:lnR>
                    <a:lnT>
                      <a:noFill/>
                    </a:lnT>
                    <a:lnB>
                      <a:noFill/>
                    </a:lnB>
                    <a:noFill/>
                  </a:tcPr>
                </a:tc>
                <a:tc>
                  <a:txBody>
                    <a:bodyPr/>
                    <a:p>
                      <a:r>
                        <a:rPr lang="en-US" altLang="zh-CN" sz="1100"/>
                        <a:t>Error Handling</a:t>
                      </a:r>
                      <a:endParaRPr lang="en-US" altLang="zh-CN" sz="1100"/>
                    </a:p>
                  </a:txBody>
                  <a:tcPr marL="0" marR="0" marT="0" marB="0" anchor="ctr" anchorCtr="0">
                    <a:lnL>
                      <a:noFill/>
                    </a:lnL>
                    <a:lnR>
                      <a:noFill/>
                    </a:lnR>
                    <a:lnT>
                      <a:noFill/>
                    </a:lnT>
                    <a:lnB>
                      <a:noFill/>
                    </a:lnB>
                    <a:noFill/>
                  </a:tcPr>
                </a:tc>
                <a:tc>
                  <a:txBody>
                    <a:bodyPr/>
                    <a:p>
                      <a:r>
                        <a:rPr lang="en-US" altLang="zh-CN" sz="1100"/>
                        <a:t>Errors handle kar sakte hain</a:t>
                      </a:r>
                      <a:endParaRPr lang="en-US" altLang="zh-CN" sz="1100"/>
                    </a:p>
                  </a:txBody>
                  <a:tcPr marL="0" marR="0" marT="0" marB="0" anchor="ctr" anchorCtr="0">
                    <a:lnL>
                      <a:noFill/>
                    </a:lnL>
                    <a:lnR>
                      <a:noFill/>
                    </a:lnR>
                    <a:lnT>
                      <a:noFill/>
                    </a:lnT>
                    <a:lnB>
                      <a:noFill/>
                    </a:lnB>
                    <a:noFill/>
                  </a:tcPr>
                </a:tc>
              </a:tr>
              <a:tr h="378460">
                <a:tc>
                  <a:txBody>
                    <a:bodyPr/>
                    <a:p>
                      <a:r>
                        <a:rPr lang="en-US" altLang="zh-CN" sz="1100"/>
                        <a:t>4</a:t>
                      </a:r>
                      <a:endParaRPr lang="en-US" altLang="zh-CN" sz="1100"/>
                    </a:p>
                  </a:txBody>
                  <a:tcPr marL="0" marR="0" marT="0" marB="0" anchor="ctr" anchorCtr="0">
                    <a:lnL>
                      <a:noFill/>
                    </a:lnL>
                    <a:lnR>
                      <a:noFill/>
                    </a:lnR>
                    <a:lnT>
                      <a:noFill/>
                    </a:lnT>
                    <a:lnB>
                      <a:noFill/>
                    </a:lnB>
                    <a:noFill/>
                  </a:tcPr>
                </a:tc>
                <a:tc>
                  <a:txBody>
                    <a:bodyPr/>
                    <a:p>
                      <a:r>
                        <a:rPr lang="en-US" altLang="zh-CN" sz="1100"/>
                        <a:t>User Defined Functions</a:t>
                      </a:r>
                      <a:endParaRPr lang="en-US" altLang="zh-CN" sz="1100"/>
                    </a:p>
                  </a:txBody>
                  <a:tcPr marL="0" marR="0" marT="0" marB="0" anchor="ctr" anchorCtr="0">
                    <a:lnL>
                      <a:noFill/>
                    </a:lnL>
                    <a:lnR>
                      <a:noFill/>
                    </a:lnR>
                    <a:lnT>
                      <a:noFill/>
                    </a:lnT>
                    <a:lnB>
                      <a:noFill/>
                    </a:lnB>
                    <a:noFill/>
                  </a:tcPr>
                </a:tc>
                <a:tc>
                  <a:txBody>
                    <a:bodyPr/>
                    <a:p>
                      <a:r>
                        <a:rPr lang="en-US" altLang="zh-CN" sz="1100"/>
                        <a:t>Apne functions/procedures</a:t>
                      </a:r>
                      <a:endParaRPr lang="en-US" altLang="zh-CN" sz="1100"/>
                    </a:p>
                  </a:txBody>
                  <a:tcPr marL="0" marR="0" marT="0" marB="0" anchor="ctr" anchorCtr="0">
                    <a:lnL>
                      <a:noFill/>
                    </a:lnL>
                    <a:lnR>
                      <a:noFill/>
                    </a:lnR>
                    <a:lnT>
                      <a:noFill/>
                    </a:lnT>
                    <a:lnB>
                      <a:noFill/>
                    </a:lnB>
                    <a:noFill/>
                  </a:tcPr>
                </a:tc>
              </a:tr>
              <a:tr h="377825">
                <a:tc>
                  <a:txBody>
                    <a:bodyPr/>
                    <a:p>
                      <a:r>
                        <a:rPr lang="en-US" altLang="zh-CN" sz="1100"/>
                        <a:t>5</a:t>
                      </a:r>
                      <a:endParaRPr lang="en-US" altLang="zh-CN" sz="1100"/>
                    </a:p>
                  </a:txBody>
                  <a:tcPr marL="0" marR="0" marT="0" marB="0" anchor="ctr" anchorCtr="0">
                    <a:lnL>
                      <a:noFill/>
                    </a:lnL>
                    <a:lnR>
                      <a:noFill/>
                    </a:lnR>
                    <a:lnT>
                      <a:noFill/>
                    </a:lnT>
                    <a:lnB>
                      <a:noFill/>
                    </a:lnB>
                    <a:noFill/>
                  </a:tcPr>
                </a:tc>
                <a:tc>
                  <a:txBody>
                    <a:bodyPr/>
                    <a:p>
                      <a:r>
                        <a:rPr lang="en-US" altLang="zh-CN" sz="1100"/>
                        <a:t>Portability</a:t>
                      </a:r>
                      <a:endParaRPr lang="en-US" altLang="zh-CN" sz="1100"/>
                    </a:p>
                  </a:txBody>
                  <a:tcPr marL="0" marR="0" marT="0" marB="0" anchor="ctr" anchorCtr="0">
                    <a:lnL>
                      <a:noFill/>
                    </a:lnL>
                    <a:lnR>
                      <a:noFill/>
                    </a:lnR>
                    <a:lnT>
                      <a:noFill/>
                    </a:lnT>
                    <a:lnB>
                      <a:noFill/>
                    </a:lnB>
                    <a:noFill/>
                  </a:tcPr>
                </a:tc>
                <a:tc>
                  <a:txBody>
                    <a:bodyPr/>
                    <a:p>
                      <a:r>
                        <a:rPr lang="en-US" altLang="zh-CN" sz="1100"/>
                        <a:t>Oracle wale systems par transfer/run</a:t>
                      </a:r>
                      <a:endParaRPr lang="en-US" altLang="zh-CN" sz="1100"/>
                    </a:p>
                  </a:txBody>
                  <a:tcPr marL="0" marR="0" marT="0" marB="0" anchor="ctr" anchorCtr="0">
                    <a:lnL>
                      <a:noFill/>
                    </a:lnL>
                    <a:lnR>
                      <a:noFill/>
                    </a:lnR>
                    <a:lnT>
                      <a:noFill/>
                    </a:lnT>
                    <a:lnB>
                      <a:noFill/>
                    </a:lnB>
                    <a:noFill/>
                  </a:tcPr>
                </a:tc>
              </a:tr>
              <a:tr h="563880">
                <a:tc>
                  <a:txBody>
                    <a:bodyPr/>
                    <a:p>
                      <a:r>
                        <a:rPr lang="en-US" altLang="zh-CN" sz="1100"/>
                        <a:t>6</a:t>
                      </a:r>
                      <a:endParaRPr lang="en-US" altLang="zh-CN" sz="1100"/>
                    </a:p>
                  </a:txBody>
                  <a:tcPr marL="0" marR="0" marT="0" marB="0" anchor="ctr" anchorCtr="0">
                    <a:lnL>
                      <a:noFill/>
                    </a:lnL>
                    <a:lnR>
                      <a:noFill/>
                    </a:lnR>
                    <a:lnT>
                      <a:noFill/>
                    </a:lnT>
                    <a:lnB>
                      <a:noFill/>
                    </a:lnB>
                    <a:noFill/>
                  </a:tcPr>
                </a:tc>
                <a:tc>
                  <a:txBody>
                    <a:bodyPr/>
                    <a:p>
                      <a:r>
                        <a:rPr lang="en-US" altLang="zh-CN" sz="1100"/>
                        <a:t>Sharing of Code</a:t>
                      </a:r>
                      <a:endParaRPr lang="en-US" altLang="zh-CN" sz="1100"/>
                    </a:p>
                  </a:txBody>
                  <a:tcPr marL="0" marR="0" marT="0" marB="0" anchor="ctr" anchorCtr="0">
                    <a:lnL>
                      <a:noFill/>
                    </a:lnL>
                    <a:lnR>
                      <a:noFill/>
                    </a:lnR>
                    <a:lnT>
                      <a:noFill/>
                    </a:lnT>
                    <a:lnB>
                      <a:noFill/>
                    </a:lnB>
                    <a:noFill/>
                  </a:tcPr>
                </a:tc>
                <a:tc>
                  <a:txBody>
                    <a:bodyPr/>
                    <a:p>
                      <a:r>
                        <a:rPr lang="en-US" altLang="zh-CN" sz="1100"/>
                        <a:t>Code multiple applications share kar sakti hain</a:t>
                      </a:r>
                      <a:endParaRPr lang="en-US" altLang="zh-CN" sz="1100"/>
                    </a:p>
                  </a:txBody>
                  <a:tcPr marL="0" marR="0" marT="0" marB="0" anchor="ctr" anchorCtr="0">
                    <a:lnL>
                      <a:noFill/>
                    </a:lnL>
                    <a:lnR>
                      <a:noFill/>
                    </a:lnR>
                    <a:lnT>
                      <a:noFill/>
                    </a:lnT>
                    <a:lnB>
                      <a:noFill/>
                    </a:lnB>
                    <a:noFill/>
                  </a:tcPr>
                </a:tc>
              </a:tr>
              <a:tr h="756285">
                <a:tc>
                  <a:txBody>
                    <a:bodyPr/>
                    <a:p>
                      <a:r>
                        <a:rPr lang="en-US" altLang="zh-CN" sz="1100"/>
                        <a:t>7</a:t>
                      </a:r>
                      <a:endParaRPr lang="en-US" altLang="zh-CN" sz="1100"/>
                    </a:p>
                  </a:txBody>
                  <a:tcPr marL="0" marR="0" marT="0" marB="0" anchor="ctr" anchorCtr="0">
                    <a:lnL>
                      <a:noFill/>
                    </a:lnL>
                    <a:lnR>
                      <a:noFill/>
                    </a:lnR>
                    <a:lnT>
                      <a:noFill/>
                    </a:lnT>
                    <a:lnB>
                      <a:noFill/>
                    </a:lnB>
                    <a:noFill/>
                  </a:tcPr>
                </a:tc>
                <a:tc>
                  <a:txBody>
                    <a:bodyPr/>
                    <a:p>
                      <a:r>
                        <a:rPr lang="en-US" altLang="zh-CN" sz="1100"/>
                        <a:t>Efficient Execution</a:t>
                      </a:r>
                      <a:endParaRPr lang="en-US" altLang="zh-CN" sz="1100"/>
                    </a:p>
                  </a:txBody>
                  <a:tcPr marL="0" marR="0" marT="0" marB="0" anchor="ctr" anchorCtr="0">
                    <a:lnL>
                      <a:noFill/>
                    </a:lnL>
                    <a:lnR>
                      <a:noFill/>
                    </a:lnR>
                    <a:lnT>
                      <a:noFill/>
                    </a:lnT>
                    <a:lnB>
                      <a:noFill/>
                    </a:lnB>
                    <a:noFill/>
                  </a:tcPr>
                </a:tc>
                <a:tc>
                  <a:txBody>
                    <a:bodyPr/>
                    <a:p>
                      <a:r>
                        <a:rPr lang="en-US" altLang="zh-CN" sz="1100"/>
                        <a:t>SQL block ek saath execute, network traffic kam</a:t>
                      </a:r>
                      <a:endParaRPr lang="en-US" altLang="zh-CN" sz="1100"/>
                    </a:p>
                  </a:txBody>
                  <a:tcPr marL="0" marR="0" marT="0" marB="0" anchor="ctr" anchorCtr="0">
                    <a:lnL>
                      <a:noFill/>
                    </a:lnL>
                    <a:lnR>
                      <a:noFill/>
                    </a:lnR>
                    <a:lnT>
                      <a:noFill/>
                    </a:lnT>
                    <a:lnB>
                      <a:noFill/>
                    </a:lnB>
                    <a:noFill/>
                  </a:tcPr>
                </a:tc>
              </a:tr>
            </a:tbl>
          </a:graphicData>
        </a:graphic>
      </p:graphicFrame>
      <p:pic>
        <p:nvPicPr>
          <p:cNvPr id="5" name="Picture 4"/>
          <p:cNvPicPr>
            <a:picLocks noChangeAspect="1"/>
          </p:cNvPicPr>
          <p:nvPr/>
        </p:nvPicPr>
        <p:blipFill>
          <a:blip r:embed="rId1"/>
          <a:stretch>
            <a:fillRect/>
          </a:stretch>
        </p:blipFill>
        <p:spPr>
          <a:xfrm>
            <a:off x="32385" y="1398270"/>
            <a:ext cx="8920480" cy="497141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2599055">
              <a:lnSpc>
                <a:spcPct val="100000"/>
              </a:lnSpc>
              <a:spcBef>
                <a:spcPts val="105"/>
              </a:spcBef>
            </a:pPr>
            <a:r>
              <a:rPr sz="4400" b="0" dirty="0">
                <a:latin typeface="Trebuchet MS" panose="020B0603020202020204"/>
                <a:cs typeface="Trebuchet MS" panose="020B0603020202020204"/>
              </a:rPr>
              <a:t>SQL</a:t>
            </a:r>
            <a:r>
              <a:rPr sz="4400" b="0" spc="-175" dirty="0">
                <a:latin typeface="Trebuchet MS" panose="020B0603020202020204"/>
                <a:cs typeface="Trebuchet MS" panose="020B0603020202020204"/>
              </a:rPr>
              <a:t> </a:t>
            </a:r>
            <a:r>
              <a:rPr sz="4400" b="0" dirty="0">
                <a:latin typeface="Trebuchet MS" panose="020B0603020202020204"/>
                <a:cs typeface="Trebuchet MS" panose="020B0603020202020204"/>
              </a:rPr>
              <a:t>VS</a:t>
            </a:r>
            <a:r>
              <a:rPr sz="4400" b="0" spc="-5" dirty="0">
                <a:latin typeface="Trebuchet MS" panose="020B0603020202020204"/>
                <a:cs typeface="Trebuchet MS" panose="020B0603020202020204"/>
              </a:rPr>
              <a:t> </a:t>
            </a:r>
            <a:r>
              <a:rPr sz="4400" b="0" spc="-10" dirty="0">
                <a:latin typeface="Trebuchet MS" panose="020B0603020202020204"/>
                <a:cs typeface="Trebuchet MS" panose="020B0603020202020204"/>
              </a:rPr>
              <a:t>PL/SQL</a:t>
            </a:r>
            <a:endParaRPr sz="4400">
              <a:latin typeface="Trebuchet MS" panose="020B0603020202020204"/>
              <a:cs typeface="Trebuchet MS" panose="020B0603020202020204"/>
            </a:endParaRPr>
          </a:p>
        </p:txBody>
      </p:sp>
      <p:graphicFrame>
        <p:nvGraphicFramePr>
          <p:cNvPr id="3" name="object 3"/>
          <p:cNvGraphicFramePr>
            <a:graphicFrameLocks noGrp="1"/>
          </p:cNvGraphicFramePr>
          <p:nvPr/>
        </p:nvGraphicFramePr>
        <p:xfrm>
          <a:off x="146050" y="1517650"/>
          <a:ext cx="8928100" cy="5245735"/>
        </p:xfrm>
        <a:graphic>
          <a:graphicData uri="http://schemas.openxmlformats.org/drawingml/2006/table">
            <a:tbl>
              <a:tblPr firstRow="1" bandRow="1">
                <a:tableStyleId>{2D5ABB26-0587-4C30-8999-92F81FD0307C}</a:tableStyleId>
              </a:tblPr>
              <a:tblGrid>
                <a:gridCol w="4419600"/>
                <a:gridCol w="4419600"/>
              </a:tblGrid>
              <a:tr h="457200">
                <a:tc>
                  <a:txBody>
                    <a:bodyPr/>
                    <a:lstStyle/>
                    <a:p>
                      <a:pPr algn="ctr">
                        <a:lnSpc>
                          <a:spcPct val="100000"/>
                        </a:lnSpc>
                        <a:spcBef>
                          <a:spcPts val="315"/>
                        </a:spcBef>
                      </a:pPr>
                      <a:r>
                        <a:rPr sz="1800" b="1" spc="-25" dirty="0">
                          <a:solidFill>
                            <a:srgbClr val="FFFFFF"/>
                          </a:solidFill>
                          <a:latin typeface="Trebuchet MS" panose="020B0603020202020204"/>
                          <a:cs typeface="Trebuchet MS" panose="020B0603020202020204"/>
                        </a:rPr>
                        <a:t>SQL</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AA1AD"/>
                    </a:solidFill>
                  </a:tcPr>
                </a:tc>
                <a:tc>
                  <a:txBody>
                    <a:bodyPr/>
                    <a:lstStyle/>
                    <a:p>
                      <a:pPr algn="ctr">
                        <a:lnSpc>
                          <a:spcPct val="100000"/>
                        </a:lnSpc>
                        <a:spcBef>
                          <a:spcPts val="315"/>
                        </a:spcBef>
                      </a:pPr>
                      <a:r>
                        <a:rPr sz="1800" b="1" spc="-10" dirty="0">
                          <a:solidFill>
                            <a:srgbClr val="FFFFFF"/>
                          </a:solidFill>
                          <a:latin typeface="Trebuchet MS" panose="020B0603020202020204"/>
                          <a:cs typeface="Trebuchet MS" panose="020B0603020202020204"/>
                        </a:rPr>
                        <a:t>PL/SQL</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AA1AD"/>
                    </a:solidFill>
                  </a:tcPr>
                </a:tc>
              </a:tr>
              <a:tr h="639445">
                <a:tc>
                  <a:txBody>
                    <a:bodyPr/>
                    <a:lstStyle/>
                    <a:p>
                      <a:pPr marL="90805">
                        <a:lnSpc>
                          <a:spcPct val="100000"/>
                        </a:lnSpc>
                        <a:spcBef>
                          <a:spcPts val="315"/>
                        </a:spcBef>
                      </a:pPr>
                      <a:r>
                        <a:rPr sz="1800" dirty="0">
                          <a:latin typeface="Trebuchet MS" panose="020B0603020202020204"/>
                          <a:cs typeface="Trebuchet MS" panose="020B0603020202020204"/>
                        </a:rPr>
                        <a:t>SQL</a:t>
                      </a:r>
                      <a:r>
                        <a:rPr sz="1800" spc="-114" dirty="0">
                          <a:latin typeface="Trebuchet MS" panose="020B0603020202020204"/>
                          <a:cs typeface="Trebuchet MS" panose="020B0603020202020204"/>
                        </a:rPr>
                        <a:t> </a:t>
                      </a:r>
                      <a:r>
                        <a:rPr sz="1800" dirty="0">
                          <a:latin typeface="Trebuchet MS" panose="020B0603020202020204"/>
                          <a:cs typeface="Trebuchet MS" panose="020B0603020202020204"/>
                        </a:rPr>
                        <a:t>stands</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for</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structured</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query</a:t>
                      </a:r>
                      <a:r>
                        <a:rPr sz="1800" spc="-55" dirty="0">
                          <a:latin typeface="Trebuchet MS" panose="020B0603020202020204"/>
                          <a:cs typeface="Trebuchet MS" panose="020B0603020202020204"/>
                        </a:rPr>
                        <a:t> </a:t>
                      </a:r>
                      <a:r>
                        <a:rPr sz="1800" spc="-10" dirty="0">
                          <a:latin typeface="Trebuchet MS" panose="020B0603020202020204"/>
                          <a:cs typeface="Trebuchet MS" panose="020B0603020202020204"/>
                        </a:rPr>
                        <a:t>language</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92075">
                        <a:lnSpc>
                          <a:spcPct val="100000"/>
                        </a:lnSpc>
                        <a:spcBef>
                          <a:spcPts val="315"/>
                        </a:spcBef>
                      </a:pPr>
                      <a:r>
                        <a:rPr sz="1800" dirty="0">
                          <a:latin typeface="Trebuchet MS" panose="020B0603020202020204"/>
                          <a:cs typeface="Trebuchet MS" panose="020B0603020202020204"/>
                        </a:rPr>
                        <a:t>PL/SQL</a:t>
                      </a:r>
                      <a:r>
                        <a:rPr sz="1800" spc="-105" dirty="0">
                          <a:latin typeface="Trebuchet MS" panose="020B0603020202020204"/>
                          <a:cs typeface="Trebuchet MS" panose="020B0603020202020204"/>
                        </a:rPr>
                        <a:t> </a:t>
                      </a:r>
                      <a:r>
                        <a:rPr sz="1800" dirty="0">
                          <a:latin typeface="Trebuchet MS" panose="020B0603020202020204"/>
                          <a:cs typeface="Trebuchet MS" panose="020B0603020202020204"/>
                        </a:rPr>
                        <a:t>stands</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procedural</a:t>
                      </a:r>
                      <a:r>
                        <a:rPr sz="1800" spc="-35" dirty="0">
                          <a:latin typeface="Trebuchet MS" panose="020B0603020202020204"/>
                          <a:cs typeface="Trebuchet MS" panose="020B0603020202020204"/>
                        </a:rPr>
                        <a:t> </a:t>
                      </a:r>
                      <a:r>
                        <a:rPr sz="1800" spc="-10" dirty="0">
                          <a:latin typeface="Trebuchet MS" panose="020B0603020202020204"/>
                          <a:cs typeface="Trebuchet MS" panose="020B0603020202020204"/>
                        </a:rPr>
                        <a:t>language/</a:t>
                      </a:r>
                      <a:endParaRPr sz="1800">
                        <a:latin typeface="Trebuchet MS" panose="020B0603020202020204"/>
                        <a:cs typeface="Trebuchet MS" panose="020B0603020202020204"/>
                      </a:endParaRPr>
                    </a:p>
                    <a:p>
                      <a:pPr marL="92075">
                        <a:lnSpc>
                          <a:spcPct val="100000"/>
                        </a:lnSpc>
                      </a:pPr>
                      <a:r>
                        <a:rPr sz="1800" dirty="0">
                          <a:latin typeface="Trebuchet MS" panose="020B0603020202020204"/>
                          <a:cs typeface="Trebuchet MS" panose="020B0603020202020204"/>
                        </a:rPr>
                        <a:t>structure</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query</a:t>
                      </a:r>
                      <a:r>
                        <a:rPr sz="1800" spc="-60" dirty="0">
                          <a:latin typeface="Trebuchet MS" panose="020B0603020202020204"/>
                          <a:cs typeface="Trebuchet MS" panose="020B0603020202020204"/>
                        </a:rPr>
                        <a:t> </a:t>
                      </a:r>
                      <a:r>
                        <a:rPr sz="1800" spc="-10" dirty="0">
                          <a:latin typeface="Trebuchet MS" panose="020B0603020202020204"/>
                          <a:cs typeface="Trebuchet MS" panose="020B0603020202020204"/>
                        </a:rPr>
                        <a:t>language.</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r>
              <a:tr h="368300">
                <a:tc>
                  <a:txBody>
                    <a:bodyPr/>
                    <a:lstStyle/>
                    <a:p>
                      <a:pPr marL="90805">
                        <a:lnSpc>
                          <a:spcPct val="100000"/>
                        </a:lnSpc>
                        <a:spcBef>
                          <a:spcPts val="315"/>
                        </a:spcBef>
                      </a:pPr>
                      <a:r>
                        <a:rPr sz="1800" dirty="0">
                          <a:latin typeface="Trebuchet MS" panose="020B0603020202020204"/>
                          <a:cs typeface="Trebuchet MS" panose="020B0603020202020204"/>
                        </a:rPr>
                        <a:t>Can</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not</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use</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variables,</a:t>
                      </a:r>
                      <a:r>
                        <a:rPr sz="1800" spc="-45" dirty="0">
                          <a:latin typeface="Trebuchet MS" panose="020B0603020202020204"/>
                          <a:cs typeface="Trebuchet MS" panose="020B0603020202020204"/>
                        </a:rPr>
                        <a:t> </a:t>
                      </a:r>
                      <a:r>
                        <a:rPr sz="1800" spc="-10" dirty="0">
                          <a:latin typeface="Trebuchet MS" panose="020B0603020202020204"/>
                          <a:cs typeface="Trebuchet MS" panose="020B0603020202020204"/>
                        </a:rPr>
                        <a:t>constants</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pPr>
                      <a:r>
                        <a:rPr sz="1800" dirty="0">
                          <a:latin typeface="Trebuchet MS" panose="020B0603020202020204"/>
                          <a:cs typeface="Trebuchet MS" panose="020B0603020202020204"/>
                        </a:rPr>
                        <a:t>Use</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variables</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&amp;</a:t>
                      </a:r>
                      <a:r>
                        <a:rPr sz="1800" spc="-35" dirty="0">
                          <a:latin typeface="Trebuchet MS" panose="020B0603020202020204"/>
                          <a:cs typeface="Trebuchet MS" panose="020B0603020202020204"/>
                        </a:rPr>
                        <a:t> </a:t>
                      </a:r>
                      <a:r>
                        <a:rPr sz="1800" spc="-10" dirty="0">
                          <a:latin typeface="Trebuchet MS" panose="020B0603020202020204"/>
                          <a:cs typeface="Trebuchet MS" panose="020B0603020202020204"/>
                        </a:rPr>
                        <a:t>constants</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913765">
                <a:tc>
                  <a:txBody>
                    <a:bodyPr/>
                    <a:lstStyle/>
                    <a:p>
                      <a:pPr marL="90805">
                        <a:lnSpc>
                          <a:spcPct val="100000"/>
                        </a:lnSpc>
                        <a:spcBef>
                          <a:spcPts val="315"/>
                        </a:spcBef>
                      </a:pPr>
                      <a:r>
                        <a:rPr sz="1800" dirty="0">
                          <a:latin typeface="Trebuchet MS" panose="020B0603020202020204"/>
                          <a:cs typeface="Trebuchet MS" panose="020B0603020202020204"/>
                        </a:rPr>
                        <a:t>Allow</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you</a:t>
                      </a:r>
                      <a:r>
                        <a:rPr sz="1800" spc="-15"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use</a:t>
                      </a:r>
                      <a:r>
                        <a:rPr sz="1800" spc="-20" dirty="0">
                          <a:latin typeface="Trebuchet MS" panose="020B0603020202020204"/>
                          <a:cs typeface="Trebuchet MS" panose="020B0603020202020204"/>
                        </a:rPr>
                        <a:t> </a:t>
                      </a:r>
                      <a:r>
                        <a:rPr sz="1800" dirty="0">
                          <a:latin typeface="Trebuchet MS" panose="020B0603020202020204"/>
                          <a:cs typeface="Trebuchet MS" panose="020B0603020202020204"/>
                        </a:rPr>
                        <a:t>built</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in</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functions</a:t>
                      </a:r>
                      <a:r>
                        <a:rPr sz="1800" spc="-15" dirty="0">
                          <a:latin typeface="Trebuchet MS" panose="020B0603020202020204"/>
                          <a:cs typeface="Trebuchet MS" panose="020B0603020202020204"/>
                        </a:rPr>
                        <a:t> </a:t>
                      </a:r>
                      <a:r>
                        <a:rPr sz="1800" spc="-20" dirty="0">
                          <a:latin typeface="Trebuchet MS" panose="020B0603020202020204"/>
                          <a:cs typeface="Trebuchet MS" panose="020B0603020202020204"/>
                        </a:rPr>
                        <a:t>only</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92075" marR="544195">
                        <a:lnSpc>
                          <a:spcPct val="100000"/>
                        </a:lnSpc>
                        <a:spcBef>
                          <a:spcPts val="315"/>
                        </a:spcBef>
                      </a:pPr>
                      <a:r>
                        <a:rPr sz="1800" dirty="0">
                          <a:latin typeface="Trebuchet MS" panose="020B0603020202020204"/>
                          <a:cs typeface="Trebuchet MS" panose="020B0603020202020204"/>
                        </a:rPr>
                        <a:t>Allow</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you</a:t>
                      </a:r>
                      <a:r>
                        <a:rPr sz="1800" spc="-15"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use</a:t>
                      </a:r>
                      <a:r>
                        <a:rPr sz="1800" spc="-20" dirty="0">
                          <a:latin typeface="Trebuchet MS" panose="020B0603020202020204"/>
                          <a:cs typeface="Trebuchet MS" panose="020B0603020202020204"/>
                        </a:rPr>
                        <a:t> </a:t>
                      </a:r>
                      <a:r>
                        <a:rPr sz="1800" dirty="0">
                          <a:latin typeface="Trebuchet MS" panose="020B0603020202020204"/>
                          <a:cs typeface="Trebuchet MS" panose="020B0603020202020204"/>
                        </a:rPr>
                        <a:t>built</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in</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functions</a:t>
                      </a:r>
                      <a:r>
                        <a:rPr sz="1800" spc="-15" dirty="0">
                          <a:latin typeface="Trebuchet MS" panose="020B0603020202020204"/>
                          <a:cs typeface="Trebuchet MS" panose="020B0603020202020204"/>
                        </a:rPr>
                        <a:t> </a:t>
                      </a:r>
                      <a:r>
                        <a:rPr sz="1800" spc="-25" dirty="0">
                          <a:latin typeface="Trebuchet MS" panose="020B0603020202020204"/>
                          <a:cs typeface="Trebuchet MS" panose="020B0603020202020204"/>
                        </a:rPr>
                        <a:t>as </a:t>
                      </a:r>
                      <a:r>
                        <a:rPr sz="1800" dirty="0">
                          <a:latin typeface="Trebuchet MS" panose="020B0603020202020204"/>
                          <a:cs typeface="Trebuchet MS" panose="020B0603020202020204"/>
                        </a:rPr>
                        <a:t>well</a:t>
                      </a:r>
                      <a:r>
                        <a:rPr sz="1800" spc="-60" dirty="0">
                          <a:latin typeface="Trebuchet MS" panose="020B0603020202020204"/>
                          <a:cs typeface="Trebuchet MS" panose="020B0603020202020204"/>
                        </a:rPr>
                        <a:t> </a:t>
                      </a:r>
                      <a:r>
                        <a:rPr sz="1800" dirty="0">
                          <a:latin typeface="Trebuchet MS" panose="020B0603020202020204"/>
                          <a:cs typeface="Trebuchet MS" panose="020B0603020202020204"/>
                        </a:rPr>
                        <a:t>as</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create</a:t>
                      </a:r>
                      <a:r>
                        <a:rPr sz="1800" spc="-20" dirty="0">
                          <a:latin typeface="Trebuchet MS" panose="020B0603020202020204"/>
                          <a:cs typeface="Trebuchet MS" panose="020B0603020202020204"/>
                        </a:rPr>
                        <a:t> </a:t>
                      </a:r>
                      <a:r>
                        <a:rPr sz="1800" dirty="0">
                          <a:latin typeface="Trebuchet MS" panose="020B0603020202020204"/>
                          <a:cs typeface="Trebuchet MS" panose="020B0603020202020204"/>
                        </a:rPr>
                        <a:t>your</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own</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user</a:t>
                      </a:r>
                      <a:r>
                        <a:rPr sz="1800" spc="-40" dirty="0">
                          <a:latin typeface="Trebuchet MS" panose="020B0603020202020204"/>
                          <a:cs typeface="Trebuchet MS" panose="020B0603020202020204"/>
                        </a:rPr>
                        <a:t> </a:t>
                      </a:r>
                      <a:r>
                        <a:rPr sz="1800" spc="-10" dirty="0">
                          <a:latin typeface="Trebuchet MS" panose="020B0603020202020204"/>
                          <a:cs typeface="Trebuchet MS" panose="020B0603020202020204"/>
                        </a:rPr>
                        <a:t>define function</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r>
              <a:tr h="650875">
                <a:tc>
                  <a:txBody>
                    <a:bodyPr/>
                    <a:lstStyle/>
                    <a:p>
                      <a:pPr marL="90805">
                        <a:lnSpc>
                          <a:spcPct val="100000"/>
                        </a:lnSpc>
                        <a:spcBef>
                          <a:spcPts val="320"/>
                        </a:spcBef>
                      </a:pPr>
                      <a:r>
                        <a:rPr sz="1800" dirty="0">
                          <a:latin typeface="Trebuchet MS" panose="020B0603020202020204"/>
                          <a:cs typeface="Trebuchet MS" panose="020B0603020202020204"/>
                        </a:rPr>
                        <a:t>SQL</a:t>
                      </a:r>
                      <a:r>
                        <a:rPr sz="1800" spc="-105" dirty="0">
                          <a:latin typeface="Trebuchet MS" panose="020B0603020202020204"/>
                          <a:cs typeface="Trebuchet MS" panose="020B0603020202020204"/>
                        </a:rPr>
                        <a:t> </a:t>
                      </a:r>
                      <a:r>
                        <a:rPr sz="1800" dirty="0">
                          <a:latin typeface="Trebuchet MS" panose="020B0603020202020204"/>
                          <a:cs typeface="Trebuchet MS" panose="020B0603020202020204"/>
                        </a:rPr>
                        <a:t>commands</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can</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not</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be</a:t>
                      </a:r>
                      <a:r>
                        <a:rPr sz="1800" spc="-35" dirty="0">
                          <a:latin typeface="Trebuchet MS" panose="020B0603020202020204"/>
                          <a:cs typeface="Trebuchet MS" panose="020B0603020202020204"/>
                        </a:rPr>
                        <a:t> </a:t>
                      </a:r>
                      <a:r>
                        <a:rPr sz="1800" spc="-10" dirty="0">
                          <a:latin typeface="Trebuchet MS" panose="020B0603020202020204"/>
                          <a:cs typeface="Trebuchet MS" panose="020B0603020202020204"/>
                        </a:rPr>
                        <a:t>sharable</a:t>
                      </a:r>
                      <a:endParaRPr sz="1800">
                        <a:latin typeface="Trebuchet MS" panose="020B0603020202020204"/>
                        <a:cs typeface="Trebuchet MS" panose="020B0603020202020204"/>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800" spc="-60" dirty="0">
                          <a:latin typeface="Trebuchet MS" panose="020B0603020202020204"/>
                          <a:cs typeface="Trebuchet MS" panose="020B0603020202020204"/>
                        </a:rPr>
                        <a:t>You</a:t>
                      </a:r>
                      <a:r>
                        <a:rPr sz="1800" spc="-65" dirty="0">
                          <a:latin typeface="Trebuchet MS" panose="020B0603020202020204"/>
                          <a:cs typeface="Trebuchet MS" panose="020B0603020202020204"/>
                        </a:rPr>
                        <a:t> </a:t>
                      </a:r>
                      <a:r>
                        <a:rPr sz="1800" dirty="0">
                          <a:latin typeface="Trebuchet MS" panose="020B0603020202020204"/>
                          <a:cs typeface="Trebuchet MS" panose="020B0603020202020204"/>
                        </a:rPr>
                        <a:t>can</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share</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PL/SQL</a:t>
                      </a:r>
                      <a:r>
                        <a:rPr sz="1800" spc="-114" dirty="0">
                          <a:latin typeface="Trebuchet MS" panose="020B0603020202020204"/>
                          <a:cs typeface="Trebuchet MS" panose="020B0603020202020204"/>
                        </a:rPr>
                        <a:t> </a:t>
                      </a:r>
                      <a:r>
                        <a:rPr sz="1800" spc="-20" dirty="0">
                          <a:latin typeface="Trebuchet MS" panose="020B0603020202020204"/>
                          <a:cs typeface="Trebuchet MS" panose="020B0603020202020204"/>
                        </a:rPr>
                        <a:t>code</a:t>
                      </a:r>
                      <a:endParaRPr sz="1800">
                        <a:latin typeface="Trebuchet MS" panose="020B0603020202020204"/>
                        <a:cs typeface="Trebuchet MS" panose="020B0603020202020204"/>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914400">
                <a:tc>
                  <a:txBody>
                    <a:bodyPr/>
                    <a:lstStyle/>
                    <a:p>
                      <a:pPr marL="90805" marR="873760">
                        <a:lnSpc>
                          <a:spcPct val="100000"/>
                        </a:lnSpc>
                        <a:spcBef>
                          <a:spcPts val="320"/>
                        </a:spcBef>
                      </a:pPr>
                      <a:r>
                        <a:rPr sz="1800" dirty="0">
                          <a:latin typeface="Trebuchet MS" panose="020B0603020202020204"/>
                          <a:cs typeface="Trebuchet MS" panose="020B0603020202020204"/>
                        </a:rPr>
                        <a:t>In</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SQL</a:t>
                      </a:r>
                      <a:r>
                        <a:rPr sz="1800" spc="-100" dirty="0">
                          <a:latin typeface="Trebuchet MS" panose="020B0603020202020204"/>
                          <a:cs typeface="Trebuchet MS" panose="020B0603020202020204"/>
                        </a:rPr>
                        <a:t> </a:t>
                      </a:r>
                      <a:r>
                        <a:rPr sz="1800" dirty="0">
                          <a:latin typeface="Trebuchet MS" panose="020B0603020202020204"/>
                          <a:cs typeface="Trebuchet MS" panose="020B0603020202020204"/>
                        </a:rPr>
                        <a:t>we</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can</a:t>
                      </a:r>
                      <a:r>
                        <a:rPr sz="1800" spc="-20" dirty="0">
                          <a:latin typeface="Trebuchet MS" panose="020B0603020202020204"/>
                          <a:cs typeface="Trebuchet MS" panose="020B0603020202020204"/>
                        </a:rPr>
                        <a:t> </a:t>
                      </a:r>
                      <a:r>
                        <a:rPr sz="1800" dirty="0">
                          <a:latin typeface="Trebuchet MS" panose="020B0603020202020204"/>
                          <a:cs typeface="Trebuchet MS" panose="020B0603020202020204"/>
                        </a:rPr>
                        <a:t>not</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use</a:t>
                      </a:r>
                      <a:r>
                        <a:rPr sz="1800" spc="-25" dirty="0">
                          <a:latin typeface="Trebuchet MS" panose="020B0603020202020204"/>
                          <a:cs typeface="Trebuchet MS" panose="020B0603020202020204"/>
                        </a:rPr>
                        <a:t> </a:t>
                      </a:r>
                      <a:r>
                        <a:rPr sz="1800" spc="-10" dirty="0">
                          <a:latin typeface="Trebuchet MS" panose="020B0603020202020204"/>
                          <a:cs typeface="Trebuchet MS" panose="020B0603020202020204"/>
                        </a:rPr>
                        <a:t>conditional </a:t>
                      </a:r>
                      <a:r>
                        <a:rPr sz="1800" dirty="0">
                          <a:latin typeface="Trebuchet MS" panose="020B0603020202020204"/>
                          <a:cs typeface="Trebuchet MS" panose="020B0603020202020204"/>
                        </a:rPr>
                        <a:t>statement</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&amp;</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looping</a:t>
                      </a:r>
                      <a:r>
                        <a:rPr sz="1800" spc="-60" dirty="0">
                          <a:latin typeface="Trebuchet MS" panose="020B0603020202020204"/>
                          <a:cs typeface="Trebuchet MS" panose="020B0603020202020204"/>
                        </a:rPr>
                        <a:t> </a:t>
                      </a:r>
                      <a:r>
                        <a:rPr sz="1800" spc="-10" dirty="0">
                          <a:latin typeface="Trebuchet MS" panose="020B0603020202020204"/>
                          <a:cs typeface="Trebuchet MS" panose="020B0603020202020204"/>
                        </a:rPr>
                        <a:t>statement</a:t>
                      </a:r>
                      <a:endParaRPr sz="1800">
                        <a:latin typeface="Trebuchet MS" panose="020B0603020202020204"/>
                        <a:cs typeface="Trebuchet MS" panose="020B0603020202020204"/>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92075" marR="914400">
                        <a:lnSpc>
                          <a:spcPct val="100000"/>
                        </a:lnSpc>
                        <a:spcBef>
                          <a:spcPts val="320"/>
                        </a:spcBef>
                      </a:pPr>
                      <a:r>
                        <a:rPr sz="1800" dirty="0">
                          <a:latin typeface="Trebuchet MS" panose="020B0603020202020204"/>
                          <a:cs typeface="Trebuchet MS" panose="020B0603020202020204"/>
                        </a:rPr>
                        <a:t>In</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PL/SQL</a:t>
                      </a:r>
                      <a:r>
                        <a:rPr sz="1800" spc="-120" dirty="0">
                          <a:latin typeface="Trebuchet MS" panose="020B0603020202020204"/>
                          <a:cs typeface="Trebuchet MS" panose="020B0603020202020204"/>
                        </a:rPr>
                        <a:t> </a:t>
                      </a:r>
                      <a:r>
                        <a:rPr sz="1800" dirty="0">
                          <a:latin typeface="Trebuchet MS" panose="020B0603020202020204"/>
                          <a:cs typeface="Trebuchet MS" panose="020B0603020202020204"/>
                        </a:rPr>
                        <a:t>we</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can</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use</a:t>
                      </a:r>
                      <a:r>
                        <a:rPr sz="1800" spc="-35" dirty="0">
                          <a:latin typeface="Trebuchet MS" panose="020B0603020202020204"/>
                          <a:cs typeface="Trebuchet MS" panose="020B0603020202020204"/>
                        </a:rPr>
                        <a:t> </a:t>
                      </a:r>
                      <a:r>
                        <a:rPr sz="1800" spc="-10" dirty="0">
                          <a:latin typeface="Trebuchet MS" panose="020B0603020202020204"/>
                          <a:cs typeface="Trebuchet MS" panose="020B0603020202020204"/>
                        </a:rPr>
                        <a:t>conditional </a:t>
                      </a:r>
                      <a:r>
                        <a:rPr sz="1800" dirty="0">
                          <a:latin typeface="Trebuchet MS" panose="020B0603020202020204"/>
                          <a:cs typeface="Trebuchet MS" panose="020B0603020202020204"/>
                        </a:rPr>
                        <a:t>statement</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&amp;</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looping</a:t>
                      </a:r>
                      <a:r>
                        <a:rPr sz="1800" spc="-60" dirty="0">
                          <a:latin typeface="Trebuchet MS" panose="020B0603020202020204"/>
                          <a:cs typeface="Trebuchet MS" panose="020B0603020202020204"/>
                        </a:rPr>
                        <a:t> </a:t>
                      </a:r>
                      <a:r>
                        <a:rPr sz="1800" spc="-10" dirty="0">
                          <a:latin typeface="Trebuchet MS" panose="020B0603020202020204"/>
                          <a:cs typeface="Trebuchet MS" panose="020B0603020202020204"/>
                        </a:rPr>
                        <a:t>statement</a:t>
                      </a:r>
                      <a:endParaRPr sz="1800">
                        <a:latin typeface="Trebuchet MS" panose="020B0603020202020204"/>
                        <a:cs typeface="Trebuchet MS" panose="020B0603020202020204"/>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r>
              <a:tr h="650875">
                <a:tc>
                  <a:txBody>
                    <a:bodyPr/>
                    <a:lstStyle/>
                    <a:p>
                      <a:pPr marL="90805">
                        <a:lnSpc>
                          <a:spcPct val="100000"/>
                        </a:lnSpc>
                        <a:spcBef>
                          <a:spcPts val="320"/>
                        </a:spcBef>
                      </a:pPr>
                      <a:r>
                        <a:rPr sz="1800" dirty="0">
                          <a:latin typeface="Trebuchet MS" panose="020B0603020202020204"/>
                          <a:cs typeface="Trebuchet MS" panose="020B0603020202020204"/>
                        </a:rPr>
                        <a:t>We</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can</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use</a:t>
                      </a:r>
                      <a:r>
                        <a:rPr sz="1800" spc="-65" dirty="0">
                          <a:latin typeface="Trebuchet MS" panose="020B0603020202020204"/>
                          <a:cs typeface="Trebuchet MS" panose="020B0603020202020204"/>
                        </a:rPr>
                        <a:t> </a:t>
                      </a:r>
                      <a:r>
                        <a:rPr sz="1800" dirty="0">
                          <a:latin typeface="Trebuchet MS" panose="020B0603020202020204"/>
                          <a:cs typeface="Trebuchet MS" panose="020B0603020202020204"/>
                        </a:rPr>
                        <a:t>commands</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65" dirty="0">
                          <a:latin typeface="Trebuchet MS" panose="020B0603020202020204"/>
                          <a:cs typeface="Trebuchet MS" panose="020B0603020202020204"/>
                        </a:rPr>
                        <a:t> </a:t>
                      </a:r>
                      <a:r>
                        <a:rPr sz="1800" dirty="0">
                          <a:latin typeface="Trebuchet MS" panose="020B0603020202020204"/>
                          <a:cs typeface="Trebuchet MS" panose="020B0603020202020204"/>
                        </a:rPr>
                        <a:t>solve</a:t>
                      </a:r>
                      <a:r>
                        <a:rPr sz="1800" spc="-55" dirty="0">
                          <a:latin typeface="Trebuchet MS" panose="020B0603020202020204"/>
                          <a:cs typeface="Trebuchet MS" panose="020B0603020202020204"/>
                        </a:rPr>
                        <a:t> </a:t>
                      </a:r>
                      <a:r>
                        <a:rPr sz="1800" spc="-10" dirty="0">
                          <a:latin typeface="Trebuchet MS" panose="020B0603020202020204"/>
                          <a:cs typeface="Trebuchet MS" panose="020B0603020202020204"/>
                        </a:rPr>
                        <a:t>queries</a:t>
                      </a:r>
                      <a:endParaRPr sz="1800">
                        <a:latin typeface="Trebuchet MS" panose="020B0603020202020204"/>
                        <a:cs typeface="Trebuchet MS" panose="020B0603020202020204"/>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92075" marR="891540">
                        <a:lnSpc>
                          <a:spcPct val="100000"/>
                        </a:lnSpc>
                        <a:spcBef>
                          <a:spcPts val="320"/>
                        </a:spcBef>
                      </a:pPr>
                      <a:r>
                        <a:rPr sz="1800" dirty="0">
                          <a:latin typeface="Trebuchet MS" panose="020B0603020202020204"/>
                          <a:cs typeface="Trebuchet MS" panose="020B0603020202020204"/>
                        </a:rPr>
                        <a:t>We</a:t>
                      </a:r>
                      <a:r>
                        <a:rPr sz="1800" spc="-65" dirty="0">
                          <a:latin typeface="Trebuchet MS" panose="020B0603020202020204"/>
                          <a:cs typeface="Trebuchet MS" panose="020B0603020202020204"/>
                        </a:rPr>
                        <a:t> </a:t>
                      </a:r>
                      <a:r>
                        <a:rPr sz="1800" dirty="0">
                          <a:latin typeface="Trebuchet MS" panose="020B0603020202020204"/>
                          <a:cs typeface="Trebuchet MS" panose="020B0603020202020204"/>
                        </a:rPr>
                        <a:t>can</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write</a:t>
                      </a:r>
                      <a:r>
                        <a:rPr sz="1800" spc="-70" dirty="0">
                          <a:latin typeface="Trebuchet MS" panose="020B0603020202020204"/>
                          <a:cs typeface="Trebuchet MS" panose="020B0603020202020204"/>
                        </a:rPr>
                        <a:t> </a:t>
                      </a:r>
                      <a:r>
                        <a:rPr sz="1800" dirty="0">
                          <a:latin typeface="Trebuchet MS" panose="020B0603020202020204"/>
                          <a:cs typeface="Trebuchet MS" panose="020B0603020202020204"/>
                        </a:rPr>
                        <a:t>a</a:t>
                      </a:r>
                      <a:r>
                        <a:rPr sz="1800" spc="-65" dirty="0">
                          <a:latin typeface="Trebuchet MS" panose="020B0603020202020204"/>
                          <a:cs typeface="Trebuchet MS" panose="020B0603020202020204"/>
                        </a:rPr>
                        <a:t> </a:t>
                      </a:r>
                      <a:r>
                        <a:rPr sz="1800" dirty="0">
                          <a:latin typeface="Trebuchet MS" panose="020B0603020202020204"/>
                          <a:cs typeface="Trebuchet MS" panose="020B0603020202020204"/>
                        </a:rPr>
                        <a:t>program/group</a:t>
                      </a:r>
                      <a:r>
                        <a:rPr sz="1800" spc="-50" dirty="0">
                          <a:latin typeface="Trebuchet MS" panose="020B0603020202020204"/>
                          <a:cs typeface="Trebuchet MS" panose="020B0603020202020204"/>
                        </a:rPr>
                        <a:t> </a:t>
                      </a:r>
                      <a:r>
                        <a:rPr sz="1800" spc="-25" dirty="0">
                          <a:latin typeface="Trebuchet MS" panose="020B0603020202020204"/>
                          <a:cs typeface="Trebuchet MS" panose="020B0603020202020204"/>
                        </a:rPr>
                        <a:t>of </a:t>
                      </a:r>
                      <a:r>
                        <a:rPr sz="1800" spc="-10" dirty="0">
                          <a:latin typeface="Trebuchet MS" panose="020B0603020202020204"/>
                          <a:cs typeface="Trebuchet MS" panose="020B0603020202020204"/>
                        </a:rPr>
                        <a:t>statements</a:t>
                      </a:r>
                      <a:endParaRPr sz="1800">
                        <a:latin typeface="Trebuchet MS" panose="020B0603020202020204"/>
                        <a:cs typeface="Trebuchet MS" panose="020B0603020202020204"/>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r>
              <a:tr h="650875">
                <a:tc>
                  <a:txBody>
                    <a:bodyPr/>
                    <a:lstStyle/>
                    <a:p>
                      <a:pPr marL="90805">
                        <a:lnSpc>
                          <a:spcPct val="100000"/>
                        </a:lnSpc>
                        <a:spcBef>
                          <a:spcPts val="320"/>
                        </a:spcBef>
                      </a:pPr>
                      <a:r>
                        <a:rPr sz="1800" dirty="0">
                          <a:latin typeface="Trebuchet MS" panose="020B0603020202020204"/>
                          <a:cs typeface="Trebuchet MS" panose="020B0603020202020204"/>
                        </a:rPr>
                        <a:t>SQL</a:t>
                      </a:r>
                      <a:r>
                        <a:rPr sz="1800" spc="-100" dirty="0">
                          <a:latin typeface="Trebuchet MS" panose="020B0603020202020204"/>
                          <a:cs typeface="Trebuchet MS" panose="020B0603020202020204"/>
                        </a:rPr>
                        <a:t> </a:t>
                      </a:r>
                      <a:r>
                        <a:rPr sz="1800" dirty="0">
                          <a:latin typeface="Trebuchet MS" panose="020B0603020202020204"/>
                          <a:cs typeface="Trebuchet MS" panose="020B0603020202020204"/>
                        </a:rPr>
                        <a:t>is</a:t>
                      </a:r>
                      <a:r>
                        <a:rPr sz="1800" spc="-30" dirty="0">
                          <a:latin typeface="Trebuchet MS" panose="020B0603020202020204"/>
                          <a:cs typeface="Trebuchet MS" panose="020B0603020202020204"/>
                        </a:rPr>
                        <a:t> </a:t>
                      </a:r>
                      <a:r>
                        <a:rPr sz="1800" spc="-10" dirty="0">
                          <a:latin typeface="Trebuchet MS" panose="020B0603020202020204"/>
                          <a:cs typeface="Trebuchet MS" panose="020B0603020202020204"/>
                        </a:rPr>
                        <a:t>syntax/statement</a:t>
                      </a:r>
                      <a:r>
                        <a:rPr sz="1800" dirty="0">
                          <a:latin typeface="Trebuchet MS" panose="020B0603020202020204"/>
                          <a:cs typeface="Trebuchet MS" panose="020B0603020202020204"/>
                        </a:rPr>
                        <a:t> </a:t>
                      </a:r>
                      <a:r>
                        <a:rPr sz="1800" spc="-10" dirty="0">
                          <a:latin typeface="Trebuchet MS" panose="020B0603020202020204"/>
                          <a:cs typeface="Trebuchet MS" panose="020B0603020202020204"/>
                        </a:rPr>
                        <a:t>oriented</a:t>
                      </a:r>
                      <a:endParaRPr sz="1800">
                        <a:latin typeface="Trebuchet MS" panose="020B0603020202020204"/>
                        <a:cs typeface="Trebuchet MS" panose="020B0603020202020204"/>
                      </a:endParaRPr>
                    </a:p>
                    <a:p>
                      <a:pPr marL="90805">
                        <a:lnSpc>
                          <a:spcPct val="100000"/>
                        </a:lnSpc>
                      </a:pPr>
                      <a:r>
                        <a:rPr sz="1800" spc="-10" dirty="0">
                          <a:latin typeface="Trebuchet MS" panose="020B0603020202020204"/>
                          <a:cs typeface="Trebuchet MS" panose="020B0603020202020204"/>
                        </a:rPr>
                        <a:t>language</a:t>
                      </a:r>
                      <a:endParaRPr sz="1800">
                        <a:latin typeface="Trebuchet MS" panose="020B0603020202020204"/>
                        <a:cs typeface="Trebuchet MS" panose="020B0603020202020204"/>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c>
                  <a:txBody>
                    <a:bodyPr/>
                    <a:lstStyle/>
                    <a:p>
                      <a:pPr marL="92075">
                        <a:lnSpc>
                          <a:spcPct val="100000"/>
                        </a:lnSpc>
                        <a:spcBef>
                          <a:spcPts val="320"/>
                        </a:spcBef>
                      </a:pPr>
                      <a:r>
                        <a:rPr sz="1800" dirty="0">
                          <a:latin typeface="Trebuchet MS" panose="020B0603020202020204"/>
                          <a:cs typeface="Trebuchet MS" panose="020B0603020202020204"/>
                        </a:rPr>
                        <a:t>PL/SQL</a:t>
                      </a:r>
                      <a:r>
                        <a:rPr sz="1800" spc="-120" dirty="0">
                          <a:latin typeface="Trebuchet MS" panose="020B0603020202020204"/>
                          <a:cs typeface="Trebuchet MS" panose="020B0603020202020204"/>
                        </a:rPr>
                        <a:t> </a:t>
                      </a:r>
                      <a:r>
                        <a:rPr sz="1800" dirty="0">
                          <a:latin typeface="Trebuchet MS" panose="020B0603020202020204"/>
                          <a:cs typeface="Trebuchet MS" panose="020B0603020202020204"/>
                        </a:rPr>
                        <a:t>is</a:t>
                      </a:r>
                      <a:r>
                        <a:rPr sz="1800" spc="-70" dirty="0">
                          <a:latin typeface="Trebuchet MS" panose="020B0603020202020204"/>
                          <a:cs typeface="Trebuchet MS" panose="020B0603020202020204"/>
                        </a:rPr>
                        <a:t> </a:t>
                      </a:r>
                      <a:r>
                        <a:rPr sz="1800" dirty="0">
                          <a:latin typeface="Trebuchet MS" panose="020B0603020202020204"/>
                          <a:cs typeface="Trebuchet MS" panose="020B0603020202020204"/>
                        </a:rPr>
                        <a:t>structure</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oriented</a:t>
                      </a:r>
                      <a:r>
                        <a:rPr sz="1800" spc="-45" dirty="0">
                          <a:latin typeface="Trebuchet MS" panose="020B0603020202020204"/>
                          <a:cs typeface="Trebuchet MS" panose="020B0603020202020204"/>
                        </a:rPr>
                        <a:t> </a:t>
                      </a:r>
                      <a:r>
                        <a:rPr sz="1800" spc="-10" dirty="0">
                          <a:latin typeface="Trebuchet MS" panose="020B0603020202020204"/>
                          <a:cs typeface="Trebuchet MS" panose="020B0603020202020204"/>
                        </a:rPr>
                        <a:t>language</a:t>
                      </a:r>
                      <a:endParaRPr sz="1800">
                        <a:latin typeface="Trebuchet MS" panose="020B0603020202020204"/>
                        <a:cs typeface="Trebuchet MS" panose="020B0603020202020204"/>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7E7E7"/>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1757" y="-125476"/>
            <a:ext cx="8860485" cy="1230630"/>
          </a:xfrm>
        </p:spPr>
        <p:txBody>
          <a:bodyPr/>
          <a:p>
            <a:pPr algn="ctr"/>
            <a:r>
              <a:rPr lang="en-US" sz="8000"/>
              <a:t>SQL vs PL/SQL</a:t>
            </a:r>
            <a:endParaRPr lang="en-US" sz="8000"/>
          </a:p>
        </p:txBody>
      </p:sp>
      <p:sp>
        <p:nvSpPr>
          <p:cNvPr id="3" name="Text Placeholder 2"/>
          <p:cNvSpPr>
            <a:spLocks noGrp="1"/>
          </p:cNvSpPr>
          <p:nvPr>
            <p:ph type="body" idx="1"/>
          </p:nvPr>
        </p:nvSpPr>
        <p:spPr>
          <a:xfrm>
            <a:off x="269240" y="1398905"/>
            <a:ext cx="8682990" cy="5284470"/>
          </a:xfrm>
        </p:spPr>
        <p:txBody>
          <a:bodyPr>
            <a:noAutofit/>
          </a:bodyPr>
          <a:p>
            <a:endParaRPr lang="en-US"/>
          </a:p>
        </p:txBody>
      </p:sp>
      <p:graphicFrame>
        <p:nvGraphicFramePr>
          <p:cNvPr id="4" name="Table 3"/>
          <p:cNvGraphicFramePr/>
          <p:nvPr>
            <p:custDataLst>
              <p:tags r:id="rId1"/>
            </p:custDataLst>
          </p:nvPr>
        </p:nvGraphicFramePr>
        <p:xfrm>
          <a:off x="269240" y="1752600"/>
          <a:ext cx="8733155" cy="4954270"/>
        </p:xfrm>
        <a:graphic>
          <a:graphicData uri="http://schemas.openxmlformats.org/drawingml/2006/table">
            <a:tbl>
              <a:tblPr/>
              <a:tblGrid>
                <a:gridCol w="2811145"/>
                <a:gridCol w="3320415"/>
                <a:gridCol w="2601595"/>
              </a:tblGrid>
              <a:tr h="609600">
                <a:tc>
                  <a:txBody>
                    <a:bodyPr/>
                    <a:p>
                      <a:r>
                        <a:rPr lang="en-US" altLang="zh-CN" sz="4000" b="1"/>
                        <a:t>Point</a:t>
                      </a:r>
                      <a:endParaRPr lang="en-US" altLang="zh-CN" sz="4000" b="1"/>
                    </a:p>
                  </a:txBody>
                  <a:tcPr marL="0" marR="0" marT="0" marB="0" anchor="ctr" anchorCtr="0">
                    <a:lnL>
                      <a:noFill/>
                    </a:lnL>
                    <a:lnR>
                      <a:noFill/>
                    </a:lnR>
                    <a:lnT>
                      <a:noFill/>
                    </a:lnT>
                    <a:lnB>
                      <a:noFill/>
                    </a:lnB>
                    <a:noFill/>
                  </a:tcPr>
                </a:tc>
                <a:tc>
                  <a:txBody>
                    <a:bodyPr/>
                    <a:p>
                      <a:r>
                        <a:rPr lang="en-US" altLang="zh-CN" sz="3600" b="1"/>
                        <a:t>SQL</a:t>
                      </a:r>
                      <a:endParaRPr lang="en-US" altLang="zh-CN" sz="3600" b="1"/>
                    </a:p>
                  </a:txBody>
                  <a:tcPr marL="0" marR="0" marT="0" marB="0" anchor="ctr" anchorCtr="0">
                    <a:lnL>
                      <a:noFill/>
                    </a:lnL>
                    <a:lnR>
                      <a:noFill/>
                    </a:lnR>
                    <a:lnT>
                      <a:noFill/>
                    </a:lnT>
                    <a:lnB>
                      <a:noFill/>
                    </a:lnB>
                    <a:noFill/>
                  </a:tcPr>
                </a:tc>
                <a:tc>
                  <a:txBody>
                    <a:bodyPr/>
                    <a:p>
                      <a:r>
                        <a:rPr lang="en-US" altLang="zh-CN" sz="3200" b="1"/>
                        <a:t>PL/SQL</a:t>
                      </a:r>
                      <a:endParaRPr lang="en-US" altLang="zh-CN" sz="3200" b="1"/>
                    </a:p>
                  </a:txBody>
                  <a:tcPr marL="0" marR="0" marT="0" marB="0" anchor="ctr" anchorCtr="0">
                    <a:lnL>
                      <a:noFill/>
                    </a:lnL>
                    <a:lnR>
                      <a:noFill/>
                    </a:lnR>
                    <a:lnT>
                      <a:noFill/>
                    </a:lnT>
                    <a:lnB>
                      <a:noFill/>
                    </a:lnB>
                    <a:noFill/>
                  </a:tcPr>
                </a:tc>
              </a:tr>
              <a:tr h="678180">
                <a:tc>
                  <a:txBody>
                    <a:bodyPr/>
                    <a:p>
                      <a:r>
                        <a:rPr lang="en-US" altLang="zh-CN" sz="4000"/>
                        <a:t>Full form</a:t>
                      </a:r>
                      <a:endParaRPr lang="en-US" altLang="zh-CN" sz="4000"/>
                    </a:p>
                  </a:txBody>
                  <a:tcPr marL="0" marR="0" marT="0" marB="0" anchor="ctr" anchorCtr="0">
                    <a:lnL>
                      <a:noFill/>
                    </a:lnL>
                    <a:lnR>
                      <a:noFill/>
                    </a:lnR>
                    <a:lnT>
                      <a:noFill/>
                    </a:lnT>
                    <a:lnB>
                      <a:noFill/>
                    </a:lnB>
                    <a:noFill/>
                  </a:tcPr>
                </a:tc>
                <a:tc>
                  <a:txBody>
                    <a:bodyPr/>
                    <a:p>
                      <a:r>
                        <a:rPr lang="en-US" altLang="zh-CN" sz="1600" b="1"/>
                        <a:t>Structured Query Language</a:t>
                      </a:r>
                      <a:endParaRPr lang="en-US" altLang="zh-CN" sz="1600" b="1"/>
                    </a:p>
                  </a:txBody>
                  <a:tcPr marL="0" marR="0" marT="0" marB="0" anchor="ctr" anchorCtr="0">
                    <a:lnL>
                      <a:noFill/>
                    </a:lnL>
                    <a:lnR>
                      <a:noFill/>
                    </a:lnR>
                    <a:lnT>
                      <a:noFill/>
                    </a:lnT>
                    <a:lnB>
                      <a:noFill/>
                    </a:lnB>
                    <a:noFill/>
                  </a:tcPr>
                </a:tc>
                <a:tc>
                  <a:txBody>
                    <a:bodyPr/>
                    <a:p>
                      <a:r>
                        <a:rPr lang="en-US" altLang="zh-CN" sz="1800" b="1"/>
                        <a:t>Procedural Language / SQL</a:t>
                      </a:r>
                      <a:endParaRPr lang="en-US" altLang="zh-CN" sz="1800" b="1"/>
                    </a:p>
                  </a:txBody>
                  <a:tcPr marL="0" marR="0" marT="0" marB="0" anchor="ctr" anchorCtr="0">
                    <a:lnL>
                      <a:noFill/>
                    </a:lnL>
                    <a:lnR>
                      <a:noFill/>
                    </a:lnR>
                    <a:lnT>
                      <a:noFill/>
                    </a:lnT>
                    <a:lnB>
                      <a:noFill/>
                    </a:lnB>
                    <a:noFill/>
                  </a:tcPr>
                </a:tc>
              </a:tr>
              <a:tr h="744855">
                <a:tc>
                  <a:txBody>
                    <a:bodyPr/>
                    <a:p>
                      <a:r>
                        <a:rPr lang="en-US" altLang="zh-CN" sz="4400"/>
                        <a:t>Nature</a:t>
                      </a:r>
                      <a:endParaRPr lang="en-US" altLang="zh-CN" sz="4400"/>
                    </a:p>
                  </a:txBody>
                  <a:tcPr marL="0" marR="0" marT="0" marB="0" anchor="ctr" anchorCtr="0">
                    <a:lnL>
                      <a:noFill/>
                    </a:lnL>
                    <a:lnR>
                      <a:noFill/>
                    </a:lnR>
                    <a:lnT>
                      <a:noFill/>
                    </a:lnT>
                    <a:lnB>
                      <a:noFill/>
                    </a:lnB>
                    <a:noFill/>
                  </a:tcPr>
                </a:tc>
                <a:tc>
                  <a:txBody>
                    <a:bodyPr/>
                    <a:p>
                      <a:r>
                        <a:rPr lang="en-US" altLang="zh-CN" sz="2400"/>
                        <a:t>Non-procedural</a:t>
                      </a:r>
                      <a:endParaRPr lang="en-US" altLang="zh-CN" sz="2400"/>
                    </a:p>
                  </a:txBody>
                  <a:tcPr marL="0" marR="0" marT="0" marB="0" anchor="ctr" anchorCtr="0">
                    <a:lnL>
                      <a:noFill/>
                    </a:lnL>
                    <a:lnR>
                      <a:noFill/>
                    </a:lnR>
                    <a:lnT>
                      <a:noFill/>
                    </a:lnT>
                    <a:lnB>
                      <a:noFill/>
                    </a:lnB>
                    <a:noFill/>
                  </a:tcPr>
                </a:tc>
                <a:tc>
                  <a:txBody>
                    <a:bodyPr/>
                    <a:p>
                      <a:r>
                        <a:rPr lang="en-US" altLang="zh-CN" sz="2400" b="1"/>
                        <a:t>Procedural</a:t>
                      </a:r>
                      <a:endParaRPr lang="en-US" altLang="zh-CN" sz="2400" b="1"/>
                    </a:p>
                  </a:txBody>
                  <a:tcPr marL="0" marR="0" marT="0" marB="0" anchor="ctr" anchorCtr="0">
                    <a:lnL>
                      <a:noFill/>
                    </a:lnL>
                    <a:lnR>
                      <a:noFill/>
                    </a:lnR>
                    <a:lnT>
                      <a:noFill/>
                    </a:lnT>
                    <a:lnB>
                      <a:noFill/>
                    </a:lnB>
                    <a:noFill/>
                  </a:tcPr>
                </a:tc>
              </a:tr>
              <a:tr h="743585">
                <a:tc>
                  <a:txBody>
                    <a:bodyPr/>
                    <a:p>
                      <a:r>
                        <a:rPr lang="en-US" altLang="zh-CN" sz="3600"/>
                        <a:t>Execution</a:t>
                      </a:r>
                      <a:endParaRPr lang="en-US" altLang="zh-CN" sz="3600"/>
                    </a:p>
                  </a:txBody>
                  <a:tcPr marL="0" marR="0" marT="0" marB="0" anchor="ctr" anchorCtr="0">
                    <a:lnL>
                      <a:noFill/>
                    </a:lnL>
                    <a:lnR>
                      <a:noFill/>
                    </a:lnR>
                    <a:lnT>
                      <a:noFill/>
                    </a:lnT>
                    <a:lnB>
                      <a:noFill/>
                    </a:lnB>
                    <a:noFill/>
                  </a:tcPr>
                </a:tc>
                <a:tc>
                  <a:txBody>
                    <a:bodyPr/>
                    <a:p>
                      <a:r>
                        <a:rPr lang="en-US" altLang="zh-CN" sz="2000"/>
                        <a:t>Individual statements execute hote hain</a:t>
                      </a:r>
                      <a:endParaRPr lang="en-US" altLang="zh-CN" sz="2000"/>
                    </a:p>
                  </a:txBody>
                  <a:tcPr marL="0" marR="0" marT="0" marB="0" anchor="ctr" anchorCtr="0">
                    <a:lnL>
                      <a:noFill/>
                    </a:lnL>
                    <a:lnR>
                      <a:noFill/>
                    </a:lnR>
                    <a:lnT>
                      <a:noFill/>
                    </a:lnT>
                    <a:lnB>
                      <a:noFill/>
                    </a:lnB>
                    <a:noFill/>
                  </a:tcPr>
                </a:tc>
                <a:tc>
                  <a:txBody>
                    <a:bodyPr/>
                    <a:p>
                      <a:r>
                        <a:rPr lang="en-US" altLang="zh-CN" sz="2000" b="1"/>
                        <a:t>Statements ka block execute hota hai</a:t>
                      </a:r>
                      <a:endParaRPr lang="en-US" altLang="zh-CN" sz="2000" b="1"/>
                    </a:p>
                  </a:txBody>
                  <a:tcPr marL="0" marR="0" marT="0" marB="0" anchor="ctr" anchorCtr="0">
                    <a:lnL>
                      <a:noFill/>
                    </a:lnL>
                    <a:lnR>
                      <a:noFill/>
                    </a:lnR>
                    <a:lnT>
                      <a:noFill/>
                    </a:lnT>
                    <a:lnB>
                      <a:noFill/>
                    </a:lnB>
                    <a:noFill/>
                  </a:tcPr>
                </a:tc>
              </a:tr>
              <a:tr h="706120">
                <a:tc>
                  <a:txBody>
                    <a:bodyPr/>
                    <a:p>
                      <a:r>
                        <a:rPr lang="en-US" altLang="zh-CN" sz="2000" b="1"/>
                        <a:t>Programming features</a:t>
                      </a:r>
                      <a:endParaRPr lang="en-US" altLang="zh-CN" sz="2000" b="1"/>
                    </a:p>
                  </a:txBody>
                  <a:tcPr marL="0" marR="0" marT="0" marB="0" anchor="ctr" anchorCtr="0">
                    <a:lnL>
                      <a:noFill/>
                    </a:lnL>
                    <a:lnR>
                      <a:noFill/>
                    </a:lnR>
                    <a:lnT>
                      <a:noFill/>
                    </a:lnT>
                    <a:lnB>
                      <a:noFill/>
                    </a:lnB>
                    <a:noFill/>
                  </a:tcPr>
                </a:tc>
                <a:tc>
                  <a:txBody>
                    <a:bodyPr/>
                    <a:p>
                      <a:r>
                        <a:rPr lang="en-US" altLang="zh-CN" sz="1800"/>
                        <a:t>Procedural features limited</a:t>
                      </a:r>
                      <a:endParaRPr lang="en-US" altLang="zh-CN" sz="1800"/>
                    </a:p>
                  </a:txBody>
                  <a:tcPr marL="0" marR="0" marT="0" marB="0" anchor="ctr" anchorCtr="0">
                    <a:lnL>
                      <a:noFill/>
                    </a:lnL>
                    <a:lnR>
                      <a:noFill/>
                    </a:lnR>
                    <a:lnT>
                      <a:noFill/>
                    </a:lnT>
                    <a:lnB>
                      <a:noFill/>
                    </a:lnB>
                    <a:noFill/>
                  </a:tcPr>
                </a:tc>
                <a:tc>
                  <a:txBody>
                    <a:bodyPr/>
                    <a:p>
                      <a:r>
                        <a:rPr lang="en-US" altLang="zh-CN" sz="2000" b="1"/>
                        <a:t>Variables, conditions, loops etc.</a:t>
                      </a:r>
                      <a:endParaRPr lang="en-US" altLang="zh-CN" sz="2000" b="1"/>
                    </a:p>
                  </a:txBody>
                  <a:tcPr marL="0" marR="0" marT="0" marB="0" anchor="ctr" anchorCtr="0">
                    <a:lnL>
                      <a:noFill/>
                    </a:lnL>
                    <a:lnR>
                      <a:noFill/>
                    </a:lnR>
                    <a:lnT>
                      <a:noFill/>
                    </a:lnT>
                    <a:lnB>
                      <a:noFill/>
                    </a:lnB>
                    <a:noFill/>
                  </a:tcPr>
                </a:tc>
              </a:tr>
              <a:tr h="945515">
                <a:tc>
                  <a:txBody>
                    <a:bodyPr/>
                    <a:p>
                      <a:r>
                        <a:rPr lang="en-US" altLang="zh-CN" sz="2800"/>
                        <a:t>Use</a:t>
                      </a:r>
                      <a:endParaRPr lang="en-US" altLang="zh-CN" sz="2800"/>
                    </a:p>
                  </a:txBody>
                  <a:tcPr marL="0" marR="0" marT="0" marB="0" anchor="ctr" anchorCtr="0">
                    <a:lnL>
                      <a:noFill/>
                    </a:lnL>
                    <a:lnR>
                      <a:noFill/>
                    </a:lnR>
                    <a:lnT>
                      <a:noFill/>
                    </a:lnT>
                    <a:lnB>
                      <a:noFill/>
                    </a:lnB>
                    <a:noFill/>
                  </a:tcPr>
                </a:tc>
                <a:tc>
                  <a:txBody>
                    <a:bodyPr/>
                    <a:p>
                      <a:r>
                        <a:rPr lang="en-US" altLang="zh-CN" sz="2000"/>
                        <a:t>Database mein data access/manipulate karna</a:t>
                      </a:r>
                      <a:endParaRPr lang="en-US" altLang="zh-CN" sz="2000"/>
                    </a:p>
                  </a:txBody>
                  <a:tcPr marL="0" marR="0" marT="0" marB="0" anchor="ctr" anchorCtr="0">
                    <a:lnL>
                      <a:noFill/>
                    </a:lnL>
                    <a:lnR>
                      <a:noFill/>
                    </a:lnR>
                    <a:lnT>
                      <a:noFill/>
                    </a:lnT>
                    <a:lnB>
                      <a:noFill/>
                    </a:lnB>
                    <a:noFill/>
                  </a:tcPr>
                </a:tc>
                <a:tc>
                  <a:txBody>
                    <a:bodyPr/>
                    <a:p>
                      <a:r>
                        <a:rPr lang="en-US" altLang="zh-CN" sz="1600" b="1"/>
                        <a:t>SQL ke saath programming logic use karna</a:t>
                      </a:r>
                      <a:endParaRPr lang="en-US" altLang="zh-CN" sz="1600" b="1"/>
                    </a:p>
                  </a:txBody>
                  <a:tcPr marL="0" marR="0" marT="0" marB="0" anchor="ctr" anchorCtr="0">
                    <a:lnL>
                      <a:noFill/>
                    </a:lnL>
                    <a:lnR>
                      <a:noFill/>
                    </a:lnR>
                    <a:lnT>
                      <a:noFill/>
                    </a:lnT>
                    <a:lnB>
                      <a:noFill/>
                    </a:lnB>
                    <a:noFill/>
                  </a:tcPr>
                </a:tc>
              </a:tr>
              <a:tr h="526415">
                <a:tc>
                  <a:txBody>
                    <a:bodyPr/>
                    <a:p>
                      <a:r>
                        <a:rPr lang="en-US" altLang="zh-CN" sz="3200"/>
                        <a:t>Code unit</a:t>
                      </a:r>
                      <a:endParaRPr lang="en-US" altLang="zh-CN" sz="3200"/>
                    </a:p>
                  </a:txBody>
                  <a:tcPr marL="0" marR="0" marT="0" marB="0" anchor="ctr" anchorCtr="0">
                    <a:lnL>
                      <a:noFill/>
                    </a:lnL>
                    <a:lnR>
                      <a:noFill/>
                    </a:lnR>
                    <a:lnT>
                      <a:noFill/>
                    </a:lnT>
                    <a:lnB>
                      <a:noFill/>
                    </a:lnB>
                    <a:noFill/>
                  </a:tcPr>
                </a:tc>
                <a:tc>
                  <a:txBody>
                    <a:bodyPr/>
                    <a:p>
                      <a:r>
                        <a:rPr lang="en-US" altLang="zh-CN" sz="2000"/>
                        <a:t>Individual SQL statement</a:t>
                      </a:r>
                      <a:endParaRPr lang="en-US" altLang="zh-CN" sz="2000"/>
                    </a:p>
                  </a:txBody>
                  <a:tcPr marL="0" marR="0" marT="0" marB="0" anchor="ctr" anchorCtr="0">
                    <a:lnL>
                      <a:noFill/>
                    </a:lnL>
                    <a:lnR>
                      <a:noFill/>
                    </a:lnR>
                    <a:lnT>
                      <a:noFill/>
                    </a:lnT>
                    <a:lnB>
                      <a:noFill/>
                    </a:lnB>
                    <a:noFill/>
                  </a:tcPr>
                </a:tc>
                <a:tc>
                  <a:txBody>
                    <a:bodyPr/>
                    <a:p>
                      <a:r>
                        <a:rPr lang="en-US" altLang="zh-CN" sz="2800" b="1"/>
                        <a:t>PL/SQL block</a:t>
                      </a:r>
                      <a:endParaRPr lang="en-US" altLang="zh-CN" sz="2800" b="1"/>
                    </a:p>
                  </a:txBody>
                  <a:tcPr marL="0" marR="0" marT="0" marB="0" anchor="ctr" anchorCtr="0">
                    <a:lnL>
                      <a:noFill/>
                    </a:lnL>
                    <a:lnR>
                      <a:noFill/>
                    </a:lnR>
                    <a:lnT>
                      <a:noFill/>
                    </a:lnT>
                    <a:lnB>
                      <a:noFill/>
                    </a:lnB>
                    <a:noFill/>
                  </a:tcPr>
                </a:tc>
              </a:tr>
            </a:tbl>
          </a:graphicData>
        </a:graphic>
      </p:graphicFrame>
      <p:pic>
        <p:nvPicPr>
          <p:cNvPr id="5" name="Picture 4"/>
          <p:cNvPicPr>
            <a:picLocks noChangeAspect="1"/>
          </p:cNvPicPr>
          <p:nvPr/>
        </p:nvPicPr>
        <p:blipFill>
          <a:blip r:embed="rId2"/>
          <a:stretch>
            <a:fillRect/>
          </a:stretch>
        </p:blipFill>
        <p:spPr>
          <a:xfrm>
            <a:off x="0" y="1310640"/>
            <a:ext cx="9199245" cy="554736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2599055">
              <a:lnSpc>
                <a:spcPct val="100000"/>
              </a:lnSpc>
              <a:spcBef>
                <a:spcPts val="105"/>
              </a:spcBef>
            </a:pPr>
            <a:r>
              <a:rPr sz="4400" b="0" dirty="0">
                <a:latin typeface="Trebuchet MS" panose="020B0603020202020204"/>
                <a:cs typeface="Trebuchet MS" panose="020B0603020202020204"/>
              </a:rPr>
              <a:t>SQL</a:t>
            </a:r>
            <a:r>
              <a:rPr sz="4400" b="0" spc="-175" dirty="0">
                <a:latin typeface="Trebuchet MS" panose="020B0603020202020204"/>
                <a:cs typeface="Trebuchet MS" panose="020B0603020202020204"/>
              </a:rPr>
              <a:t> </a:t>
            </a:r>
            <a:r>
              <a:rPr sz="4400" b="0" dirty="0">
                <a:latin typeface="Trebuchet MS" panose="020B0603020202020204"/>
                <a:cs typeface="Trebuchet MS" panose="020B0603020202020204"/>
              </a:rPr>
              <a:t>VS</a:t>
            </a:r>
            <a:r>
              <a:rPr sz="4400" b="0" spc="-5" dirty="0">
                <a:latin typeface="Trebuchet MS" panose="020B0603020202020204"/>
                <a:cs typeface="Trebuchet MS" panose="020B0603020202020204"/>
              </a:rPr>
              <a:t> </a:t>
            </a:r>
            <a:r>
              <a:rPr sz="4400" b="0" spc="-10" dirty="0">
                <a:latin typeface="Trebuchet MS" panose="020B0603020202020204"/>
                <a:cs typeface="Trebuchet MS" panose="020B0603020202020204"/>
              </a:rPr>
              <a:t>PL/SQL</a:t>
            </a:r>
            <a:endParaRPr sz="4400">
              <a:latin typeface="Trebuchet MS" panose="020B0603020202020204"/>
              <a:cs typeface="Trebuchet MS" panose="020B0603020202020204"/>
            </a:endParaRPr>
          </a:p>
        </p:txBody>
      </p:sp>
      <p:graphicFrame>
        <p:nvGraphicFramePr>
          <p:cNvPr id="3" name="object 3"/>
          <p:cNvGraphicFramePr>
            <a:graphicFrameLocks noGrp="1"/>
          </p:cNvGraphicFramePr>
          <p:nvPr/>
        </p:nvGraphicFramePr>
        <p:xfrm>
          <a:off x="146050" y="1822450"/>
          <a:ext cx="8928100" cy="3785870"/>
        </p:xfrm>
        <a:graphic>
          <a:graphicData uri="http://schemas.openxmlformats.org/drawingml/2006/table">
            <a:tbl>
              <a:tblPr firstRow="1" bandRow="1">
                <a:tableStyleId>{2D5ABB26-0587-4C30-8999-92F81FD0307C}</a:tableStyleId>
              </a:tblPr>
              <a:tblGrid>
                <a:gridCol w="4419600"/>
                <a:gridCol w="4419600"/>
              </a:tblGrid>
              <a:tr h="673100">
                <a:tc>
                  <a:txBody>
                    <a:bodyPr/>
                    <a:lstStyle/>
                    <a:p>
                      <a:pPr algn="ctr">
                        <a:lnSpc>
                          <a:spcPct val="100000"/>
                        </a:lnSpc>
                        <a:spcBef>
                          <a:spcPts val="315"/>
                        </a:spcBef>
                      </a:pPr>
                      <a:r>
                        <a:rPr sz="1800" b="1" spc="-25" dirty="0">
                          <a:solidFill>
                            <a:srgbClr val="FFFFFF"/>
                          </a:solidFill>
                          <a:latin typeface="Trebuchet MS" panose="020B0603020202020204"/>
                          <a:cs typeface="Trebuchet MS" panose="020B0603020202020204"/>
                        </a:rPr>
                        <a:t>SQL</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AA1AD"/>
                    </a:solidFill>
                  </a:tcPr>
                </a:tc>
                <a:tc>
                  <a:txBody>
                    <a:bodyPr/>
                    <a:lstStyle/>
                    <a:p>
                      <a:pPr algn="ctr">
                        <a:lnSpc>
                          <a:spcPct val="100000"/>
                        </a:lnSpc>
                        <a:spcBef>
                          <a:spcPts val="315"/>
                        </a:spcBef>
                      </a:pPr>
                      <a:r>
                        <a:rPr sz="1800" b="1" spc="-10" dirty="0">
                          <a:solidFill>
                            <a:srgbClr val="FFFFFF"/>
                          </a:solidFill>
                          <a:latin typeface="Trebuchet MS" panose="020B0603020202020204"/>
                          <a:cs typeface="Trebuchet MS" panose="020B0603020202020204"/>
                        </a:rPr>
                        <a:t>PL/SQL</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AA1AD"/>
                    </a:solidFill>
                  </a:tcPr>
                </a:tc>
              </a:tr>
              <a:tr h="639445">
                <a:tc>
                  <a:txBody>
                    <a:bodyPr/>
                    <a:lstStyle/>
                    <a:p>
                      <a:pPr marL="90805">
                        <a:lnSpc>
                          <a:spcPct val="100000"/>
                        </a:lnSpc>
                        <a:spcBef>
                          <a:spcPts val="315"/>
                        </a:spcBef>
                      </a:pPr>
                      <a:r>
                        <a:rPr sz="1800" dirty="0">
                          <a:latin typeface="Trebuchet MS" panose="020B0603020202020204"/>
                          <a:cs typeface="Trebuchet MS" panose="020B0603020202020204"/>
                        </a:rPr>
                        <a:t>In</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SQL</a:t>
                      </a:r>
                      <a:r>
                        <a:rPr sz="1800" spc="-105" dirty="0">
                          <a:latin typeface="Trebuchet MS" panose="020B0603020202020204"/>
                          <a:cs typeface="Trebuchet MS" panose="020B0603020202020204"/>
                        </a:rPr>
                        <a:t> </a:t>
                      </a:r>
                      <a:r>
                        <a:rPr sz="1800" dirty="0">
                          <a:latin typeface="Trebuchet MS" panose="020B0603020202020204"/>
                          <a:cs typeface="Trebuchet MS" panose="020B0603020202020204"/>
                        </a:rPr>
                        <a:t>you</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can</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not</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create</a:t>
                      </a:r>
                      <a:r>
                        <a:rPr sz="1800" spc="-25" dirty="0">
                          <a:latin typeface="Trebuchet MS" panose="020B0603020202020204"/>
                          <a:cs typeface="Trebuchet MS" panose="020B0603020202020204"/>
                        </a:rPr>
                        <a:t> </a:t>
                      </a:r>
                      <a:r>
                        <a:rPr sz="1800" dirty="0">
                          <a:latin typeface="Trebuchet MS" panose="020B0603020202020204"/>
                          <a:cs typeface="Trebuchet MS" panose="020B0603020202020204"/>
                        </a:rPr>
                        <a:t>or</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use</a:t>
                      </a:r>
                      <a:r>
                        <a:rPr sz="1800" spc="-40" dirty="0">
                          <a:latin typeface="Trebuchet MS" panose="020B0603020202020204"/>
                          <a:cs typeface="Trebuchet MS" panose="020B0603020202020204"/>
                        </a:rPr>
                        <a:t> </a:t>
                      </a:r>
                      <a:r>
                        <a:rPr sz="1800" spc="-10" dirty="0">
                          <a:latin typeface="Trebuchet MS" panose="020B0603020202020204"/>
                          <a:cs typeface="Trebuchet MS" panose="020B0603020202020204"/>
                        </a:rPr>
                        <a:t>package</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1DFE2"/>
                    </a:solidFill>
                  </a:tcPr>
                </a:tc>
                <a:tc>
                  <a:txBody>
                    <a:bodyPr/>
                    <a:lstStyle/>
                    <a:p>
                      <a:pPr marL="92075">
                        <a:lnSpc>
                          <a:spcPct val="100000"/>
                        </a:lnSpc>
                        <a:spcBef>
                          <a:spcPts val="315"/>
                        </a:spcBef>
                      </a:pPr>
                      <a:r>
                        <a:rPr sz="1800" dirty="0">
                          <a:latin typeface="Trebuchet MS" panose="020B0603020202020204"/>
                          <a:cs typeface="Trebuchet MS" panose="020B0603020202020204"/>
                        </a:rPr>
                        <a:t>Create</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a</a:t>
                      </a:r>
                      <a:r>
                        <a:rPr sz="1800" spc="-50" dirty="0">
                          <a:latin typeface="Trebuchet MS" panose="020B0603020202020204"/>
                          <a:cs typeface="Trebuchet MS" panose="020B0603020202020204"/>
                        </a:rPr>
                        <a:t> </a:t>
                      </a:r>
                      <a:r>
                        <a:rPr sz="1800" spc="-10" dirty="0">
                          <a:latin typeface="Trebuchet MS" panose="020B0603020202020204"/>
                          <a:cs typeface="Trebuchet MS" panose="020B0603020202020204"/>
                        </a:rPr>
                        <a:t>package</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1DFE2"/>
                    </a:solidFill>
                  </a:tcPr>
                </a:tc>
              </a:tr>
              <a:tr h="640080">
                <a:tc>
                  <a:txBody>
                    <a:bodyPr/>
                    <a:lstStyle/>
                    <a:p>
                      <a:pPr marL="90805">
                        <a:lnSpc>
                          <a:spcPct val="100000"/>
                        </a:lnSpc>
                        <a:spcBef>
                          <a:spcPts val="315"/>
                        </a:spcBef>
                      </a:pPr>
                      <a:r>
                        <a:rPr sz="1800" dirty="0">
                          <a:latin typeface="Trebuchet MS" panose="020B0603020202020204"/>
                          <a:cs typeface="Trebuchet MS" panose="020B0603020202020204"/>
                        </a:rPr>
                        <a:t>There</a:t>
                      </a:r>
                      <a:r>
                        <a:rPr sz="1800" spc="-25" dirty="0">
                          <a:latin typeface="Trebuchet MS" panose="020B0603020202020204"/>
                          <a:cs typeface="Trebuchet MS" panose="020B0603020202020204"/>
                        </a:rPr>
                        <a:t> </a:t>
                      </a:r>
                      <a:r>
                        <a:rPr sz="1800" dirty="0">
                          <a:latin typeface="Trebuchet MS" panose="020B0603020202020204"/>
                          <a:cs typeface="Trebuchet MS" panose="020B0603020202020204"/>
                        </a:rPr>
                        <a:t>is</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no</a:t>
                      </a:r>
                      <a:r>
                        <a:rPr sz="1800" spc="-30" dirty="0">
                          <a:latin typeface="Trebuchet MS" panose="020B0603020202020204"/>
                          <a:cs typeface="Trebuchet MS" panose="020B0603020202020204"/>
                        </a:rPr>
                        <a:t> </a:t>
                      </a:r>
                      <a:r>
                        <a:rPr sz="1800" dirty="0">
                          <a:latin typeface="Trebuchet MS" panose="020B0603020202020204"/>
                          <a:cs typeface="Trebuchet MS" panose="020B0603020202020204"/>
                        </a:rPr>
                        <a:t>facility</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handle</a:t>
                      </a:r>
                      <a:r>
                        <a:rPr sz="1800" spc="-35" dirty="0">
                          <a:latin typeface="Trebuchet MS" panose="020B0603020202020204"/>
                          <a:cs typeface="Trebuchet MS" panose="020B0603020202020204"/>
                        </a:rPr>
                        <a:t> </a:t>
                      </a:r>
                      <a:r>
                        <a:rPr sz="1800" spc="-10" dirty="0">
                          <a:latin typeface="Trebuchet MS" panose="020B0603020202020204"/>
                          <a:cs typeface="Trebuchet MS" panose="020B0603020202020204"/>
                        </a:rPr>
                        <a:t>exceptions</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AEFF1"/>
                    </a:solidFill>
                  </a:tcPr>
                </a:tc>
                <a:tc>
                  <a:txBody>
                    <a:bodyPr/>
                    <a:lstStyle/>
                    <a:p>
                      <a:pPr marL="92075" marR="334010">
                        <a:lnSpc>
                          <a:spcPct val="100000"/>
                        </a:lnSpc>
                        <a:spcBef>
                          <a:spcPts val="315"/>
                        </a:spcBef>
                      </a:pPr>
                      <a:r>
                        <a:rPr sz="1800" dirty="0">
                          <a:latin typeface="Trebuchet MS" panose="020B0603020202020204"/>
                          <a:cs typeface="Trebuchet MS" panose="020B0603020202020204"/>
                        </a:rPr>
                        <a:t>Allows</a:t>
                      </a:r>
                      <a:r>
                        <a:rPr sz="1800" spc="-60" dirty="0">
                          <a:latin typeface="Trebuchet MS" panose="020B0603020202020204"/>
                          <a:cs typeface="Trebuchet MS" panose="020B0603020202020204"/>
                        </a:rPr>
                        <a:t> </a:t>
                      </a:r>
                      <a:r>
                        <a:rPr sz="1800" dirty="0">
                          <a:latin typeface="Trebuchet MS" panose="020B0603020202020204"/>
                          <a:cs typeface="Trebuchet MS" panose="020B0603020202020204"/>
                        </a:rPr>
                        <a:t>you</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to</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write</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exception</a:t>
                      </a:r>
                      <a:r>
                        <a:rPr sz="1800" spc="-45" dirty="0">
                          <a:latin typeface="Trebuchet MS" panose="020B0603020202020204"/>
                          <a:cs typeface="Trebuchet MS" panose="020B0603020202020204"/>
                        </a:rPr>
                        <a:t> </a:t>
                      </a:r>
                      <a:r>
                        <a:rPr sz="1800" spc="-10" dirty="0">
                          <a:latin typeface="Trebuchet MS" panose="020B0603020202020204"/>
                          <a:cs typeface="Trebuchet MS" panose="020B0603020202020204"/>
                        </a:rPr>
                        <a:t>handling </a:t>
                      </a:r>
                      <a:r>
                        <a:rPr sz="1800" spc="-20" dirty="0">
                          <a:latin typeface="Trebuchet MS" panose="020B0603020202020204"/>
                          <a:cs typeface="Trebuchet MS" panose="020B0603020202020204"/>
                        </a:rPr>
                        <a:t>code</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AEFF1"/>
                    </a:solidFill>
                  </a:tcPr>
                </a:tc>
              </a:tr>
              <a:tr h="916305">
                <a:tc>
                  <a:txBody>
                    <a:bodyPr/>
                    <a:lstStyle/>
                    <a:p>
                      <a:pPr marL="90805">
                        <a:lnSpc>
                          <a:spcPct val="100000"/>
                        </a:lnSpc>
                        <a:spcBef>
                          <a:spcPts val="315"/>
                        </a:spcBef>
                      </a:pPr>
                      <a:r>
                        <a:rPr sz="1800" dirty="0">
                          <a:latin typeface="Trebuchet MS" panose="020B0603020202020204"/>
                          <a:cs typeface="Trebuchet MS" panose="020B0603020202020204"/>
                        </a:rPr>
                        <a:t>There</a:t>
                      </a:r>
                      <a:r>
                        <a:rPr sz="1800" spc="-20" dirty="0">
                          <a:latin typeface="Trebuchet MS" panose="020B0603020202020204"/>
                          <a:cs typeface="Trebuchet MS" panose="020B0603020202020204"/>
                        </a:rPr>
                        <a:t> </a:t>
                      </a:r>
                      <a:r>
                        <a:rPr sz="1800" dirty="0">
                          <a:latin typeface="Trebuchet MS" panose="020B0603020202020204"/>
                          <a:cs typeface="Trebuchet MS" panose="020B0603020202020204"/>
                        </a:rPr>
                        <a:t>is</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no</a:t>
                      </a:r>
                      <a:r>
                        <a:rPr sz="1800" spc="-25" dirty="0">
                          <a:latin typeface="Trebuchet MS" panose="020B0603020202020204"/>
                          <a:cs typeface="Trebuchet MS" panose="020B0603020202020204"/>
                        </a:rPr>
                        <a:t> </a:t>
                      </a:r>
                      <a:r>
                        <a:rPr sz="1800" dirty="0">
                          <a:latin typeface="Trebuchet MS" panose="020B0603020202020204"/>
                          <a:cs typeface="Trebuchet MS" panose="020B0603020202020204"/>
                        </a:rPr>
                        <a:t>facility</a:t>
                      </a:r>
                      <a:r>
                        <a:rPr sz="1800" spc="-50" dirty="0">
                          <a:latin typeface="Trebuchet MS" panose="020B0603020202020204"/>
                          <a:cs typeface="Trebuchet MS" panose="020B0603020202020204"/>
                        </a:rPr>
                        <a:t> </a:t>
                      </a:r>
                      <a:r>
                        <a:rPr sz="1800" dirty="0">
                          <a:latin typeface="Trebuchet MS" panose="020B0603020202020204"/>
                          <a:cs typeface="Trebuchet MS" panose="020B0603020202020204"/>
                        </a:rPr>
                        <a:t>of</a:t>
                      </a:r>
                      <a:r>
                        <a:rPr sz="1800" spc="-25" dirty="0">
                          <a:latin typeface="Trebuchet MS" panose="020B0603020202020204"/>
                          <a:cs typeface="Trebuchet MS" panose="020B0603020202020204"/>
                        </a:rPr>
                        <a:t> </a:t>
                      </a:r>
                      <a:r>
                        <a:rPr sz="1800" spc="-10" dirty="0">
                          <a:latin typeface="Trebuchet MS" panose="020B0603020202020204"/>
                          <a:cs typeface="Trebuchet MS" panose="020B0603020202020204"/>
                        </a:rPr>
                        <a:t>trigger.</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1DFE2"/>
                    </a:solidFill>
                  </a:tcPr>
                </a:tc>
                <a:tc>
                  <a:txBody>
                    <a:bodyPr/>
                    <a:lstStyle/>
                    <a:p>
                      <a:pPr marL="92075">
                        <a:lnSpc>
                          <a:spcPct val="100000"/>
                        </a:lnSpc>
                        <a:spcBef>
                          <a:spcPts val="315"/>
                        </a:spcBef>
                      </a:pPr>
                      <a:r>
                        <a:rPr sz="1800" spc="-60" dirty="0">
                          <a:latin typeface="Trebuchet MS" panose="020B0603020202020204"/>
                          <a:cs typeface="Trebuchet MS" panose="020B0603020202020204"/>
                        </a:rPr>
                        <a:t>You </a:t>
                      </a:r>
                      <a:r>
                        <a:rPr sz="1800" dirty="0">
                          <a:latin typeface="Trebuchet MS" panose="020B0603020202020204"/>
                          <a:cs typeface="Trebuchet MS" panose="020B0603020202020204"/>
                        </a:rPr>
                        <a:t>can</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create</a:t>
                      </a:r>
                      <a:r>
                        <a:rPr sz="1800" spc="-35" dirty="0">
                          <a:latin typeface="Trebuchet MS" panose="020B0603020202020204"/>
                          <a:cs typeface="Trebuchet MS" panose="020B0603020202020204"/>
                        </a:rPr>
                        <a:t> </a:t>
                      </a:r>
                      <a:r>
                        <a:rPr sz="1800" spc="-10" dirty="0">
                          <a:latin typeface="Trebuchet MS" panose="020B0603020202020204"/>
                          <a:cs typeface="Trebuchet MS" panose="020B0603020202020204"/>
                        </a:rPr>
                        <a:t>trigger.</a:t>
                      </a:r>
                      <a:endParaRPr sz="1800">
                        <a:latin typeface="Trebuchet MS" panose="020B0603020202020204"/>
                        <a:cs typeface="Trebuchet MS" panose="020B0603020202020204"/>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1DFE2"/>
                    </a:solidFill>
                  </a:tcPr>
                </a:tc>
              </a:tr>
              <a:tr h="916940">
                <a:tc>
                  <a:txBody>
                    <a:bodyPr/>
                    <a:lstStyle/>
                    <a:p>
                      <a:pPr marL="90805">
                        <a:lnSpc>
                          <a:spcPct val="100000"/>
                        </a:lnSpc>
                        <a:spcBef>
                          <a:spcPts val="320"/>
                        </a:spcBef>
                      </a:pPr>
                      <a:r>
                        <a:rPr sz="1800" dirty="0">
                          <a:latin typeface="Trebuchet MS" panose="020B0603020202020204"/>
                          <a:cs typeface="Trebuchet MS" panose="020B0603020202020204"/>
                        </a:rPr>
                        <a:t>SQL</a:t>
                      </a:r>
                      <a:r>
                        <a:rPr sz="1800" spc="-90" dirty="0">
                          <a:latin typeface="Trebuchet MS" panose="020B0603020202020204"/>
                          <a:cs typeface="Trebuchet MS" panose="020B0603020202020204"/>
                        </a:rPr>
                        <a:t> </a:t>
                      </a:r>
                      <a:r>
                        <a:rPr sz="1800" dirty="0">
                          <a:latin typeface="Trebuchet MS" panose="020B0603020202020204"/>
                          <a:cs typeface="Trebuchet MS" panose="020B0603020202020204"/>
                        </a:rPr>
                        <a:t>support</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DML</a:t>
                      </a:r>
                      <a:r>
                        <a:rPr sz="1800" spc="430" dirty="0">
                          <a:latin typeface="Trebuchet MS" panose="020B0603020202020204"/>
                          <a:cs typeface="Trebuchet MS" panose="020B0603020202020204"/>
                        </a:rPr>
                        <a:t> </a:t>
                      </a:r>
                      <a:r>
                        <a:rPr sz="1800" dirty="0">
                          <a:latin typeface="Trebuchet MS" panose="020B0603020202020204"/>
                          <a:cs typeface="Trebuchet MS" panose="020B0603020202020204"/>
                        </a:rPr>
                        <a:t>&amp;</a:t>
                      </a:r>
                      <a:r>
                        <a:rPr sz="1800" spc="-20" dirty="0">
                          <a:latin typeface="Trebuchet MS" panose="020B0603020202020204"/>
                          <a:cs typeface="Trebuchet MS" panose="020B0603020202020204"/>
                        </a:rPr>
                        <a:t> </a:t>
                      </a:r>
                      <a:r>
                        <a:rPr sz="1800" dirty="0">
                          <a:latin typeface="Trebuchet MS" panose="020B0603020202020204"/>
                          <a:cs typeface="Trebuchet MS" panose="020B0603020202020204"/>
                        </a:rPr>
                        <a:t>DDL</a:t>
                      </a:r>
                      <a:r>
                        <a:rPr sz="1800" spc="-85" dirty="0">
                          <a:latin typeface="Trebuchet MS" panose="020B0603020202020204"/>
                          <a:cs typeface="Trebuchet MS" panose="020B0603020202020204"/>
                        </a:rPr>
                        <a:t> </a:t>
                      </a:r>
                      <a:r>
                        <a:rPr sz="1800" spc="-10" dirty="0">
                          <a:latin typeface="Trebuchet MS" panose="020B0603020202020204"/>
                          <a:cs typeface="Trebuchet MS" panose="020B0603020202020204"/>
                        </a:rPr>
                        <a:t>compiler</a:t>
                      </a:r>
                      <a:endParaRPr sz="1800">
                        <a:latin typeface="Trebuchet MS" panose="020B0603020202020204"/>
                        <a:cs typeface="Trebuchet MS" panose="020B0603020202020204"/>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AEFF1"/>
                    </a:solidFill>
                  </a:tcPr>
                </a:tc>
                <a:tc>
                  <a:txBody>
                    <a:bodyPr/>
                    <a:lstStyle/>
                    <a:p>
                      <a:pPr marL="92075" marR="1023620">
                        <a:lnSpc>
                          <a:spcPct val="100000"/>
                        </a:lnSpc>
                        <a:spcBef>
                          <a:spcPts val="320"/>
                        </a:spcBef>
                      </a:pPr>
                      <a:r>
                        <a:rPr sz="1800" dirty="0">
                          <a:latin typeface="Trebuchet MS" panose="020B0603020202020204"/>
                          <a:cs typeface="Trebuchet MS" panose="020B0603020202020204"/>
                        </a:rPr>
                        <a:t>PL/SQL</a:t>
                      </a:r>
                      <a:r>
                        <a:rPr sz="1800" spc="-105" dirty="0">
                          <a:latin typeface="Trebuchet MS" panose="020B0603020202020204"/>
                          <a:cs typeface="Trebuchet MS" panose="020B0603020202020204"/>
                        </a:rPr>
                        <a:t> </a:t>
                      </a:r>
                      <a:r>
                        <a:rPr sz="1800" dirty="0">
                          <a:latin typeface="Trebuchet MS" panose="020B0603020202020204"/>
                          <a:cs typeface="Trebuchet MS" panose="020B0603020202020204"/>
                        </a:rPr>
                        <a:t>is</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compiled</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with</a:t>
                      </a:r>
                      <a:r>
                        <a:rPr sz="1800" spc="-35" dirty="0">
                          <a:latin typeface="Trebuchet MS" panose="020B0603020202020204"/>
                          <a:cs typeface="Trebuchet MS" panose="020B0603020202020204"/>
                        </a:rPr>
                        <a:t> </a:t>
                      </a:r>
                      <a:r>
                        <a:rPr sz="1800" spc="-10" dirty="0">
                          <a:latin typeface="Trebuchet MS" panose="020B0603020202020204"/>
                          <a:cs typeface="Trebuchet MS" panose="020B0603020202020204"/>
                        </a:rPr>
                        <a:t>PL/SQL compiler</a:t>
                      </a:r>
                      <a:endParaRPr sz="1800">
                        <a:latin typeface="Trebuchet MS" panose="020B0603020202020204"/>
                        <a:cs typeface="Trebuchet MS" panose="020B0603020202020204"/>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AEFF1"/>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1720850">
              <a:lnSpc>
                <a:spcPct val="100000"/>
              </a:lnSpc>
              <a:spcBef>
                <a:spcPts val="100"/>
              </a:spcBef>
            </a:pPr>
            <a:r>
              <a:rPr sz="4400" dirty="0"/>
              <a:t>Generic</a:t>
            </a:r>
            <a:r>
              <a:rPr sz="4400" spc="-110" dirty="0"/>
              <a:t> </a:t>
            </a:r>
            <a:r>
              <a:rPr sz="4400" dirty="0"/>
              <a:t>PL/SQL</a:t>
            </a:r>
            <a:r>
              <a:rPr sz="4400" spc="-245" dirty="0"/>
              <a:t> </a:t>
            </a:r>
            <a:r>
              <a:rPr sz="4400" spc="-10" dirty="0"/>
              <a:t>Block</a:t>
            </a:r>
            <a:endParaRPr sz="4400"/>
          </a:p>
        </p:txBody>
      </p:sp>
      <p:pic>
        <p:nvPicPr>
          <p:cNvPr id="3" name="object 3"/>
          <p:cNvPicPr/>
          <p:nvPr/>
        </p:nvPicPr>
        <p:blipFill>
          <a:blip r:embed="rId1" cstate="print"/>
          <a:stretch>
            <a:fillRect/>
          </a:stretch>
        </p:blipFill>
        <p:spPr>
          <a:xfrm>
            <a:off x="1619885" y="1391285"/>
            <a:ext cx="5989955" cy="508571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1605" y="-125730"/>
            <a:ext cx="9802495" cy="1433830"/>
          </a:xfrm>
          <a:prstGeom prst="rect">
            <a:avLst/>
          </a:prstGeom>
        </p:spPr>
        <p:txBody>
          <a:bodyPr vert="horz" wrap="square" lIns="0" tIns="283972" rIns="0" bIns="0" rtlCol="0">
            <a:noAutofit/>
          </a:bodyPr>
          <a:lstStyle/>
          <a:p>
            <a:pPr marL="1720850">
              <a:lnSpc>
                <a:spcPct val="100000"/>
              </a:lnSpc>
              <a:spcBef>
                <a:spcPts val="100"/>
              </a:spcBef>
            </a:pPr>
            <a:r>
              <a:rPr sz="4400" dirty="0"/>
              <a:t>Generic</a:t>
            </a:r>
            <a:r>
              <a:rPr sz="4400" spc="-110" dirty="0"/>
              <a:t> </a:t>
            </a:r>
            <a:r>
              <a:rPr sz="4400" dirty="0"/>
              <a:t>PL/SQL</a:t>
            </a:r>
            <a:r>
              <a:rPr sz="4400" spc="-245" dirty="0"/>
              <a:t> </a:t>
            </a:r>
            <a:r>
              <a:rPr sz="4400" spc="-10" dirty="0"/>
              <a:t>Block</a:t>
            </a:r>
            <a:endParaRPr sz="4400"/>
          </a:p>
        </p:txBody>
      </p:sp>
      <p:sp>
        <p:nvSpPr>
          <p:cNvPr id="3" name="object 3"/>
          <p:cNvSpPr txBox="1">
            <a:spLocks noGrp="1"/>
          </p:cNvSpPr>
          <p:nvPr>
            <p:ph type="body" idx="1"/>
          </p:nvPr>
        </p:nvSpPr>
        <p:spPr>
          <a:xfrm>
            <a:off x="269240" y="1398905"/>
            <a:ext cx="8644255" cy="5106035"/>
          </a:xfrm>
          <a:prstGeom prst="rect">
            <a:avLst/>
          </a:prstGeom>
        </p:spPr>
        <p:txBody>
          <a:bodyPr vert="horz" wrap="square" lIns="0" tIns="88900" rIns="0" bIns="0" rtlCol="0">
            <a:noAutofit/>
          </a:bodyPr>
          <a:lstStyle/>
          <a:p>
            <a:pPr marL="359410" indent="-346710">
              <a:lnSpc>
                <a:spcPct val="100000"/>
              </a:lnSpc>
              <a:spcBef>
                <a:spcPts val="700"/>
              </a:spcBef>
              <a:buAutoNum type="arabicParenR"/>
              <a:tabLst>
                <a:tab pos="359410" algn="l"/>
                <a:tab pos="2225675" algn="l"/>
              </a:tabLst>
            </a:pPr>
            <a:r>
              <a:rPr sz="2200" spc="-10" dirty="0"/>
              <a:t>Declarations</a:t>
            </a:r>
            <a:r>
              <a:rPr sz="2200" dirty="0"/>
              <a:t>	</a:t>
            </a:r>
            <a:r>
              <a:rPr spc="-10" dirty="0"/>
              <a:t>(</a:t>
            </a:r>
            <a:r>
              <a:rPr spc="-10" dirty="0">
                <a:solidFill>
                  <a:srgbClr val="FF0000"/>
                </a:solidFill>
              </a:rPr>
              <a:t>Optional</a:t>
            </a:r>
            <a:r>
              <a:rPr spc="-10" dirty="0"/>
              <a:t>)</a:t>
            </a:r>
            <a:endParaRPr sz="2200"/>
          </a:p>
          <a:p>
            <a:pPr marL="756285" lvl="1" indent="-286385">
              <a:lnSpc>
                <a:spcPct val="100000"/>
              </a:lnSpc>
              <a:spcBef>
                <a:spcPts val="460"/>
              </a:spcBef>
              <a:buFont typeface="Wingdings" panose="05000000000000000000"/>
              <a:buChar char=""/>
              <a:tabLst>
                <a:tab pos="756285" algn="l"/>
              </a:tabLst>
            </a:pPr>
            <a:r>
              <a:rPr sz="1800" dirty="0">
                <a:latin typeface="Trebuchet MS" panose="020B0603020202020204"/>
                <a:cs typeface="Trebuchet MS" panose="020B0603020202020204"/>
              </a:rPr>
              <a:t>This</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section</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starts</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with</a:t>
            </a:r>
            <a:r>
              <a:rPr sz="1800" spc="-45" dirty="0">
                <a:latin typeface="Trebuchet MS" panose="020B0603020202020204"/>
                <a:cs typeface="Trebuchet MS" panose="020B0603020202020204"/>
              </a:rPr>
              <a:t> </a:t>
            </a:r>
            <a:r>
              <a:rPr sz="1800" dirty="0">
                <a:latin typeface="Trebuchet MS" panose="020B0603020202020204"/>
                <a:cs typeface="Trebuchet MS" panose="020B0603020202020204"/>
              </a:rPr>
              <a:t>the</a:t>
            </a:r>
            <a:r>
              <a:rPr sz="1800" spc="-20" dirty="0">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keyword</a:t>
            </a:r>
            <a:r>
              <a:rPr sz="1800" spc="-45" dirty="0">
                <a:highlight>
                  <a:srgbClr val="FFFF00"/>
                </a:highlight>
                <a:latin typeface="Trebuchet MS" panose="020B0603020202020204"/>
                <a:cs typeface="Trebuchet MS" panose="020B0603020202020204"/>
              </a:rPr>
              <a:t> </a:t>
            </a:r>
            <a:r>
              <a:rPr sz="1800" spc="-10" dirty="0">
                <a:highlight>
                  <a:srgbClr val="FFFF00"/>
                </a:highlight>
                <a:latin typeface="Trebuchet MS" panose="020B0603020202020204"/>
                <a:cs typeface="Trebuchet MS" panose="020B0603020202020204"/>
              </a:rPr>
              <a:t>‘</a:t>
            </a:r>
            <a:r>
              <a:rPr sz="1800" b="1" spc="-10" dirty="0">
                <a:highlight>
                  <a:srgbClr val="FFFF00"/>
                </a:highlight>
                <a:latin typeface="Trebuchet MS" panose="020B0603020202020204"/>
                <a:cs typeface="Trebuchet MS" panose="020B0603020202020204"/>
              </a:rPr>
              <a:t>DECLARE</a:t>
            </a:r>
            <a:r>
              <a:rPr sz="1800" b="1" spc="-10" dirty="0">
                <a:latin typeface="Trebuchet MS" panose="020B0603020202020204"/>
                <a:cs typeface="Trebuchet MS" panose="020B0603020202020204"/>
              </a:rPr>
              <a:t>’.</a:t>
            </a:r>
            <a:endParaRPr sz="1800" b="1" spc="-10" dirty="0">
              <a:latin typeface="Trebuchet MS" panose="020B0603020202020204"/>
              <a:cs typeface="Trebuchet MS" panose="020B0603020202020204"/>
            </a:endParaRPr>
          </a:p>
          <a:p>
            <a:pPr marL="756285" lvl="1" indent="-286385">
              <a:lnSpc>
                <a:spcPct val="100000"/>
              </a:lnSpc>
              <a:spcBef>
                <a:spcPts val="460"/>
              </a:spcBef>
              <a:buFont typeface="Wingdings" panose="05000000000000000000"/>
              <a:buChar char=""/>
              <a:tabLst>
                <a:tab pos="756285" algn="l"/>
              </a:tabLst>
            </a:pPr>
            <a:r>
              <a:rPr lang="en-US" sz="1800">
                <a:latin typeface="Trebuchet MS" panose="020B0603020202020204"/>
                <a:cs typeface="Trebuchet MS" panose="020B0603020202020204"/>
              </a:rPr>
              <a:t>eg</a:t>
            </a:r>
            <a:r>
              <a:rPr lang="en-US" sz="1800">
                <a:highlight>
                  <a:srgbClr val="FFFF00"/>
                </a:highlight>
                <a:latin typeface="Trebuchet MS" panose="020B0603020202020204"/>
                <a:cs typeface="Trebuchet MS" panose="020B0603020202020204"/>
              </a:rPr>
              <a:t>.</a:t>
            </a:r>
            <a:r>
              <a:rPr lang="en-US" altLang="en-US" sz="1800">
                <a:highlight>
                  <a:srgbClr val="FFFF00"/>
                </a:highlight>
                <a:latin typeface="Trebuchet MS" panose="020B0603020202020204"/>
                <a:cs typeface="Trebuchet MS" panose="020B0603020202020204"/>
              </a:rPr>
              <a:t>DECLARE</a:t>
            </a:r>
            <a:endParaRPr lang="en-US" altLang="en-US" sz="1800">
              <a:highlight>
                <a:srgbClr val="FFFF00"/>
              </a:highlight>
              <a:latin typeface="Trebuchet MS" panose="020B0603020202020204"/>
              <a:cs typeface="Trebuchet MS" panose="020B0603020202020204"/>
            </a:endParaRPr>
          </a:p>
          <a:p>
            <a:pPr marL="756285" lvl="1" indent="-286385">
              <a:lnSpc>
                <a:spcPct val="100000"/>
              </a:lnSpc>
              <a:spcBef>
                <a:spcPts val="460"/>
              </a:spcBef>
              <a:buFont typeface="Wingdings" panose="05000000000000000000"/>
              <a:buChar char=""/>
              <a:tabLst>
                <a:tab pos="756285" algn="l"/>
              </a:tabLst>
            </a:pPr>
            <a:r>
              <a:rPr lang="en-US" altLang="en-US" sz="1800">
                <a:highlight>
                  <a:srgbClr val="FFFF00"/>
                </a:highlight>
                <a:latin typeface="Trebuchet MS" panose="020B0603020202020204"/>
                <a:cs typeface="Trebuchet MS" panose="020B0603020202020204"/>
              </a:rPr>
              <a:t>    v_num NUMBER;</a:t>
            </a:r>
            <a:endParaRPr lang="en-US" altLang="en-US" sz="1800">
              <a:highlight>
                <a:srgbClr val="FFFF00"/>
              </a:highlight>
              <a:latin typeface="Trebuchet MS" panose="020B0603020202020204"/>
              <a:cs typeface="Trebuchet MS" panose="020B0603020202020204"/>
            </a:endParaRPr>
          </a:p>
          <a:p>
            <a:pPr marL="756285" lvl="1" indent="-286385">
              <a:lnSpc>
                <a:spcPct val="100000"/>
              </a:lnSpc>
              <a:spcBef>
                <a:spcPts val="460"/>
              </a:spcBef>
              <a:buFont typeface="Wingdings" panose="05000000000000000000"/>
              <a:buChar char=""/>
              <a:tabLst>
                <a:tab pos="756285" algn="l"/>
              </a:tabLst>
            </a:pPr>
            <a:endParaRPr lang="en-US" altLang="en-US" sz="1800">
              <a:latin typeface="Trebuchet MS" panose="020B0603020202020204"/>
              <a:cs typeface="Trebuchet MS" panose="020B0603020202020204"/>
            </a:endParaRPr>
          </a:p>
          <a:p>
            <a:pPr marL="755650" lvl="1" indent="-285750">
              <a:lnSpc>
                <a:spcPct val="100000"/>
              </a:lnSpc>
              <a:spcBef>
                <a:spcPts val="435"/>
              </a:spcBef>
              <a:buFont typeface="Wingdings" panose="05000000000000000000"/>
              <a:buChar char=""/>
              <a:tabLst>
                <a:tab pos="755650" algn="l"/>
              </a:tabLst>
            </a:pPr>
            <a:r>
              <a:rPr sz="1800" dirty="0">
                <a:latin typeface="Trebuchet MS" panose="020B0603020202020204"/>
                <a:cs typeface="Trebuchet MS" panose="020B0603020202020204"/>
              </a:rPr>
              <a:t>It</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defines</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and</a:t>
            </a:r>
            <a:r>
              <a:rPr sz="1800" spc="-20" dirty="0">
                <a:latin typeface="Trebuchet MS" panose="020B0603020202020204"/>
                <a:cs typeface="Trebuchet MS" panose="020B0603020202020204"/>
              </a:rPr>
              <a:t> </a:t>
            </a:r>
            <a:r>
              <a:rPr sz="1800" dirty="0">
                <a:latin typeface="Trebuchet MS" panose="020B0603020202020204"/>
                <a:cs typeface="Trebuchet MS" panose="020B0603020202020204"/>
              </a:rPr>
              <a:t>initializes</a:t>
            </a:r>
            <a:r>
              <a:rPr sz="1800" spc="-45" dirty="0">
                <a:latin typeface="Trebuchet MS" panose="020B0603020202020204"/>
                <a:cs typeface="Trebuchet MS" panose="020B0603020202020204"/>
              </a:rPr>
              <a:t> </a:t>
            </a:r>
            <a:r>
              <a:rPr sz="1800" b="1" dirty="0">
                <a:solidFill>
                  <a:srgbClr val="FF0000"/>
                </a:solidFill>
                <a:latin typeface="Trebuchet MS" panose="020B0603020202020204"/>
                <a:cs typeface="Trebuchet MS" panose="020B0603020202020204"/>
              </a:rPr>
              <a:t>variables</a:t>
            </a:r>
            <a:r>
              <a:rPr sz="1800" b="1" spc="-20" dirty="0">
                <a:solidFill>
                  <a:srgbClr val="FF0000"/>
                </a:solidFill>
                <a:latin typeface="Trebuchet MS" panose="020B0603020202020204"/>
                <a:cs typeface="Trebuchet MS" panose="020B0603020202020204"/>
              </a:rPr>
              <a:t> </a:t>
            </a:r>
            <a:r>
              <a:rPr sz="1800" b="1" dirty="0">
                <a:solidFill>
                  <a:srgbClr val="FF0000"/>
                </a:solidFill>
                <a:latin typeface="Trebuchet MS" panose="020B0603020202020204"/>
                <a:cs typeface="Trebuchet MS" panose="020B0603020202020204"/>
              </a:rPr>
              <a:t>and</a:t>
            </a:r>
            <a:r>
              <a:rPr sz="1800" b="1" spc="-30" dirty="0">
                <a:solidFill>
                  <a:srgbClr val="FF0000"/>
                </a:solidFill>
                <a:latin typeface="Trebuchet MS" panose="020B0603020202020204"/>
                <a:cs typeface="Trebuchet MS" panose="020B0603020202020204"/>
              </a:rPr>
              <a:t> </a:t>
            </a:r>
            <a:r>
              <a:rPr sz="1800" b="1" dirty="0">
                <a:solidFill>
                  <a:srgbClr val="FF0000"/>
                </a:solidFill>
                <a:latin typeface="Trebuchet MS" panose="020B0603020202020204"/>
                <a:cs typeface="Trebuchet MS" panose="020B0603020202020204"/>
              </a:rPr>
              <a:t>cursors</a:t>
            </a:r>
            <a:r>
              <a:rPr sz="1800" b="1" spc="-45" dirty="0">
                <a:solidFill>
                  <a:srgbClr val="FF0000"/>
                </a:solidFill>
                <a:latin typeface="Trebuchet MS" panose="020B0603020202020204"/>
                <a:cs typeface="Trebuchet MS" panose="020B0603020202020204"/>
              </a:rPr>
              <a:t> </a:t>
            </a:r>
            <a:r>
              <a:rPr sz="1800" b="1" dirty="0">
                <a:solidFill>
                  <a:srgbClr val="FF0000"/>
                </a:solidFill>
                <a:latin typeface="Trebuchet MS" panose="020B0603020202020204"/>
                <a:cs typeface="Trebuchet MS" panose="020B0603020202020204"/>
              </a:rPr>
              <a:t>used</a:t>
            </a:r>
            <a:r>
              <a:rPr sz="1800" b="1" spc="-35" dirty="0">
                <a:solidFill>
                  <a:srgbClr val="FF0000"/>
                </a:solidFill>
                <a:latin typeface="Trebuchet MS" panose="020B0603020202020204"/>
                <a:cs typeface="Trebuchet MS" panose="020B0603020202020204"/>
              </a:rPr>
              <a:t> </a:t>
            </a:r>
            <a:r>
              <a:rPr sz="1800" b="1" dirty="0">
                <a:solidFill>
                  <a:srgbClr val="FF0000"/>
                </a:solidFill>
                <a:latin typeface="Trebuchet MS" panose="020B0603020202020204"/>
                <a:cs typeface="Trebuchet MS" panose="020B0603020202020204"/>
              </a:rPr>
              <a:t>in</a:t>
            </a:r>
            <a:r>
              <a:rPr sz="1800" b="1" spc="-40" dirty="0">
                <a:solidFill>
                  <a:srgbClr val="FF0000"/>
                </a:solidFill>
                <a:latin typeface="Trebuchet MS" panose="020B0603020202020204"/>
                <a:cs typeface="Trebuchet MS" panose="020B0603020202020204"/>
              </a:rPr>
              <a:t> </a:t>
            </a:r>
            <a:r>
              <a:rPr sz="1800" b="1" dirty="0">
                <a:solidFill>
                  <a:srgbClr val="FF0000"/>
                </a:solidFill>
                <a:latin typeface="Trebuchet MS" panose="020B0603020202020204"/>
                <a:cs typeface="Trebuchet MS" panose="020B0603020202020204"/>
              </a:rPr>
              <a:t>the</a:t>
            </a:r>
            <a:r>
              <a:rPr sz="1800" b="1" spc="-35" dirty="0">
                <a:solidFill>
                  <a:srgbClr val="FF0000"/>
                </a:solidFill>
                <a:latin typeface="Trebuchet MS" panose="020B0603020202020204"/>
                <a:cs typeface="Trebuchet MS" panose="020B0603020202020204"/>
              </a:rPr>
              <a:t> </a:t>
            </a:r>
            <a:r>
              <a:rPr sz="1800" b="1" spc="-10" dirty="0">
                <a:solidFill>
                  <a:srgbClr val="FF0000"/>
                </a:solidFill>
                <a:latin typeface="Trebuchet MS" panose="020B0603020202020204"/>
                <a:cs typeface="Trebuchet MS" panose="020B0603020202020204"/>
              </a:rPr>
              <a:t>block</a:t>
            </a:r>
            <a:r>
              <a:rPr sz="1800" b="1" spc="-10" dirty="0">
                <a:latin typeface="Trebuchet MS" panose="020B0603020202020204"/>
                <a:cs typeface="Trebuchet MS" panose="020B0603020202020204"/>
              </a:rPr>
              <a:t>.</a:t>
            </a:r>
            <a:endParaRPr sz="1800" b="1" spc="-10" dirty="0">
              <a:latin typeface="Trebuchet MS" panose="020B0603020202020204"/>
              <a:cs typeface="Trebuchet MS" panose="020B0603020202020204"/>
            </a:endParaRPr>
          </a:p>
          <a:p>
            <a:pPr marL="755650" lvl="1" indent="-285750">
              <a:lnSpc>
                <a:spcPct val="100000"/>
              </a:lnSpc>
              <a:spcBef>
                <a:spcPts val="435"/>
              </a:spcBef>
              <a:buFont typeface="Wingdings" panose="05000000000000000000"/>
              <a:buChar char=""/>
              <a:tabLst>
                <a:tab pos="755650" algn="l"/>
              </a:tabLst>
            </a:pPr>
            <a:r>
              <a:rPr lang="en-US" sz="1800" b="1" spc="-10" dirty="0">
                <a:latin typeface="Trebuchet MS" panose="020B0603020202020204"/>
                <a:cs typeface="Trebuchet MS" panose="020B0603020202020204"/>
              </a:rPr>
              <a:t>eg.</a:t>
            </a:r>
            <a:r>
              <a:rPr lang="en-US" altLang="en-US" sz="1800" b="1" spc="-10" dirty="0">
                <a:highlight>
                  <a:srgbClr val="FFFF00"/>
                </a:highlight>
                <a:latin typeface="Trebuchet MS" panose="020B0603020202020204"/>
                <a:cs typeface="Trebuchet MS" panose="020B0603020202020204"/>
              </a:rPr>
              <a:t>DECLARE</a:t>
            </a:r>
            <a:endParaRPr lang="en-US" altLang="en-US" sz="1800" b="1" spc="-10" dirty="0">
              <a:highlight>
                <a:srgbClr val="FFFF00"/>
              </a:highlight>
              <a:latin typeface="Trebuchet MS" panose="020B0603020202020204"/>
              <a:cs typeface="Trebuchet MS" panose="020B0603020202020204"/>
            </a:endParaRPr>
          </a:p>
          <a:p>
            <a:pPr marL="755650" lvl="1" indent="-285750">
              <a:lnSpc>
                <a:spcPct val="100000"/>
              </a:lnSpc>
              <a:spcBef>
                <a:spcPts val="435"/>
              </a:spcBef>
              <a:buFont typeface="Wingdings" panose="05000000000000000000"/>
              <a:buChar char=""/>
              <a:tabLst>
                <a:tab pos="755650" algn="l"/>
              </a:tabLst>
            </a:pPr>
            <a:r>
              <a:rPr lang="en-US" altLang="en-US" sz="1800" b="1" spc="-10" dirty="0">
                <a:highlight>
                  <a:srgbClr val="FFFF00"/>
                </a:highlight>
                <a:latin typeface="Trebuchet MS" panose="020B0603020202020204"/>
                <a:cs typeface="Trebuchet MS" panose="020B0603020202020204"/>
              </a:rPr>
              <a:t>    v_num NUMBER := 10;</a:t>
            </a:r>
            <a:endParaRPr lang="en-US" altLang="en-US" sz="1800" b="1" spc="-10" dirty="0">
              <a:highlight>
                <a:srgbClr val="FFFF00"/>
              </a:highlight>
              <a:latin typeface="Trebuchet MS" panose="020B0603020202020204"/>
              <a:cs typeface="Trebuchet MS" panose="020B0603020202020204"/>
            </a:endParaRPr>
          </a:p>
          <a:p>
            <a:pPr marL="755650" lvl="1" indent="-285750">
              <a:lnSpc>
                <a:spcPct val="100000"/>
              </a:lnSpc>
              <a:spcBef>
                <a:spcPts val="435"/>
              </a:spcBef>
              <a:buFont typeface="Wingdings" panose="05000000000000000000"/>
              <a:buChar char=""/>
              <a:tabLst>
                <a:tab pos="755650" algn="l"/>
              </a:tabLst>
            </a:pPr>
            <a:r>
              <a:rPr lang="en-US" altLang="en-US" sz="1800" b="1" spc="-10" dirty="0">
                <a:highlight>
                  <a:srgbClr val="FFFF00"/>
                </a:highlight>
                <a:latin typeface="Trebuchet MS" panose="020B0603020202020204"/>
                <a:cs typeface="Trebuchet MS" panose="020B0603020202020204"/>
              </a:rPr>
              <a:t>(10 is this the initial value)</a:t>
            </a:r>
            <a:endParaRPr lang="en-US" altLang="en-US" sz="1800" b="1" spc="-10" dirty="0">
              <a:highlight>
                <a:srgbClr val="FFFF00"/>
              </a:highlight>
              <a:latin typeface="Trebuchet MS" panose="020B0603020202020204"/>
              <a:cs typeface="Trebuchet MS" panose="020B0603020202020204"/>
            </a:endParaRPr>
          </a:p>
          <a:p>
            <a:pPr marL="359410" indent="-346710">
              <a:lnSpc>
                <a:spcPct val="100000"/>
              </a:lnSpc>
              <a:spcBef>
                <a:spcPts val="1775"/>
              </a:spcBef>
              <a:buAutoNum type="arabicParenR"/>
              <a:tabLst>
                <a:tab pos="359410" algn="l"/>
              </a:tabLst>
            </a:pPr>
            <a:r>
              <a:rPr sz="2200" dirty="0"/>
              <a:t>Executable</a:t>
            </a:r>
            <a:r>
              <a:rPr sz="2200" spc="-130" dirty="0"/>
              <a:t> </a:t>
            </a:r>
            <a:r>
              <a:rPr sz="2200" dirty="0"/>
              <a:t>Part</a:t>
            </a:r>
            <a:r>
              <a:rPr lang="en-US" sz="2200" dirty="0"/>
              <a:t>\</a:t>
            </a:r>
            <a:r>
              <a:rPr lang="en-US" sz="2200" spc="-10" dirty="0">
                <a:sym typeface="+mn-ea"/>
              </a:rPr>
              <a:t>BEGIN</a:t>
            </a:r>
            <a:r>
              <a:rPr sz="2200" spc="-110" dirty="0"/>
              <a:t> </a:t>
            </a:r>
            <a:r>
              <a:rPr spc="-10" dirty="0"/>
              <a:t>(</a:t>
            </a:r>
            <a:r>
              <a:rPr spc="-10" dirty="0">
                <a:solidFill>
                  <a:srgbClr val="FF0000"/>
                </a:solidFill>
              </a:rPr>
              <a:t>Mandatory</a:t>
            </a:r>
            <a:r>
              <a:rPr spc="-10" dirty="0"/>
              <a:t>)</a:t>
            </a:r>
            <a:endParaRPr sz="2200"/>
          </a:p>
          <a:p>
            <a:pPr marL="755650" lvl="1" indent="-285750">
              <a:lnSpc>
                <a:spcPct val="100000"/>
              </a:lnSpc>
              <a:spcBef>
                <a:spcPts val="455"/>
              </a:spcBef>
              <a:buFont typeface="Wingdings" panose="05000000000000000000"/>
              <a:buChar char=""/>
              <a:tabLst>
                <a:tab pos="755650" algn="l"/>
              </a:tabLst>
            </a:pPr>
            <a:r>
              <a:rPr sz="1800" dirty="0">
                <a:latin typeface="Trebuchet MS" panose="020B0603020202020204"/>
                <a:cs typeface="Trebuchet MS" panose="020B0603020202020204"/>
              </a:rPr>
              <a:t>This</a:t>
            </a:r>
            <a:r>
              <a:rPr sz="1800" spc="-40" dirty="0">
                <a:latin typeface="Trebuchet MS" panose="020B0603020202020204"/>
                <a:cs typeface="Trebuchet MS" panose="020B0603020202020204"/>
              </a:rPr>
              <a:t> </a:t>
            </a:r>
            <a:r>
              <a:rPr sz="1800" dirty="0">
                <a:latin typeface="Trebuchet MS" panose="020B0603020202020204"/>
                <a:cs typeface="Trebuchet MS" panose="020B0603020202020204"/>
              </a:rPr>
              <a:t>section</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starts</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with</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the</a:t>
            </a:r>
            <a:r>
              <a:rPr sz="1800" spc="-30" dirty="0">
                <a:latin typeface="Trebuchet MS" panose="020B0603020202020204"/>
                <a:cs typeface="Trebuchet MS" panose="020B0603020202020204"/>
              </a:rPr>
              <a:t> </a:t>
            </a:r>
            <a:r>
              <a:rPr sz="1800" dirty="0">
                <a:highlight>
                  <a:srgbClr val="FFFF00"/>
                </a:highlight>
                <a:latin typeface="Trebuchet MS" panose="020B0603020202020204"/>
                <a:cs typeface="Trebuchet MS" panose="020B0603020202020204"/>
              </a:rPr>
              <a:t>keyword</a:t>
            </a:r>
            <a:r>
              <a:rPr sz="1800" spc="-45" dirty="0">
                <a:highlight>
                  <a:srgbClr val="FFFF00"/>
                </a:highlight>
                <a:latin typeface="Trebuchet MS" panose="020B0603020202020204"/>
                <a:cs typeface="Trebuchet MS" panose="020B0603020202020204"/>
              </a:rPr>
              <a:t> </a:t>
            </a:r>
            <a:r>
              <a:rPr sz="1800" spc="-10" dirty="0">
                <a:highlight>
                  <a:srgbClr val="FFFF00"/>
                </a:highlight>
                <a:latin typeface="Trebuchet MS" panose="020B0603020202020204"/>
                <a:cs typeface="Trebuchet MS" panose="020B0603020202020204"/>
              </a:rPr>
              <a:t>‘</a:t>
            </a:r>
            <a:r>
              <a:rPr sz="1800" b="1" spc="-10" dirty="0">
                <a:highlight>
                  <a:srgbClr val="FFFF00"/>
                </a:highlight>
                <a:latin typeface="Trebuchet MS" panose="020B0603020202020204"/>
                <a:cs typeface="Trebuchet MS" panose="020B0603020202020204"/>
              </a:rPr>
              <a:t>BEGIN’.</a:t>
            </a:r>
            <a:endParaRPr sz="1800">
              <a:latin typeface="Trebuchet MS" panose="020B0603020202020204"/>
              <a:cs typeface="Trebuchet MS" panose="020B0603020202020204"/>
            </a:endParaRPr>
          </a:p>
          <a:p>
            <a:pPr marL="756285" lvl="1" indent="-286385">
              <a:lnSpc>
                <a:spcPct val="100000"/>
              </a:lnSpc>
              <a:spcBef>
                <a:spcPts val="430"/>
              </a:spcBef>
              <a:buFont typeface="Wingdings" panose="05000000000000000000"/>
              <a:buChar char=""/>
              <a:tabLst>
                <a:tab pos="756285" algn="l"/>
              </a:tabLst>
            </a:pPr>
            <a:r>
              <a:rPr sz="1800" dirty="0">
                <a:latin typeface="Trebuchet MS" panose="020B0603020202020204"/>
                <a:cs typeface="Trebuchet MS" panose="020B0603020202020204"/>
              </a:rPr>
              <a:t>It</a:t>
            </a:r>
            <a:r>
              <a:rPr sz="1800" spc="75" dirty="0">
                <a:latin typeface="Trebuchet MS" panose="020B0603020202020204"/>
                <a:cs typeface="Trebuchet MS" panose="020B0603020202020204"/>
              </a:rPr>
              <a:t> </a:t>
            </a:r>
            <a:r>
              <a:rPr sz="1800" dirty="0">
                <a:latin typeface="Trebuchet MS" panose="020B0603020202020204"/>
                <a:cs typeface="Trebuchet MS" panose="020B0603020202020204"/>
              </a:rPr>
              <a:t>contains</a:t>
            </a:r>
            <a:r>
              <a:rPr sz="1800" spc="95" dirty="0">
                <a:latin typeface="Trebuchet MS" panose="020B0603020202020204"/>
                <a:cs typeface="Trebuchet MS" panose="020B0603020202020204"/>
              </a:rPr>
              <a:t> </a:t>
            </a:r>
            <a:r>
              <a:rPr sz="1800" dirty="0">
                <a:latin typeface="Trebuchet MS" panose="020B0603020202020204"/>
                <a:cs typeface="Trebuchet MS" panose="020B0603020202020204"/>
              </a:rPr>
              <a:t>various</a:t>
            </a:r>
            <a:r>
              <a:rPr sz="1800" spc="80" dirty="0">
                <a:latin typeface="Trebuchet MS" panose="020B0603020202020204"/>
                <a:cs typeface="Trebuchet MS" panose="020B0603020202020204"/>
              </a:rPr>
              <a:t> </a:t>
            </a:r>
            <a:r>
              <a:rPr sz="1800" dirty="0">
                <a:latin typeface="Trebuchet MS" panose="020B0603020202020204"/>
                <a:cs typeface="Trebuchet MS" panose="020B0603020202020204"/>
              </a:rPr>
              <a:t>SQL</a:t>
            </a:r>
            <a:r>
              <a:rPr sz="1800" spc="15" dirty="0">
                <a:latin typeface="Trebuchet MS" panose="020B0603020202020204"/>
                <a:cs typeface="Trebuchet MS" panose="020B0603020202020204"/>
              </a:rPr>
              <a:t> </a:t>
            </a:r>
            <a:r>
              <a:rPr sz="1800" dirty="0">
                <a:latin typeface="Trebuchet MS" panose="020B0603020202020204"/>
                <a:cs typeface="Trebuchet MS" panose="020B0603020202020204"/>
              </a:rPr>
              <a:t>and</a:t>
            </a:r>
            <a:r>
              <a:rPr sz="1800" spc="85" dirty="0">
                <a:latin typeface="Trebuchet MS" panose="020B0603020202020204"/>
                <a:cs typeface="Trebuchet MS" panose="020B0603020202020204"/>
              </a:rPr>
              <a:t> </a:t>
            </a:r>
            <a:r>
              <a:rPr sz="1800" dirty="0">
                <a:latin typeface="Trebuchet MS" panose="020B0603020202020204"/>
                <a:cs typeface="Trebuchet MS" panose="020B0603020202020204"/>
              </a:rPr>
              <a:t>PL/SQL</a:t>
            </a:r>
            <a:r>
              <a:rPr sz="1800" spc="15" dirty="0">
                <a:latin typeface="Trebuchet MS" panose="020B0603020202020204"/>
                <a:cs typeface="Trebuchet MS" panose="020B0603020202020204"/>
              </a:rPr>
              <a:t> </a:t>
            </a:r>
            <a:r>
              <a:rPr sz="1800" dirty="0">
                <a:latin typeface="Trebuchet MS" panose="020B0603020202020204"/>
                <a:cs typeface="Trebuchet MS" panose="020B0603020202020204"/>
              </a:rPr>
              <a:t>statements</a:t>
            </a:r>
            <a:r>
              <a:rPr sz="1800" spc="90" dirty="0">
                <a:latin typeface="Trebuchet MS" panose="020B0603020202020204"/>
                <a:cs typeface="Trebuchet MS" panose="020B0603020202020204"/>
              </a:rPr>
              <a:t> </a:t>
            </a:r>
            <a:r>
              <a:rPr sz="1800" dirty="0">
                <a:latin typeface="Trebuchet MS" panose="020B0603020202020204"/>
                <a:cs typeface="Trebuchet MS" panose="020B0603020202020204"/>
              </a:rPr>
              <a:t>providing</a:t>
            </a:r>
            <a:r>
              <a:rPr sz="1800" spc="75" dirty="0">
                <a:latin typeface="Trebuchet MS" panose="020B0603020202020204"/>
                <a:cs typeface="Trebuchet MS" panose="020B0603020202020204"/>
              </a:rPr>
              <a:t> </a:t>
            </a:r>
            <a:r>
              <a:rPr sz="1800" dirty="0">
                <a:latin typeface="Trebuchet MS" panose="020B0603020202020204"/>
                <a:cs typeface="Trebuchet MS" panose="020B0603020202020204"/>
              </a:rPr>
              <a:t>functionalities</a:t>
            </a:r>
            <a:r>
              <a:rPr sz="1800" spc="85" dirty="0">
                <a:latin typeface="Trebuchet MS" panose="020B0603020202020204"/>
                <a:cs typeface="Trebuchet MS" panose="020B0603020202020204"/>
              </a:rPr>
              <a:t> </a:t>
            </a:r>
            <a:r>
              <a:rPr sz="1800" spc="-20" dirty="0">
                <a:latin typeface="Trebuchet MS" panose="020B0603020202020204"/>
                <a:cs typeface="Trebuchet MS" panose="020B0603020202020204"/>
              </a:rPr>
              <a:t>like</a:t>
            </a:r>
            <a:endParaRPr sz="1800">
              <a:latin typeface="Trebuchet MS" panose="020B0603020202020204"/>
              <a:cs typeface="Trebuchet MS" panose="020B0603020202020204"/>
            </a:endParaRPr>
          </a:p>
          <a:p>
            <a:pPr marL="756285">
              <a:lnSpc>
                <a:spcPct val="100000"/>
              </a:lnSpc>
              <a:spcBef>
                <a:spcPts val="5"/>
              </a:spcBef>
            </a:pPr>
            <a:r>
              <a:rPr sz="1800" dirty="0">
                <a:solidFill>
                  <a:srgbClr val="FF0000"/>
                </a:solidFill>
              </a:rPr>
              <a:t>data</a:t>
            </a:r>
            <a:r>
              <a:rPr sz="1800" spc="-60" dirty="0">
                <a:solidFill>
                  <a:srgbClr val="FF0000"/>
                </a:solidFill>
              </a:rPr>
              <a:t> </a:t>
            </a:r>
            <a:r>
              <a:rPr sz="1800" dirty="0">
                <a:solidFill>
                  <a:srgbClr val="FF0000"/>
                </a:solidFill>
              </a:rPr>
              <a:t>retrieval,</a:t>
            </a:r>
            <a:r>
              <a:rPr sz="1800" spc="-45" dirty="0">
                <a:solidFill>
                  <a:srgbClr val="FF0000"/>
                </a:solidFill>
              </a:rPr>
              <a:t> </a:t>
            </a:r>
            <a:r>
              <a:rPr sz="1800" dirty="0">
                <a:solidFill>
                  <a:srgbClr val="FF0000"/>
                </a:solidFill>
              </a:rPr>
              <a:t>manipulation,</a:t>
            </a:r>
            <a:r>
              <a:rPr sz="1800" spc="-70" dirty="0">
                <a:solidFill>
                  <a:srgbClr val="FF0000"/>
                </a:solidFill>
              </a:rPr>
              <a:t> </a:t>
            </a:r>
            <a:r>
              <a:rPr sz="1800" dirty="0">
                <a:solidFill>
                  <a:srgbClr val="FF0000"/>
                </a:solidFill>
              </a:rPr>
              <a:t>looping</a:t>
            </a:r>
            <a:r>
              <a:rPr sz="1800" spc="-100" dirty="0">
                <a:solidFill>
                  <a:srgbClr val="FF0000"/>
                </a:solidFill>
              </a:rPr>
              <a:t> </a:t>
            </a:r>
            <a:r>
              <a:rPr sz="1800" dirty="0">
                <a:solidFill>
                  <a:srgbClr val="FF0000"/>
                </a:solidFill>
              </a:rPr>
              <a:t>and</a:t>
            </a:r>
            <a:r>
              <a:rPr sz="1800" spc="-70" dirty="0">
                <a:solidFill>
                  <a:srgbClr val="FF0000"/>
                </a:solidFill>
              </a:rPr>
              <a:t> </a:t>
            </a:r>
            <a:r>
              <a:rPr sz="1800" spc="-10" dirty="0">
                <a:solidFill>
                  <a:srgbClr val="FF0000"/>
                </a:solidFill>
              </a:rPr>
              <a:t>branching.</a:t>
            </a:r>
            <a:endParaRPr sz="1800" spc="-10" dirty="0">
              <a:solidFill>
                <a:srgbClr val="FF0000"/>
              </a:solidFill>
            </a:endParaRPr>
          </a:p>
          <a:p>
            <a:pPr marL="756285">
              <a:lnSpc>
                <a:spcPct val="100000"/>
              </a:lnSpc>
              <a:spcBef>
                <a:spcPts val="5"/>
              </a:spcBef>
            </a:pPr>
            <a:r>
              <a:rPr lang="en-US" sz="1800">
                <a:solidFill>
                  <a:srgbClr val="FF0000"/>
                </a:solidFill>
                <a:highlight>
                  <a:srgbClr val="FFFF00"/>
                </a:highlight>
              </a:rPr>
              <a:t>maining</a:t>
            </a:r>
            <a:r>
              <a:rPr lang="en-US" sz="1800">
                <a:highlight>
                  <a:srgbClr val="FFFF00"/>
                </a:highlight>
              </a:rPr>
              <a:t> </a:t>
            </a:r>
            <a:r>
              <a:rPr lang="en-US" sz="1800">
                <a:highlight>
                  <a:srgbClr val="00FF00"/>
                </a:highlight>
              </a:rPr>
              <a:t>(</a:t>
            </a:r>
            <a:r>
              <a:rPr lang="zh-CN" altLang="en-US" sz="1800">
                <a:highlight>
                  <a:srgbClr val="00FF00"/>
                </a:highlight>
              </a:rPr>
              <a:t>👉 </a:t>
            </a:r>
            <a:r>
              <a:rPr lang="en-US" altLang="en-US" sz="1800">
                <a:highlight>
                  <a:srgbClr val="00FF00"/>
                </a:highlight>
              </a:rPr>
              <a:t>BEGIN aur END ke beech hum actual SQL aur PL/SQL statements likhte hain.)</a:t>
            </a:r>
            <a:endParaRPr lang="en-US" altLang="en-US" sz="1800">
              <a:highlight>
                <a:srgbClr val="00FF00"/>
              </a:highlight>
            </a:endParaRPr>
          </a:p>
          <a:p>
            <a:pPr marL="756285">
              <a:lnSpc>
                <a:spcPct val="100000"/>
              </a:lnSpc>
              <a:spcBef>
                <a:spcPts val="5"/>
              </a:spcBef>
            </a:pPr>
            <a:endParaRPr lang="en-US" altLang="en-US" sz="1800">
              <a:highlight>
                <a:srgbClr val="00FF00"/>
              </a:highlight>
            </a:endParaRPr>
          </a:p>
          <a:p>
            <a:pPr marL="756285">
              <a:lnSpc>
                <a:spcPct val="100000"/>
              </a:lnSpc>
              <a:spcBef>
                <a:spcPts val="5"/>
              </a:spcBef>
            </a:pPr>
            <a:endParaRPr sz="1800">
              <a:latin typeface="Trebuchet MS" panose="020B0603020202020204"/>
              <a:cs typeface="Trebuchet MS" panose="020B060302020202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a:xfrm>
            <a:off x="269240" y="1398905"/>
            <a:ext cx="8733155" cy="5251450"/>
          </a:xfrm>
        </p:spPr>
        <p:txBody>
          <a:bodyPr>
            <a:noAutofit/>
          </a:bodyPr>
          <a:p>
            <a:pPr marL="756285">
              <a:lnSpc>
                <a:spcPct val="100000"/>
              </a:lnSpc>
              <a:spcBef>
                <a:spcPts val="5"/>
              </a:spcBef>
            </a:pPr>
            <a:r>
              <a:rPr lang="en-US" altLang="en-US">
                <a:gradFill>
                  <a:gsLst>
                    <a:gs pos="50000">
                      <a:schemeClr val="tx1"/>
                    </a:gs>
                    <a:gs pos="0">
                      <a:schemeClr val="tx1">
                        <a:lumMod val="25000"/>
                        <a:lumOff val="75000"/>
                      </a:schemeClr>
                    </a:gs>
                    <a:gs pos="100000">
                      <a:schemeClr val="tx1">
                        <a:lumMod val="85000"/>
                      </a:schemeClr>
                    </a:gs>
                  </a:gsLst>
                  <a:lin ang="5400000" scaled="1"/>
                </a:gradFill>
                <a:highlight>
                  <a:srgbClr val="C0C0C0"/>
                </a:highlight>
                <a:sym typeface="+mn-ea"/>
              </a:rPr>
              <a:t>eg.BEGIN</a:t>
            </a:r>
            <a:endParaRPr lang="en-US" altLang="en-US">
              <a:gradFill>
                <a:gsLst>
                  <a:gs pos="50000">
                    <a:schemeClr val="tx1"/>
                  </a:gs>
                  <a:gs pos="0">
                    <a:schemeClr val="tx1">
                      <a:lumMod val="25000"/>
                      <a:lumOff val="75000"/>
                    </a:schemeClr>
                  </a:gs>
                  <a:gs pos="100000">
                    <a:schemeClr val="tx1">
                      <a:lumMod val="85000"/>
                    </a:schemeClr>
                  </a:gs>
                </a:gsLst>
                <a:lin ang="5400000" scaled="1"/>
              </a:gradFill>
              <a:highlight>
                <a:srgbClr val="C0C0C0"/>
              </a:highlight>
            </a:endParaRPr>
          </a:p>
          <a:p>
            <a:pPr marL="756285">
              <a:lnSpc>
                <a:spcPct val="100000"/>
              </a:lnSpc>
              <a:spcBef>
                <a:spcPts val="5"/>
              </a:spcBef>
            </a:pPr>
            <a:r>
              <a:rPr lang="en-US" altLang="en-US">
                <a:gradFill>
                  <a:gsLst>
                    <a:gs pos="50000">
                      <a:schemeClr val="tx1"/>
                    </a:gs>
                    <a:gs pos="0">
                      <a:schemeClr val="tx1">
                        <a:lumMod val="25000"/>
                        <a:lumOff val="75000"/>
                      </a:schemeClr>
                    </a:gs>
                    <a:gs pos="100000">
                      <a:schemeClr val="tx1">
                        <a:lumMod val="85000"/>
                      </a:schemeClr>
                    </a:gs>
                  </a:gsLst>
                  <a:lin ang="5400000" scaled="1"/>
                </a:gradFill>
                <a:highlight>
                  <a:srgbClr val="C0C0C0"/>
                </a:highlight>
                <a:sym typeface="+mn-ea"/>
              </a:rPr>
              <a:t>    DBMS_OUTPUT.PUT_LINE('Hello');</a:t>
            </a:r>
            <a:endParaRPr lang="en-US" altLang="en-US">
              <a:gradFill>
                <a:gsLst>
                  <a:gs pos="50000">
                    <a:schemeClr val="tx1"/>
                  </a:gs>
                  <a:gs pos="0">
                    <a:schemeClr val="tx1">
                      <a:lumMod val="25000"/>
                      <a:lumOff val="75000"/>
                    </a:schemeClr>
                  </a:gs>
                  <a:gs pos="100000">
                    <a:schemeClr val="tx1">
                      <a:lumMod val="85000"/>
                    </a:schemeClr>
                  </a:gs>
                </a:gsLst>
                <a:lin ang="5400000" scaled="1"/>
              </a:gradFill>
              <a:highlight>
                <a:srgbClr val="C0C0C0"/>
              </a:highlight>
            </a:endParaRPr>
          </a:p>
          <a:p>
            <a:pPr marL="359410" indent="-346710">
              <a:lnSpc>
                <a:spcPct val="100000"/>
              </a:lnSpc>
              <a:spcBef>
                <a:spcPts val="1775"/>
              </a:spcBef>
              <a:buAutoNum type="arabicParenR" startAt="3"/>
              <a:tabLst>
                <a:tab pos="359410" algn="l"/>
              </a:tabLst>
            </a:pPr>
            <a:r>
              <a:rPr dirty="0">
                <a:sym typeface="+mn-ea"/>
              </a:rPr>
              <a:t>Exception</a:t>
            </a:r>
            <a:r>
              <a:rPr spc="-55" dirty="0">
                <a:sym typeface="+mn-ea"/>
              </a:rPr>
              <a:t> </a:t>
            </a:r>
            <a:r>
              <a:rPr dirty="0">
                <a:sym typeface="+mn-ea"/>
              </a:rPr>
              <a:t>Handling</a:t>
            </a:r>
            <a:r>
              <a:rPr spc="-55" dirty="0">
                <a:sym typeface="+mn-ea"/>
              </a:rPr>
              <a:t>  </a:t>
            </a:r>
            <a:r>
              <a:rPr spc="-10" dirty="0">
                <a:sym typeface="+mn-ea"/>
              </a:rPr>
              <a:t>(</a:t>
            </a:r>
            <a:r>
              <a:rPr spc="-10" dirty="0">
                <a:solidFill>
                  <a:srgbClr val="FF0000"/>
                </a:solidFill>
                <a:sym typeface="+mn-ea"/>
              </a:rPr>
              <a:t>Optional</a:t>
            </a:r>
            <a:r>
              <a:rPr spc="-10" dirty="0">
                <a:sym typeface="+mn-ea"/>
              </a:rPr>
              <a:t>)</a:t>
            </a:r>
            <a:endParaRPr spc="-10" dirty="0">
              <a:sym typeface="+mn-ea"/>
            </a:endParaRPr>
          </a:p>
          <a:p>
            <a:pPr marL="755650" lvl="1" indent="-285750">
              <a:lnSpc>
                <a:spcPct val="100000"/>
              </a:lnSpc>
              <a:spcBef>
                <a:spcPts val="455"/>
              </a:spcBef>
              <a:buFont typeface="Wingdings" panose="05000000000000000000"/>
              <a:buChar char=""/>
              <a:tabLst>
                <a:tab pos="755650" algn="l"/>
              </a:tabLst>
            </a:pPr>
            <a:r>
              <a:rPr sz="2400" b="1" dirty="0">
                <a:sym typeface="+mn-ea"/>
              </a:rPr>
              <a:t>This</a:t>
            </a:r>
            <a:r>
              <a:rPr sz="2400" b="1" spc="-40" dirty="0">
                <a:sym typeface="+mn-ea"/>
              </a:rPr>
              <a:t> </a:t>
            </a:r>
            <a:r>
              <a:rPr sz="2400" b="1" dirty="0">
                <a:sym typeface="+mn-ea"/>
              </a:rPr>
              <a:t>section</a:t>
            </a:r>
            <a:r>
              <a:rPr sz="2400" b="1" spc="-35" dirty="0">
                <a:sym typeface="+mn-ea"/>
              </a:rPr>
              <a:t> </a:t>
            </a:r>
            <a:r>
              <a:rPr sz="2400" b="1" dirty="0">
                <a:sym typeface="+mn-ea"/>
              </a:rPr>
              <a:t>starts</a:t>
            </a:r>
            <a:r>
              <a:rPr sz="2400" b="1" spc="-35" dirty="0">
                <a:sym typeface="+mn-ea"/>
              </a:rPr>
              <a:t> </a:t>
            </a:r>
            <a:r>
              <a:rPr sz="2400" b="1" dirty="0">
                <a:sym typeface="+mn-ea"/>
              </a:rPr>
              <a:t>with</a:t>
            </a:r>
            <a:r>
              <a:rPr sz="2400" b="1" spc="-55" dirty="0">
                <a:sym typeface="+mn-ea"/>
              </a:rPr>
              <a:t> </a:t>
            </a:r>
            <a:r>
              <a:rPr sz="2400" b="1" dirty="0">
                <a:sym typeface="+mn-ea"/>
              </a:rPr>
              <a:t>the</a:t>
            </a:r>
            <a:r>
              <a:rPr sz="2400" b="1" spc="-30" dirty="0">
                <a:sym typeface="+mn-ea"/>
              </a:rPr>
              <a:t> </a:t>
            </a:r>
            <a:r>
              <a:rPr sz="2400" b="1" dirty="0">
                <a:sym typeface="+mn-ea"/>
              </a:rPr>
              <a:t>keyword</a:t>
            </a:r>
            <a:r>
              <a:rPr sz="2400" b="1" spc="-45" dirty="0">
                <a:sym typeface="+mn-ea"/>
              </a:rPr>
              <a:t> </a:t>
            </a:r>
            <a:r>
              <a:rPr sz="2400" b="1" spc="-10" dirty="0">
                <a:highlight>
                  <a:srgbClr val="FFFF00"/>
                </a:highlight>
                <a:sym typeface="+mn-ea"/>
              </a:rPr>
              <a:t>‘EXCEPTION’</a:t>
            </a:r>
            <a:r>
              <a:rPr sz="2400" b="1" spc="-10" dirty="0">
                <a:sym typeface="+mn-ea"/>
              </a:rPr>
              <a:t>.</a:t>
            </a:r>
            <a:endParaRPr sz="2400" b="1" spc="-10" dirty="0">
              <a:sym typeface="+mn-ea"/>
            </a:endParaRPr>
          </a:p>
          <a:p>
            <a:pPr marL="755650" lvl="1" indent="-285750">
              <a:lnSpc>
                <a:spcPct val="100000"/>
              </a:lnSpc>
              <a:spcBef>
                <a:spcPts val="455"/>
              </a:spcBef>
              <a:buFont typeface="Wingdings" panose="05000000000000000000"/>
              <a:buChar char=""/>
              <a:tabLst>
                <a:tab pos="755650" algn="l"/>
              </a:tabLst>
            </a:pPr>
            <a:r>
              <a:rPr lang="en-US" sz="2400" b="1" spc="-10" dirty="0">
                <a:sym typeface="+mn-ea"/>
              </a:rPr>
              <a:t>eg.</a:t>
            </a:r>
            <a:r>
              <a:rPr lang="en-US" altLang="en-US" sz="2400" b="1" spc="-10" dirty="0">
                <a:highlight>
                  <a:srgbClr val="FF0000"/>
                </a:highlight>
                <a:sym typeface="+mn-ea"/>
              </a:rPr>
              <a:t>EXCEPTION</a:t>
            </a:r>
            <a:endParaRPr lang="en-US" altLang="en-US" sz="2400" b="1" spc="-10" dirty="0">
              <a:highlight>
                <a:srgbClr val="FF0000"/>
              </a:highlight>
              <a:sym typeface="+mn-ea"/>
            </a:endParaRPr>
          </a:p>
          <a:p>
            <a:pPr marL="469900" lvl="1" indent="0">
              <a:lnSpc>
                <a:spcPct val="100000"/>
              </a:lnSpc>
              <a:spcBef>
                <a:spcPts val="455"/>
              </a:spcBef>
              <a:buFont typeface="Wingdings" panose="05000000000000000000"/>
              <a:buNone/>
              <a:tabLst>
                <a:tab pos="755650" algn="l"/>
              </a:tabLst>
            </a:pPr>
            <a:r>
              <a:rPr lang="en-US" altLang="en-US" sz="2400" b="1" spc="-10" dirty="0">
                <a:highlight>
                  <a:srgbClr val="FF0000"/>
                </a:highlight>
                <a:sym typeface="+mn-ea"/>
              </a:rPr>
              <a:t>    WHEN OTHERS THEN</a:t>
            </a:r>
            <a:endParaRPr lang="en-US" altLang="en-US" sz="2400" b="1" spc="-10" dirty="0">
              <a:highlight>
                <a:srgbClr val="FF0000"/>
              </a:highlight>
              <a:sym typeface="+mn-ea"/>
            </a:endParaRPr>
          </a:p>
          <a:p>
            <a:pPr marL="469900" lvl="1" indent="0">
              <a:lnSpc>
                <a:spcPct val="100000"/>
              </a:lnSpc>
              <a:spcBef>
                <a:spcPts val="455"/>
              </a:spcBef>
              <a:buFont typeface="Wingdings" panose="05000000000000000000"/>
              <a:buNone/>
              <a:tabLst>
                <a:tab pos="755650" algn="l"/>
              </a:tabLst>
            </a:pPr>
            <a:r>
              <a:rPr lang="en-US" altLang="en-US" sz="2400" b="1" spc="-10" dirty="0">
                <a:highlight>
                  <a:srgbClr val="FF0000"/>
                </a:highlight>
                <a:sym typeface="+mn-ea"/>
              </a:rPr>
              <a:t>     DBMS_OUTPUT.PUT_LINE('Error occurred')</a:t>
            </a:r>
            <a:r>
              <a:rPr lang="en-US" altLang="en-US" sz="2400" b="1" spc="-10" dirty="0">
                <a:sym typeface="+mn-ea"/>
              </a:rPr>
              <a:t>;</a:t>
            </a:r>
            <a:endParaRPr lang="en-US" altLang="en-US" sz="2400" b="1" spc="-10" dirty="0">
              <a:sym typeface="+mn-ea"/>
            </a:endParaRPr>
          </a:p>
          <a:p>
            <a:pPr marL="756285" lvl="1" indent="-286385">
              <a:lnSpc>
                <a:spcPct val="100000"/>
              </a:lnSpc>
              <a:spcBef>
                <a:spcPts val="435"/>
              </a:spcBef>
              <a:buFont typeface="Wingdings" panose="05000000000000000000"/>
              <a:buChar char=""/>
              <a:tabLst>
                <a:tab pos="756285" algn="l"/>
              </a:tabLst>
            </a:pPr>
            <a:r>
              <a:rPr sz="2400" b="1" dirty="0">
                <a:sym typeface="+mn-ea"/>
              </a:rPr>
              <a:t>It</a:t>
            </a:r>
            <a:r>
              <a:rPr sz="2400" b="1" spc="380" dirty="0">
                <a:sym typeface="+mn-ea"/>
              </a:rPr>
              <a:t> </a:t>
            </a:r>
            <a:r>
              <a:rPr sz="2400" b="1" dirty="0">
                <a:solidFill>
                  <a:srgbClr val="FF0000"/>
                </a:solidFill>
                <a:highlight>
                  <a:srgbClr val="FFFF00"/>
                </a:highlight>
                <a:sym typeface="+mn-ea"/>
              </a:rPr>
              <a:t>handles</a:t>
            </a:r>
            <a:r>
              <a:rPr sz="2400" b="1" spc="390" dirty="0">
                <a:solidFill>
                  <a:srgbClr val="FF0000"/>
                </a:solidFill>
                <a:highlight>
                  <a:srgbClr val="FFFF00"/>
                </a:highlight>
                <a:sym typeface="+mn-ea"/>
              </a:rPr>
              <a:t> </a:t>
            </a:r>
            <a:r>
              <a:rPr sz="2400" b="1" dirty="0">
                <a:solidFill>
                  <a:srgbClr val="FF0000"/>
                </a:solidFill>
                <a:highlight>
                  <a:srgbClr val="FFFF00"/>
                </a:highlight>
                <a:sym typeface="+mn-ea"/>
              </a:rPr>
              <a:t>errors</a:t>
            </a:r>
            <a:r>
              <a:rPr sz="2400" b="1" spc="385" dirty="0">
                <a:solidFill>
                  <a:srgbClr val="FF0000"/>
                </a:solidFill>
                <a:highlight>
                  <a:srgbClr val="FFFF00"/>
                </a:highlight>
                <a:sym typeface="+mn-ea"/>
              </a:rPr>
              <a:t> </a:t>
            </a:r>
            <a:r>
              <a:rPr sz="2400" b="1" dirty="0">
                <a:sym typeface="+mn-ea"/>
              </a:rPr>
              <a:t>that</a:t>
            </a:r>
            <a:r>
              <a:rPr sz="2400" b="1" spc="380" dirty="0">
                <a:sym typeface="+mn-ea"/>
              </a:rPr>
              <a:t> </a:t>
            </a:r>
            <a:r>
              <a:rPr sz="2400" b="1" dirty="0">
                <a:sym typeface="+mn-ea"/>
              </a:rPr>
              <a:t>arise</a:t>
            </a:r>
            <a:r>
              <a:rPr sz="2400" b="1" spc="395" dirty="0">
                <a:sym typeface="+mn-ea"/>
              </a:rPr>
              <a:t> </a:t>
            </a:r>
            <a:r>
              <a:rPr sz="2400" b="1" dirty="0">
                <a:sym typeface="+mn-ea"/>
              </a:rPr>
              <a:t>during</a:t>
            </a:r>
            <a:r>
              <a:rPr sz="2400" b="1" spc="380" dirty="0">
                <a:sym typeface="+mn-ea"/>
              </a:rPr>
              <a:t> </a:t>
            </a:r>
            <a:r>
              <a:rPr sz="2400" b="1" dirty="0">
                <a:sym typeface="+mn-ea"/>
              </a:rPr>
              <a:t>the</a:t>
            </a:r>
            <a:r>
              <a:rPr sz="2400" b="1" spc="390" dirty="0">
                <a:highlight>
                  <a:srgbClr val="FFFF00"/>
                </a:highlight>
                <a:sym typeface="+mn-ea"/>
              </a:rPr>
              <a:t> </a:t>
            </a:r>
            <a:r>
              <a:rPr sz="2400" b="1" dirty="0">
                <a:highlight>
                  <a:srgbClr val="FFFF00"/>
                </a:highlight>
                <a:sym typeface="+mn-ea"/>
              </a:rPr>
              <a:t>execution</a:t>
            </a:r>
            <a:r>
              <a:rPr sz="2400" b="1" spc="380" dirty="0">
                <a:highlight>
                  <a:srgbClr val="FFFF00"/>
                </a:highlight>
                <a:sym typeface="+mn-ea"/>
              </a:rPr>
              <a:t> </a:t>
            </a:r>
            <a:r>
              <a:rPr sz="2400" b="1" dirty="0">
                <a:highlight>
                  <a:srgbClr val="FFFF00"/>
                </a:highlight>
                <a:sym typeface="+mn-ea"/>
              </a:rPr>
              <a:t>of</a:t>
            </a:r>
            <a:r>
              <a:rPr sz="2400" b="1" spc="385" dirty="0">
                <a:highlight>
                  <a:srgbClr val="FFFF00"/>
                </a:highlight>
                <a:sym typeface="+mn-ea"/>
              </a:rPr>
              <a:t> </a:t>
            </a:r>
            <a:r>
              <a:rPr sz="2400" b="1" dirty="0">
                <a:highlight>
                  <a:srgbClr val="FFFF00"/>
                </a:highlight>
                <a:sym typeface="+mn-ea"/>
              </a:rPr>
              <a:t>data</a:t>
            </a:r>
            <a:r>
              <a:rPr sz="2400" b="1" spc="390" dirty="0">
                <a:highlight>
                  <a:srgbClr val="FFFF00"/>
                </a:highlight>
                <a:sym typeface="+mn-ea"/>
              </a:rPr>
              <a:t> </a:t>
            </a:r>
            <a:r>
              <a:rPr sz="2400" b="1" spc="-10" dirty="0">
                <a:highlight>
                  <a:srgbClr val="FFFF00"/>
                </a:highlight>
                <a:sym typeface="+mn-ea"/>
              </a:rPr>
              <a:t>manipulation</a:t>
            </a:r>
            <a:endParaRPr>
              <a:highlight>
                <a:srgbClr val="FFFF00"/>
              </a:highlight>
              <a:latin typeface="Trebuchet MS" panose="020B0603020202020204"/>
              <a:cs typeface="Trebuchet MS" panose="020B0603020202020204"/>
            </a:endParaRPr>
          </a:p>
          <a:p>
            <a:pPr marR="2924175" algn="l">
              <a:lnSpc>
                <a:spcPct val="100000"/>
              </a:lnSpc>
            </a:pPr>
            <a:r>
              <a:rPr dirty="0">
                <a:sym typeface="+mn-ea"/>
              </a:rPr>
              <a:t>statements</a:t>
            </a:r>
            <a:r>
              <a:rPr spc="-75" dirty="0">
                <a:sym typeface="+mn-ea"/>
              </a:rPr>
              <a:t> </a:t>
            </a:r>
            <a:r>
              <a:rPr dirty="0">
                <a:sym typeface="+mn-ea"/>
              </a:rPr>
              <a:t>in</a:t>
            </a:r>
            <a:r>
              <a:rPr spc="-80" dirty="0">
                <a:sym typeface="+mn-ea"/>
              </a:rPr>
              <a:t> </a:t>
            </a:r>
            <a:r>
              <a:rPr dirty="0">
                <a:sym typeface="+mn-ea"/>
              </a:rPr>
              <a:t>‘executable</a:t>
            </a:r>
            <a:r>
              <a:rPr spc="-50" dirty="0">
                <a:sym typeface="+mn-ea"/>
              </a:rPr>
              <a:t> </a:t>
            </a:r>
            <a:r>
              <a:rPr spc="-10" dirty="0">
                <a:sym typeface="+mn-ea"/>
              </a:rPr>
              <a:t>commands’</a:t>
            </a:r>
            <a:r>
              <a:rPr spc="-120" dirty="0">
                <a:sym typeface="+mn-ea"/>
              </a:rPr>
              <a:t> </a:t>
            </a:r>
            <a:r>
              <a:rPr spc="-10" dirty="0">
                <a:sym typeface="+mn-ea"/>
              </a:rPr>
              <a:t>section.</a:t>
            </a:r>
            <a:endParaRPr spc="-10" dirty="0">
              <a:sym typeface="+mn-ea"/>
            </a:endParaRPr>
          </a:p>
          <a:p>
            <a:pPr marL="0" marR="2924175" lvl="1" algn="l">
              <a:lnSpc>
                <a:spcPct val="100000"/>
              </a:lnSpc>
            </a:pPr>
            <a:r>
              <a:rPr sz="2400" b="1" dirty="0">
                <a:sym typeface="+mn-ea"/>
              </a:rPr>
              <a:t>This</a:t>
            </a:r>
            <a:r>
              <a:rPr sz="2400" b="1" spc="-25" dirty="0">
                <a:sym typeface="+mn-ea"/>
              </a:rPr>
              <a:t> </a:t>
            </a:r>
            <a:r>
              <a:rPr sz="2400" b="1" dirty="0">
                <a:sym typeface="+mn-ea"/>
              </a:rPr>
              <a:t>section</a:t>
            </a:r>
            <a:r>
              <a:rPr sz="2400" b="1" spc="-20" dirty="0">
                <a:sym typeface="+mn-ea"/>
              </a:rPr>
              <a:t> </a:t>
            </a:r>
            <a:r>
              <a:rPr sz="2400" b="1" dirty="0">
                <a:sym typeface="+mn-ea"/>
              </a:rPr>
              <a:t>specifies</a:t>
            </a:r>
            <a:r>
              <a:rPr sz="2400" b="1" spc="-40" dirty="0">
                <a:sym typeface="+mn-ea"/>
              </a:rPr>
              <a:t> </a:t>
            </a:r>
            <a:r>
              <a:rPr sz="2400" b="1" dirty="0">
                <a:sym typeface="+mn-ea"/>
              </a:rPr>
              <a:t>that</a:t>
            </a:r>
            <a:r>
              <a:rPr sz="2400" b="1" spc="-25" dirty="0">
                <a:sym typeface="+mn-ea"/>
              </a:rPr>
              <a:t> </a:t>
            </a:r>
            <a:r>
              <a:rPr sz="2400" b="1" dirty="0">
                <a:solidFill>
                  <a:srgbClr val="FF0000"/>
                </a:solidFill>
                <a:sym typeface="+mn-ea"/>
              </a:rPr>
              <a:t>end</a:t>
            </a:r>
            <a:r>
              <a:rPr sz="2400" b="1" spc="-25" dirty="0">
                <a:solidFill>
                  <a:srgbClr val="FF0000"/>
                </a:solidFill>
                <a:sym typeface="+mn-ea"/>
              </a:rPr>
              <a:t> </a:t>
            </a:r>
            <a:r>
              <a:rPr sz="2400" b="1" dirty="0">
                <a:sym typeface="+mn-ea"/>
              </a:rPr>
              <a:t>of</a:t>
            </a:r>
            <a:r>
              <a:rPr sz="2400" b="1" spc="-30" dirty="0">
                <a:sym typeface="+mn-ea"/>
              </a:rPr>
              <a:t> </a:t>
            </a:r>
            <a:r>
              <a:rPr sz="2400" b="1" dirty="0">
                <a:sym typeface="+mn-ea"/>
              </a:rPr>
              <a:t>PL</a:t>
            </a:r>
            <a:r>
              <a:rPr sz="2400" b="1" spc="-95" dirty="0">
                <a:sym typeface="+mn-ea"/>
              </a:rPr>
              <a:t> </a:t>
            </a:r>
            <a:r>
              <a:rPr sz="2400" b="1" dirty="0">
                <a:sym typeface="+mn-ea"/>
              </a:rPr>
              <a:t>/</a:t>
            </a:r>
            <a:r>
              <a:rPr sz="2400" b="1" spc="-25" dirty="0">
                <a:sym typeface="+mn-ea"/>
              </a:rPr>
              <a:t> </a:t>
            </a:r>
            <a:r>
              <a:rPr sz="2400" b="1" dirty="0">
                <a:sym typeface="+mn-ea"/>
              </a:rPr>
              <a:t>SQL</a:t>
            </a:r>
            <a:r>
              <a:rPr sz="2400" b="1" spc="-90" dirty="0">
                <a:sym typeface="+mn-ea"/>
              </a:rPr>
              <a:t> </a:t>
            </a:r>
            <a:r>
              <a:rPr sz="2400" b="1" spc="-10" dirty="0">
                <a:sym typeface="+mn-ea"/>
              </a:rPr>
              <a:t>block.</a:t>
            </a:r>
            <a:endParaRPr sz="2400" b="1">
              <a:latin typeface="Trebuchet MS" panose="020B0603020202020204"/>
              <a:cs typeface="Trebuchet MS" panose="020B0603020202020204"/>
            </a:endParaRPr>
          </a:p>
          <a:p>
            <a:pPr marR="2924175" algn="l">
              <a:lnSpc>
                <a:spcPct val="100000"/>
              </a:lnSpc>
            </a:pPr>
            <a:endParaRPr spc="-10" dirty="0">
              <a:sym typeface="+mn-ea"/>
            </a:endParaRPr>
          </a:p>
          <a:p>
            <a:pPr marR="2924175" algn="l">
              <a:lnSpc>
                <a:spcPct val="100000"/>
              </a:lnSpc>
            </a:pPr>
          </a:p>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1757" y="-125476"/>
            <a:ext cx="8860485" cy="1107440"/>
          </a:xfrm>
        </p:spPr>
        <p:txBody>
          <a:bodyPr/>
          <a:p>
            <a:r>
              <a:rPr lang="en-US" sz="7200"/>
              <a:t>Complete struture</a:t>
            </a:r>
            <a:endParaRPr lang="en-US" sz="7200"/>
          </a:p>
        </p:txBody>
      </p:sp>
      <p:sp>
        <p:nvSpPr>
          <p:cNvPr id="3" name="Text Placeholder 2"/>
          <p:cNvSpPr>
            <a:spLocks noGrp="1"/>
          </p:cNvSpPr>
          <p:nvPr>
            <p:ph type="body" idx="1"/>
          </p:nvPr>
        </p:nvSpPr>
        <p:spPr>
          <a:xfrm>
            <a:off x="269240" y="1399155"/>
            <a:ext cx="8682990" cy="4431665"/>
          </a:xfrm>
        </p:spPr>
        <p:txBody>
          <a:bodyPr/>
          <a:p>
            <a:r>
              <a:rPr lang="en-US" altLang="en-US"/>
              <a:t>DECLARE</a:t>
            </a:r>
            <a:endParaRPr lang="en-US" altLang="en-US"/>
          </a:p>
          <a:p>
            <a:r>
              <a:rPr lang="en-US" altLang="en-US"/>
              <a:t>    v_num NUMBER := 10;</a:t>
            </a:r>
            <a:endParaRPr lang="en-US" altLang="en-US"/>
          </a:p>
          <a:p>
            <a:endParaRPr lang="en-US" altLang="en-US"/>
          </a:p>
          <a:p>
            <a:r>
              <a:rPr lang="en-US" altLang="en-US"/>
              <a:t>BEGIN</a:t>
            </a:r>
            <a:endParaRPr lang="en-US" altLang="en-US"/>
          </a:p>
          <a:p>
            <a:r>
              <a:rPr lang="en-US" altLang="en-US"/>
              <a:t>    DBMS_OUTPUT.PUT_LINE(v_num);</a:t>
            </a:r>
            <a:endParaRPr lang="en-US" altLang="en-US"/>
          </a:p>
          <a:p>
            <a:endParaRPr lang="en-US" altLang="en-US"/>
          </a:p>
          <a:p>
            <a:r>
              <a:rPr lang="en-US" altLang="en-US"/>
              <a:t>EXCEPTION</a:t>
            </a:r>
            <a:endParaRPr lang="en-US" altLang="en-US"/>
          </a:p>
          <a:p>
            <a:r>
              <a:rPr lang="en-US" altLang="en-US"/>
              <a:t>    WHEN OTHERS THEN</a:t>
            </a:r>
            <a:endParaRPr lang="en-US" altLang="en-US"/>
          </a:p>
          <a:p>
            <a:r>
              <a:rPr lang="en-US" altLang="en-US"/>
              <a:t>        DBMS_OUTPUT.PUT_LINE('Error occurred');</a:t>
            </a:r>
            <a:endParaRPr lang="en-US" altLang="en-US"/>
          </a:p>
          <a:p>
            <a:endParaRPr lang="en-US" altLang="en-US"/>
          </a:p>
          <a:p>
            <a:r>
              <a:rPr lang="en-US" altLang="en-US"/>
              <a:t>END;</a:t>
            </a:r>
            <a:endParaRPr lang="en-US" altLang="en-US"/>
          </a:p>
          <a:p>
            <a:r>
              <a:rPr lang="en-US" altLang="en-US"/>
              <a:t>/</a:t>
            </a:r>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1757" y="-125476"/>
            <a:ext cx="8860485" cy="1391285"/>
          </a:xfrm>
          <a:prstGeom prst="rect">
            <a:avLst/>
          </a:prstGeom>
        </p:spPr>
        <p:txBody>
          <a:bodyPr vert="horz" wrap="square" lIns="0" tIns="283972" rIns="0" bIns="0" rtlCol="0">
            <a:spAutoFit/>
          </a:bodyPr>
          <a:lstStyle/>
          <a:p>
            <a:pPr marL="1842770" algn="l">
              <a:lnSpc>
                <a:spcPct val="100000"/>
              </a:lnSpc>
              <a:spcBef>
                <a:spcPts val="100"/>
              </a:spcBef>
            </a:pPr>
            <a:r>
              <a:rPr sz="3600" dirty="0"/>
              <a:t>PL/SQL</a:t>
            </a:r>
            <a:r>
              <a:rPr sz="3600" spc="-325" dirty="0"/>
              <a:t> </a:t>
            </a:r>
            <a:r>
              <a:rPr sz="3600" spc="-10" dirty="0"/>
              <a:t>Environment</a:t>
            </a:r>
            <a:br>
              <a:rPr sz="3600" spc="-10" dirty="0"/>
            </a:br>
            <a:r>
              <a:rPr lang="en-US" sz="3600" spc="-10" dirty="0"/>
              <a:t>role of</a:t>
            </a:r>
            <a:r>
              <a:rPr lang="en-US" sz="2400" b="0" spc="-10" dirty="0"/>
              <a:t>PL/SQL Engine &amp; SQL </a:t>
            </a:r>
            <a:r>
              <a:rPr lang="en-US" sz="2000" spc="-10" dirty="0"/>
              <a:t>Engine</a:t>
            </a:r>
            <a:endParaRPr lang="en-US" sz="2000" spc="-10" dirty="0"/>
          </a:p>
        </p:txBody>
      </p:sp>
      <p:pic>
        <p:nvPicPr>
          <p:cNvPr id="3" name="object 3"/>
          <p:cNvPicPr/>
          <p:nvPr/>
        </p:nvPicPr>
        <p:blipFill>
          <a:blip r:embed="rId1" cstate="print"/>
          <a:stretch>
            <a:fillRect/>
          </a:stretch>
        </p:blipFill>
        <p:spPr>
          <a:xfrm>
            <a:off x="153555" y="1612022"/>
            <a:ext cx="8953500" cy="5234431"/>
          </a:xfrm>
          <a:prstGeom prst="rect">
            <a:avLst/>
          </a:prstGeom>
        </p:spPr>
      </p:pic>
      <p:sp>
        <p:nvSpPr>
          <p:cNvPr id="4" name="Text Box 3"/>
          <p:cNvSpPr txBox="1"/>
          <p:nvPr/>
        </p:nvSpPr>
        <p:spPr>
          <a:xfrm>
            <a:off x="934720" y="4067810"/>
            <a:ext cx="6177280" cy="1391285"/>
          </a:xfrm>
          <a:prstGeom prst="rect">
            <a:avLst/>
          </a:prstGeom>
        </p:spPr>
        <p:txBody>
          <a:bodyPr>
            <a:noAutofit/>
          </a:bodyPr>
          <a:p>
            <a:r>
              <a:rPr lang="en-US" altLang="zh-CN" sz="2000"/>
              <a:t>PL/SQL Engine → procedural part handle karta hai.</a:t>
            </a:r>
            <a:endParaRPr lang="en-US" altLang="zh-CN" sz="2000"/>
          </a:p>
          <a:p>
            <a:r>
              <a:rPr lang="en-US" altLang="zh-CN" sz="2000"/>
              <a:t>SQL Engine → SQL part handle karta hai.</a:t>
            </a:r>
            <a:endParaRPr lang="en-US" altLang="zh-CN" sz="20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1842770">
              <a:lnSpc>
                <a:spcPct val="100000"/>
              </a:lnSpc>
              <a:spcBef>
                <a:spcPts val="100"/>
              </a:spcBef>
            </a:pPr>
            <a:r>
              <a:rPr sz="4400" dirty="0"/>
              <a:t>PL/SQL</a:t>
            </a:r>
            <a:r>
              <a:rPr sz="4400" spc="-325" dirty="0"/>
              <a:t> </a:t>
            </a:r>
            <a:r>
              <a:rPr sz="4400" spc="-10" dirty="0"/>
              <a:t>Environment</a:t>
            </a:r>
            <a:endParaRPr sz="4400"/>
          </a:p>
        </p:txBody>
      </p:sp>
      <p:sp>
        <p:nvSpPr>
          <p:cNvPr id="3" name="object 3"/>
          <p:cNvSpPr txBox="1"/>
          <p:nvPr/>
        </p:nvSpPr>
        <p:spPr>
          <a:xfrm>
            <a:off x="535940" y="1721866"/>
            <a:ext cx="8074659" cy="4294505"/>
          </a:xfrm>
          <a:prstGeom prst="rect">
            <a:avLst/>
          </a:prstGeom>
        </p:spPr>
        <p:txBody>
          <a:bodyPr vert="horz" wrap="square" lIns="0" tIns="13335" rIns="0" bIns="0" rtlCol="0">
            <a:spAutoFit/>
          </a:bodyPr>
          <a:lstStyle/>
          <a:p>
            <a:pPr marL="354965" indent="-342265">
              <a:lnSpc>
                <a:spcPct val="100000"/>
              </a:lnSpc>
              <a:spcBef>
                <a:spcPts val="105"/>
              </a:spcBef>
              <a:buFont typeface="Wingdings" panose="05000000000000000000"/>
              <a:buChar char=""/>
              <a:tabLst>
                <a:tab pos="354965" algn="l"/>
              </a:tabLst>
            </a:pPr>
            <a:r>
              <a:rPr sz="2000" dirty="0">
                <a:latin typeface="Trebuchet MS" panose="020B0603020202020204"/>
                <a:cs typeface="Trebuchet MS" panose="020B0603020202020204"/>
              </a:rPr>
              <a:t>The</a:t>
            </a:r>
            <a:r>
              <a:rPr sz="2000" spc="-35" dirty="0">
                <a:latin typeface="Trebuchet MS" panose="020B0603020202020204"/>
                <a:cs typeface="Trebuchet MS" panose="020B0603020202020204"/>
              </a:rPr>
              <a:t> </a:t>
            </a:r>
            <a:r>
              <a:rPr sz="1800" dirty="0">
                <a:latin typeface="Trebuchet MS" panose="020B0603020202020204"/>
                <a:cs typeface="Trebuchet MS" panose="020B0603020202020204"/>
              </a:rPr>
              <a:t>PL/SQL</a:t>
            </a:r>
            <a:r>
              <a:rPr sz="1800" spc="45" dirty="0">
                <a:latin typeface="Trebuchet MS" panose="020B0603020202020204"/>
                <a:cs typeface="Trebuchet MS" panose="020B0603020202020204"/>
              </a:rPr>
              <a:t> </a:t>
            </a:r>
            <a:r>
              <a:rPr sz="2000" dirty="0">
                <a:latin typeface="Trebuchet MS" panose="020B0603020202020204"/>
                <a:cs typeface="Trebuchet MS" panose="020B0603020202020204"/>
              </a:rPr>
              <a:t>engine</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accepts</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as</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input</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any</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valid</a:t>
            </a:r>
            <a:r>
              <a:rPr sz="2000" spc="-30" dirty="0">
                <a:latin typeface="Trebuchet MS" panose="020B0603020202020204"/>
                <a:cs typeface="Trebuchet MS" panose="020B0603020202020204"/>
              </a:rPr>
              <a:t> </a:t>
            </a:r>
            <a:r>
              <a:rPr sz="2000" dirty="0">
                <a:latin typeface="Trebuchet MS" panose="020B0603020202020204"/>
                <a:cs typeface="Trebuchet MS" panose="020B0603020202020204"/>
              </a:rPr>
              <a:t>PL/SQL</a:t>
            </a:r>
            <a:r>
              <a:rPr sz="2000" spc="-120" dirty="0">
                <a:latin typeface="Trebuchet MS" panose="020B0603020202020204"/>
                <a:cs typeface="Trebuchet MS" panose="020B0603020202020204"/>
              </a:rPr>
              <a:t> </a:t>
            </a:r>
            <a:r>
              <a:rPr sz="2000" spc="-10" dirty="0">
                <a:latin typeface="Trebuchet MS" panose="020B0603020202020204"/>
                <a:cs typeface="Trebuchet MS" panose="020B0603020202020204"/>
              </a:rPr>
              <a:t>unit.</a:t>
            </a:r>
            <a:endParaRPr sz="2000">
              <a:latin typeface="Trebuchet MS" panose="020B0603020202020204"/>
              <a:cs typeface="Trebuchet MS" panose="020B0603020202020204"/>
            </a:endParaRPr>
          </a:p>
          <a:p>
            <a:pPr marL="355600" marR="5080" indent="-342900">
              <a:lnSpc>
                <a:spcPct val="150000"/>
              </a:lnSpc>
              <a:spcBef>
                <a:spcPts val="480"/>
              </a:spcBef>
              <a:buFont typeface="Wingdings" panose="05000000000000000000"/>
              <a:buChar char=""/>
              <a:tabLst>
                <a:tab pos="355600" algn="l"/>
              </a:tabLst>
            </a:pPr>
            <a:r>
              <a:rPr sz="2000" dirty="0">
                <a:latin typeface="Trebuchet MS" panose="020B0603020202020204"/>
                <a:cs typeface="Trebuchet MS" panose="020B0603020202020204"/>
              </a:rPr>
              <a:t>The</a:t>
            </a:r>
            <a:r>
              <a:rPr sz="2000" spc="130" dirty="0">
                <a:latin typeface="Trebuchet MS" panose="020B0603020202020204"/>
                <a:cs typeface="Trebuchet MS" panose="020B0603020202020204"/>
              </a:rPr>
              <a:t> </a:t>
            </a:r>
            <a:r>
              <a:rPr sz="2000" dirty="0">
                <a:latin typeface="Trebuchet MS" panose="020B0603020202020204"/>
                <a:cs typeface="Trebuchet MS" panose="020B0603020202020204"/>
              </a:rPr>
              <a:t>engine</a:t>
            </a:r>
            <a:r>
              <a:rPr sz="2000" spc="130"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runs</a:t>
            </a:r>
            <a:r>
              <a:rPr sz="2000" spc="12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procedural</a:t>
            </a:r>
            <a:r>
              <a:rPr sz="2000" spc="13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statements</a:t>
            </a:r>
            <a:r>
              <a:rPr sz="2000" dirty="0">
                <a:latin typeface="Trebuchet MS" panose="020B0603020202020204"/>
                <a:cs typeface="Trebuchet MS" panose="020B0603020202020204"/>
              </a:rPr>
              <a:t>,</a:t>
            </a:r>
            <a:r>
              <a:rPr sz="2000" spc="135" dirty="0">
                <a:latin typeface="Trebuchet MS" panose="020B0603020202020204"/>
                <a:cs typeface="Trebuchet MS" panose="020B0603020202020204"/>
              </a:rPr>
              <a:t> </a:t>
            </a:r>
            <a:r>
              <a:rPr sz="2000" dirty="0">
                <a:latin typeface="Trebuchet MS" panose="020B0603020202020204"/>
                <a:cs typeface="Trebuchet MS" panose="020B0603020202020204"/>
              </a:rPr>
              <a:t>but</a:t>
            </a:r>
            <a:r>
              <a:rPr sz="2000" spc="125" dirty="0">
                <a:latin typeface="Trebuchet MS" panose="020B0603020202020204"/>
                <a:cs typeface="Trebuchet MS" panose="020B0603020202020204"/>
              </a:rPr>
              <a:t> </a:t>
            </a:r>
            <a:r>
              <a:rPr sz="2000" dirty="0">
                <a:latin typeface="Trebuchet MS" panose="020B0603020202020204"/>
                <a:cs typeface="Trebuchet MS" panose="020B0603020202020204"/>
              </a:rPr>
              <a:t>sends</a:t>
            </a:r>
            <a:r>
              <a:rPr sz="2000" spc="125" dirty="0">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SQL</a:t>
            </a:r>
            <a:r>
              <a:rPr sz="2000" spc="65" dirty="0">
                <a:highlight>
                  <a:srgbClr val="FFFF00"/>
                </a:highlight>
                <a:latin typeface="Trebuchet MS" panose="020B0603020202020204"/>
                <a:cs typeface="Trebuchet MS" panose="020B0603020202020204"/>
              </a:rPr>
              <a:t> </a:t>
            </a:r>
            <a:r>
              <a:rPr sz="2000" spc="-10" dirty="0">
                <a:highlight>
                  <a:srgbClr val="FFFF00"/>
                </a:highlight>
                <a:latin typeface="Trebuchet MS" panose="020B0603020202020204"/>
                <a:cs typeface="Trebuchet MS" panose="020B0603020202020204"/>
              </a:rPr>
              <a:t>statements </a:t>
            </a:r>
            <a:r>
              <a:rPr sz="2000" dirty="0">
                <a:highlight>
                  <a:srgbClr val="FFFF00"/>
                </a:highlight>
                <a:latin typeface="Trebuchet MS" panose="020B0603020202020204"/>
                <a:cs typeface="Trebuchet MS" panose="020B0603020202020204"/>
              </a:rPr>
              <a:t>to</a:t>
            </a:r>
            <a:r>
              <a:rPr sz="2000" spc="-35"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the</a:t>
            </a:r>
            <a:r>
              <a:rPr sz="2000" spc="-3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SQL</a:t>
            </a:r>
            <a:r>
              <a:rPr sz="2000" spc="-90" dirty="0">
                <a:latin typeface="Trebuchet MS" panose="020B0603020202020204"/>
                <a:cs typeface="Trebuchet MS" panose="020B0603020202020204"/>
              </a:rPr>
              <a:t> </a:t>
            </a:r>
            <a:r>
              <a:rPr sz="2000" dirty="0">
                <a:latin typeface="Trebuchet MS" panose="020B0603020202020204"/>
                <a:cs typeface="Trebuchet MS" panose="020B0603020202020204"/>
              </a:rPr>
              <a:t>engine</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in</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30" dirty="0">
                <a:latin typeface="Trebuchet MS" panose="020B0603020202020204"/>
                <a:cs typeface="Trebuchet MS" panose="020B0603020202020204"/>
              </a:rPr>
              <a:t> </a:t>
            </a:r>
            <a:r>
              <a:rPr sz="2000" spc="-10" dirty="0">
                <a:latin typeface="Trebuchet MS" panose="020B0603020202020204"/>
                <a:cs typeface="Trebuchet MS" panose="020B0603020202020204"/>
              </a:rPr>
              <a:t>database.</a:t>
            </a:r>
            <a:endParaRPr sz="2000">
              <a:latin typeface="Trebuchet MS" panose="020B0603020202020204"/>
              <a:cs typeface="Trebuchet MS" panose="020B0603020202020204"/>
            </a:endParaRPr>
          </a:p>
          <a:p>
            <a:pPr marL="354965" indent="-342265">
              <a:lnSpc>
                <a:spcPct val="100000"/>
              </a:lnSpc>
              <a:spcBef>
                <a:spcPts val="1680"/>
              </a:spcBef>
              <a:buFont typeface="Wingdings" panose="05000000000000000000"/>
              <a:buChar char=""/>
              <a:tabLst>
                <a:tab pos="354965" algn="l"/>
              </a:tabLst>
            </a:pPr>
            <a:r>
              <a:rPr sz="2000" spc="-45" dirty="0">
                <a:latin typeface="Trebuchet MS" panose="020B0603020202020204"/>
                <a:cs typeface="Trebuchet MS" panose="020B0603020202020204"/>
              </a:rPr>
              <a:t>Typically, </a:t>
            </a:r>
            <a:r>
              <a:rPr sz="2000" dirty="0">
                <a:latin typeface="Trebuchet MS" panose="020B0603020202020204"/>
                <a:cs typeface="Trebuchet MS" panose="020B0603020202020204"/>
              </a:rPr>
              <a:t>the</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database</a:t>
            </a:r>
            <a:r>
              <a:rPr sz="2000" spc="-70" dirty="0">
                <a:latin typeface="Trebuchet MS" panose="020B0603020202020204"/>
                <a:cs typeface="Trebuchet MS" panose="020B0603020202020204"/>
              </a:rPr>
              <a:t> </a:t>
            </a:r>
            <a:r>
              <a:rPr sz="2000" dirty="0">
                <a:latin typeface="Trebuchet MS" panose="020B0603020202020204"/>
                <a:cs typeface="Trebuchet MS" panose="020B0603020202020204"/>
              </a:rPr>
              <a:t>processes</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PL/SQL</a:t>
            </a:r>
            <a:r>
              <a:rPr sz="2000" spc="-110" dirty="0">
                <a:latin typeface="Trebuchet MS" panose="020B0603020202020204"/>
                <a:cs typeface="Trebuchet MS" panose="020B0603020202020204"/>
              </a:rPr>
              <a:t> </a:t>
            </a:r>
            <a:r>
              <a:rPr sz="2000" spc="-10" dirty="0">
                <a:latin typeface="Trebuchet MS" panose="020B0603020202020204"/>
                <a:cs typeface="Trebuchet MS" panose="020B0603020202020204"/>
              </a:rPr>
              <a:t>units.</a:t>
            </a:r>
            <a:endParaRPr sz="2000">
              <a:latin typeface="Trebuchet MS" panose="020B0603020202020204"/>
              <a:cs typeface="Trebuchet MS" panose="020B0603020202020204"/>
            </a:endParaRPr>
          </a:p>
          <a:p>
            <a:pPr marL="355600" marR="5080" indent="-342900">
              <a:lnSpc>
                <a:spcPct val="150000"/>
              </a:lnSpc>
              <a:spcBef>
                <a:spcPts val="485"/>
              </a:spcBef>
              <a:buFont typeface="Wingdings" panose="05000000000000000000"/>
              <a:buChar char=""/>
              <a:tabLst>
                <a:tab pos="355600" algn="l"/>
              </a:tabLst>
            </a:pPr>
            <a:r>
              <a:rPr sz="2000" dirty="0">
                <a:latin typeface="Trebuchet MS" panose="020B0603020202020204"/>
                <a:cs typeface="Trebuchet MS" panose="020B0603020202020204"/>
              </a:rPr>
              <a:t>When</a:t>
            </a:r>
            <a:r>
              <a:rPr sz="2000" spc="210" dirty="0">
                <a:latin typeface="Trebuchet MS" panose="020B0603020202020204"/>
                <a:cs typeface="Trebuchet MS" panose="020B0603020202020204"/>
              </a:rPr>
              <a:t> </a:t>
            </a:r>
            <a:r>
              <a:rPr sz="2000" dirty="0">
                <a:latin typeface="Trebuchet MS" panose="020B0603020202020204"/>
                <a:cs typeface="Trebuchet MS" panose="020B0603020202020204"/>
              </a:rPr>
              <a:t>an</a:t>
            </a:r>
            <a:r>
              <a:rPr sz="2000" spc="220" dirty="0">
                <a:latin typeface="Trebuchet MS" panose="020B0603020202020204"/>
                <a:cs typeface="Trebuchet MS" panose="020B0603020202020204"/>
              </a:rPr>
              <a:t> </a:t>
            </a:r>
            <a:r>
              <a:rPr sz="2000" dirty="0">
                <a:latin typeface="Trebuchet MS" panose="020B0603020202020204"/>
                <a:cs typeface="Trebuchet MS" panose="020B0603020202020204"/>
              </a:rPr>
              <a:t>application</a:t>
            </a:r>
            <a:r>
              <a:rPr sz="2000" spc="220" dirty="0">
                <a:latin typeface="Trebuchet MS" panose="020B0603020202020204"/>
                <a:cs typeface="Trebuchet MS" panose="020B0603020202020204"/>
              </a:rPr>
              <a:t> </a:t>
            </a:r>
            <a:r>
              <a:rPr sz="2000" dirty="0">
                <a:latin typeface="Trebuchet MS" panose="020B0603020202020204"/>
                <a:cs typeface="Trebuchet MS" panose="020B0603020202020204"/>
              </a:rPr>
              <a:t>development</a:t>
            </a:r>
            <a:r>
              <a:rPr sz="2000" spc="220" dirty="0">
                <a:latin typeface="Trebuchet MS" panose="020B0603020202020204"/>
                <a:cs typeface="Trebuchet MS" panose="020B0603020202020204"/>
              </a:rPr>
              <a:t> </a:t>
            </a:r>
            <a:r>
              <a:rPr sz="2000" dirty="0">
                <a:latin typeface="Trebuchet MS" panose="020B0603020202020204"/>
                <a:cs typeface="Trebuchet MS" panose="020B0603020202020204"/>
              </a:rPr>
              <a:t>tool</a:t>
            </a:r>
            <a:r>
              <a:rPr sz="2000" spc="210" dirty="0">
                <a:latin typeface="Trebuchet MS" panose="020B0603020202020204"/>
                <a:cs typeface="Trebuchet MS" panose="020B0603020202020204"/>
              </a:rPr>
              <a:t> </a:t>
            </a:r>
            <a:r>
              <a:rPr sz="2000" dirty="0">
                <a:latin typeface="Trebuchet MS" panose="020B0603020202020204"/>
                <a:cs typeface="Trebuchet MS" panose="020B0603020202020204"/>
              </a:rPr>
              <a:t>processes</a:t>
            </a:r>
            <a:r>
              <a:rPr sz="2000" spc="225" dirty="0">
                <a:latin typeface="Trebuchet MS" panose="020B0603020202020204"/>
                <a:cs typeface="Trebuchet MS" panose="020B0603020202020204"/>
              </a:rPr>
              <a:t> </a:t>
            </a:r>
            <a:r>
              <a:rPr sz="2000" dirty="0">
                <a:latin typeface="Trebuchet MS" panose="020B0603020202020204"/>
                <a:cs typeface="Trebuchet MS" panose="020B0603020202020204"/>
              </a:rPr>
              <a:t>PL/SQL</a:t>
            </a:r>
            <a:r>
              <a:rPr sz="2000" spc="170" dirty="0">
                <a:latin typeface="Trebuchet MS" panose="020B0603020202020204"/>
                <a:cs typeface="Trebuchet MS" panose="020B0603020202020204"/>
              </a:rPr>
              <a:t> </a:t>
            </a:r>
            <a:r>
              <a:rPr sz="2000" dirty="0">
                <a:latin typeface="Trebuchet MS" panose="020B0603020202020204"/>
                <a:cs typeface="Trebuchet MS" panose="020B0603020202020204"/>
              </a:rPr>
              <a:t>units,</a:t>
            </a:r>
            <a:r>
              <a:rPr sz="2000" spc="229" dirty="0">
                <a:latin typeface="Trebuchet MS" panose="020B0603020202020204"/>
                <a:cs typeface="Trebuchet MS" panose="020B0603020202020204"/>
              </a:rPr>
              <a:t> </a:t>
            </a:r>
            <a:r>
              <a:rPr sz="2000" spc="-25" dirty="0">
                <a:latin typeface="Trebuchet MS" panose="020B0603020202020204"/>
                <a:cs typeface="Trebuchet MS" panose="020B0603020202020204"/>
              </a:rPr>
              <a:t>it </a:t>
            </a:r>
            <a:r>
              <a:rPr sz="2000" dirty="0">
                <a:latin typeface="Trebuchet MS" panose="020B0603020202020204"/>
                <a:cs typeface="Trebuchet MS" panose="020B0603020202020204"/>
              </a:rPr>
              <a:t>passes</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them</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10" dirty="0">
                <a:latin typeface="Trebuchet MS" panose="020B0603020202020204"/>
                <a:cs typeface="Trebuchet MS" panose="020B0603020202020204"/>
              </a:rPr>
              <a:t> </a:t>
            </a:r>
            <a:r>
              <a:rPr sz="2000" dirty="0">
                <a:latin typeface="Trebuchet MS" panose="020B0603020202020204"/>
                <a:cs typeface="Trebuchet MS" panose="020B0603020202020204"/>
              </a:rPr>
              <a:t>its</a:t>
            </a:r>
            <a:r>
              <a:rPr sz="2000" spc="-20" dirty="0">
                <a:latin typeface="Trebuchet MS" panose="020B0603020202020204"/>
                <a:cs typeface="Trebuchet MS" panose="020B0603020202020204"/>
              </a:rPr>
              <a:t> </a:t>
            </a:r>
            <a:r>
              <a:rPr sz="2000" dirty="0">
                <a:latin typeface="Trebuchet MS" panose="020B0603020202020204"/>
                <a:cs typeface="Trebuchet MS" panose="020B0603020202020204"/>
              </a:rPr>
              <a:t>local</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PL/SQL</a:t>
            </a:r>
            <a:r>
              <a:rPr sz="2000" spc="-105" dirty="0">
                <a:latin typeface="Trebuchet MS" panose="020B0603020202020204"/>
                <a:cs typeface="Trebuchet MS" panose="020B0603020202020204"/>
              </a:rPr>
              <a:t> </a:t>
            </a:r>
            <a:r>
              <a:rPr sz="2000" spc="-10" dirty="0">
                <a:latin typeface="Trebuchet MS" panose="020B0603020202020204"/>
                <a:cs typeface="Trebuchet MS" panose="020B0603020202020204"/>
              </a:rPr>
              <a:t>engine.</a:t>
            </a:r>
            <a:endParaRPr sz="2000">
              <a:latin typeface="Trebuchet MS" panose="020B0603020202020204"/>
              <a:cs typeface="Trebuchet MS" panose="020B0603020202020204"/>
            </a:endParaRPr>
          </a:p>
          <a:p>
            <a:pPr marL="355600" marR="6985" indent="-342900">
              <a:lnSpc>
                <a:spcPct val="150000"/>
              </a:lnSpc>
              <a:spcBef>
                <a:spcPts val="475"/>
              </a:spcBef>
              <a:buFont typeface="Wingdings" panose="05000000000000000000"/>
              <a:buChar char=""/>
              <a:tabLst>
                <a:tab pos="355600" algn="l"/>
              </a:tabLst>
            </a:pPr>
            <a:r>
              <a:rPr sz="2000" dirty="0">
                <a:latin typeface="Trebuchet MS" panose="020B0603020202020204"/>
                <a:cs typeface="Trebuchet MS" panose="020B0603020202020204"/>
              </a:rPr>
              <a:t>If</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a</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PL/SQL</a:t>
            </a:r>
            <a:r>
              <a:rPr sz="2000" spc="450" dirty="0">
                <a:latin typeface="Trebuchet MS" panose="020B0603020202020204"/>
                <a:cs typeface="Trebuchet MS" panose="020B0603020202020204"/>
              </a:rPr>
              <a:t> </a:t>
            </a:r>
            <a:r>
              <a:rPr sz="2000" dirty="0">
                <a:latin typeface="Trebuchet MS" panose="020B0603020202020204"/>
                <a:cs typeface="Trebuchet MS" panose="020B0603020202020204"/>
              </a:rPr>
              <a:t>unit</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contains</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no</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SQL</a:t>
            </a:r>
            <a:r>
              <a:rPr sz="2000" spc="459" dirty="0">
                <a:latin typeface="Trebuchet MS" panose="020B0603020202020204"/>
                <a:cs typeface="Trebuchet MS" panose="020B0603020202020204"/>
              </a:rPr>
              <a:t> </a:t>
            </a:r>
            <a:r>
              <a:rPr sz="2000" dirty="0">
                <a:latin typeface="Trebuchet MS" panose="020B0603020202020204"/>
                <a:cs typeface="Trebuchet MS" panose="020B0603020202020204"/>
              </a:rPr>
              <a:t>statements,</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local</a:t>
            </a:r>
            <a:r>
              <a:rPr sz="2000" spc="-40" dirty="0">
                <a:latin typeface="Trebuchet MS" panose="020B0603020202020204"/>
                <a:cs typeface="Trebuchet MS" panose="020B0603020202020204"/>
              </a:rPr>
              <a:t>  </a:t>
            </a:r>
            <a:r>
              <a:rPr sz="2000" spc="-10" dirty="0">
                <a:latin typeface="Trebuchet MS" panose="020B0603020202020204"/>
                <a:cs typeface="Trebuchet MS" panose="020B0603020202020204"/>
              </a:rPr>
              <a:t>engine </a:t>
            </a:r>
            <a:r>
              <a:rPr sz="2000" dirty="0">
                <a:latin typeface="Trebuchet MS" panose="020B0603020202020204"/>
                <a:cs typeface="Trebuchet MS" panose="020B0603020202020204"/>
              </a:rPr>
              <a:t>processes</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45" dirty="0">
                <a:latin typeface="Trebuchet MS" panose="020B0603020202020204"/>
                <a:cs typeface="Trebuchet MS" panose="020B0603020202020204"/>
              </a:rPr>
              <a:t> </a:t>
            </a:r>
            <a:r>
              <a:rPr sz="2000" dirty="0">
                <a:latin typeface="Trebuchet MS" panose="020B0603020202020204"/>
                <a:cs typeface="Trebuchet MS" panose="020B0603020202020204"/>
              </a:rPr>
              <a:t>entire</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PL/SQL</a:t>
            </a:r>
            <a:r>
              <a:rPr sz="2000" spc="-110" dirty="0">
                <a:latin typeface="Trebuchet MS" panose="020B0603020202020204"/>
                <a:cs typeface="Trebuchet MS" panose="020B0603020202020204"/>
              </a:rPr>
              <a:t> </a:t>
            </a:r>
            <a:r>
              <a:rPr sz="2000" spc="-10" dirty="0">
                <a:latin typeface="Trebuchet MS" panose="020B0603020202020204"/>
                <a:cs typeface="Trebuchet MS" panose="020B0603020202020204"/>
              </a:rPr>
              <a:t>unit.</a:t>
            </a:r>
            <a:endParaRPr sz="2000">
              <a:latin typeface="Trebuchet MS" panose="020B0603020202020204"/>
              <a:cs typeface="Trebuchet MS" panose="020B0603020202020204"/>
            </a:endParaRPr>
          </a:p>
          <a:p>
            <a:pPr marL="354965" indent="-342265">
              <a:lnSpc>
                <a:spcPct val="100000"/>
              </a:lnSpc>
              <a:spcBef>
                <a:spcPts val="1680"/>
              </a:spcBef>
              <a:buFont typeface="Wingdings" panose="05000000000000000000"/>
              <a:buChar char=""/>
              <a:tabLst>
                <a:tab pos="354965" algn="l"/>
              </a:tabLst>
            </a:pPr>
            <a:r>
              <a:rPr sz="2000" dirty="0">
                <a:latin typeface="Trebuchet MS" panose="020B0603020202020204"/>
                <a:cs typeface="Trebuchet MS" panose="020B0603020202020204"/>
              </a:rPr>
              <a:t>This</a:t>
            </a:r>
            <a:r>
              <a:rPr sz="2000" spc="65" dirty="0">
                <a:latin typeface="Trebuchet MS" panose="020B0603020202020204"/>
                <a:cs typeface="Trebuchet MS" panose="020B0603020202020204"/>
              </a:rPr>
              <a:t> </a:t>
            </a:r>
            <a:r>
              <a:rPr sz="2000" dirty="0">
                <a:latin typeface="Trebuchet MS" panose="020B0603020202020204"/>
                <a:cs typeface="Trebuchet MS" panose="020B0603020202020204"/>
              </a:rPr>
              <a:t>is</a:t>
            </a:r>
            <a:r>
              <a:rPr sz="2000" spc="65" dirty="0">
                <a:latin typeface="Trebuchet MS" panose="020B0603020202020204"/>
                <a:cs typeface="Trebuchet MS" panose="020B0603020202020204"/>
              </a:rPr>
              <a:t> </a:t>
            </a:r>
            <a:r>
              <a:rPr sz="2000" dirty="0">
                <a:latin typeface="Trebuchet MS" panose="020B0603020202020204"/>
                <a:cs typeface="Trebuchet MS" panose="020B0603020202020204"/>
              </a:rPr>
              <a:t>useful</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if</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the</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application</a:t>
            </a:r>
            <a:r>
              <a:rPr sz="2000" spc="55" dirty="0">
                <a:latin typeface="Trebuchet MS" panose="020B0603020202020204"/>
                <a:cs typeface="Trebuchet MS" panose="020B0603020202020204"/>
              </a:rPr>
              <a:t> </a:t>
            </a:r>
            <a:r>
              <a:rPr sz="2000" dirty="0">
                <a:latin typeface="Trebuchet MS" panose="020B0603020202020204"/>
                <a:cs typeface="Trebuchet MS" panose="020B0603020202020204"/>
              </a:rPr>
              <a:t>development</a:t>
            </a:r>
            <a:r>
              <a:rPr sz="2000" spc="50" dirty="0">
                <a:latin typeface="Trebuchet MS" panose="020B0603020202020204"/>
                <a:cs typeface="Trebuchet MS" panose="020B0603020202020204"/>
              </a:rPr>
              <a:t> </a:t>
            </a:r>
            <a:r>
              <a:rPr sz="2000" dirty="0">
                <a:latin typeface="Trebuchet MS" panose="020B0603020202020204"/>
                <a:cs typeface="Trebuchet MS" panose="020B0603020202020204"/>
              </a:rPr>
              <a:t>tool</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can</a:t>
            </a:r>
            <a:r>
              <a:rPr sz="2000" spc="60" dirty="0">
                <a:latin typeface="Trebuchet MS" panose="020B0603020202020204"/>
                <a:cs typeface="Trebuchet MS" panose="020B0603020202020204"/>
              </a:rPr>
              <a:t> </a:t>
            </a:r>
            <a:r>
              <a:rPr sz="2000" dirty="0">
                <a:latin typeface="Trebuchet MS" panose="020B0603020202020204"/>
                <a:cs typeface="Trebuchet MS" panose="020B0603020202020204"/>
              </a:rPr>
              <a:t>benefit</a:t>
            </a:r>
            <a:r>
              <a:rPr sz="2000" spc="45" dirty="0">
                <a:latin typeface="Trebuchet MS" panose="020B0603020202020204"/>
                <a:cs typeface="Trebuchet MS" panose="020B0603020202020204"/>
              </a:rPr>
              <a:t> </a:t>
            </a:r>
            <a:r>
              <a:rPr sz="2000" spc="-20" dirty="0">
                <a:latin typeface="Trebuchet MS" panose="020B0603020202020204"/>
                <a:cs typeface="Trebuchet MS" panose="020B0603020202020204"/>
              </a:rPr>
              <a:t>from</a:t>
            </a:r>
            <a:endParaRPr sz="2000">
              <a:latin typeface="Trebuchet MS" panose="020B0603020202020204"/>
              <a:cs typeface="Trebuchet MS" panose="020B0603020202020204"/>
            </a:endParaRPr>
          </a:p>
        </p:txBody>
      </p:sp>
      <p:sp>
        <p:nvSpPr>
          <p:cNvPr id="4" name="object 4"/>
          <p:cNvSpPr txBox="1"/>
          <p:nvPr/>
        </p:nvSpPr>
        <p:spPr>
          <a:xfrm>
            <a:off x="878839" y="6142431"/>
            <a:ext cx="3823335" cy="330835"/>
          </a:xfrm>
          <a:prstGeom prst="rect">
            <a:avLst/>
          </a:prstGeom>
        </p:spPr>
        <p:txBody>
          <a:bodyPr vert="horz" wrap="square" lIns="0" tIns="12700" rIns="0" bIns="0" rtlCol="0">
            <a:spAutoFit/>
          </a:bodyPr>
          <a:lstStyle/>
          <a:p>
            <a:pPr marL="12700">
              <a:lnSpc>
                <a:spcPct val="100000"/>
              </a:lnSpc>
              <a:spcBef>
                <a:spcPts val="100"/>
              </a:spcBef>
            </a:pPr>
            <a:r>
              <a:rPr sz="2000" dirty="0">
                <a:latin typeface="Trebuchet MS" panose="020B0603020202020204"/>
                <a:cs typeface="Trebuchet MS" panose="020B0603020202020204"/>
              </a:rPr>
              <a:t>conditional</a:t>
            </a:r>
            <a:r>
              <a:rPr sz="2000" spc="-80" dirty="0">
                <a:latin typeface="Trebuchet MS" panose="020B0603020202020204"/>
                <a:cs typeface="Trebuchet MS" panose="020B0603020202020204"/>
              </a:rPr>
              <a:t> </a:t>
            </a:r>
            <a:r>
              <a:rPr sz="2000" dirty="0">
                <a:latin typeface="Trebuchet MS" panose="020B0603020202020204"/>
                <a:cs typeface="Trebuchet MS" panose="020B0603020202020204"/>
              </a:rPr>
              <a:t>and</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iterative</a:t>
            </a:r>
            <a:r>
              <a:rPr sz="2000" spc="-40" dirty="0">
                <a:latin typeface="Trebuchet MS" panose="020B0603020202020204"/>
                <a:cs typeface="Trebuchet MS" panose="020B0603020202020204"/>
              </a:rPr>
              <a:t> </a:t>
            </a:r>
            <a:r>
              <a:rPr sz="2000" spc="-10" dirty="0">
                <a:latin typeface="Trebuchet MS" panose="020B0603020202020204"/>
                <a:cs typeface="Trebuchet MS" panose="020B0603020202020204"/>
              </a:rPr>
              <a:t>control.</a:t>
            </a:r>
            <a:endParaRPr sz="2000">
              <a:latin typeface="Trebuchet MS" panose="020B0603020202020204"/>
              <a:cs typeface="Trebuchet MS" panose="020B0603020202020204"/>
            </a:endParaRPr>
          </a:p>
        </p:txBody>
      </p:sp>
      <p:sp>
        <p:nvSpPr>
          <p:cNvPr id="5" name="object 5"/>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36</a:t>
            </a:r>
            <a:endParaRPr sz="1400">
              <a:latin typeface="Arial MT"/>
              <a:cs typeface="Arial M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1972310">
              <a:lnSpc>
                <a:spcPct val="100000"/>
              </a:lnSpc>
              <a:spcBef>
                <a:spcPts val="100"/>
              </a:spcBef>
            </a:pPr>
            <a:r>
              <a:rPr sz="4400" dirty="0"/>
              <a:t>The</a:t>
            </a:r>
            <a:r>
              <a:rPr sz="4400" spc="-105" dirty="0"/>
              <a:t> </a:t>
            </a:r>
            <a:r>
              <a:rPr sz="4400" dirty="0"/>
              <a:t>PL/SQL</a:t>
            </a:r>
            <a:r>
              <a:rPr sz="4400" spc="-229" dirty="0"/>
              <a:t> </a:t>
            </a:r>
            <a:r>
              <a:rPr sz="4400" spc="-10" dirty="0"/>
              <a:t>Literals</a:t>
            </a:r>
            <a:endParaRPr sz="4400"/>
          </a:p>
        </p:txBody>
      </p:sp>
      <p:sp>
        <p:nvSpPr>
          <p:cNvPr id="3" name="object 3"/>
          <p:cNvSpPr txBox="1"/>
          <p:nvPr/>
        </p:nvSpPr>
        <p:spPr>
          <a:xfrm>
            <a:off x="269240" y="1429063"/>
            <a:ext cx="8338820" cy="1838960"/>
          </a:xfrm>
          <a:prstGeom prst="rect">
            <a:avLst/>
          </a:prstGeom>
        </p:spPr>
        <p:txBody>
          <a:bodyPr vert="horz" wrap="square" lIns="0" tIns="113030" rIns="0" bIns="0" rtlCol="0">
            <a:spAutoFit/>
          </a:bodyPr>
          <a:lstStyle/>
          <a:p>
            <a:pPr marL="354965" indent="-342265">
              <a:lnSpc>
                <a:spcPct val="100000"/>
              </a:lnSpc>
              <a:spcBef>
                <a:spcPts val="890"/>
              </a:spcBef>
              <a:buFont typeface="Wingdings" panose="05000000000000000000"/>
              <a:buChar char=""/>
              <a:tabLst>
                <a:tab pos="354965" algn="l"/>
              </a:tabLst>
            </a:pPr>
            <a:r>
              <a:rPr sz="2200" dirty="0">
                <a:latin typeface="Trebuchet MS" panose="020B0603020202020204"/>
                <a:cs typeface="Trebuchet MS" panose="020B0603020202020204"/>
              </a:rPr>
              <a:t>A</a:t>
            </a:r>
            <a:r>
              <a:rPr sz="2200" spc="204" dirty="0">
                <a:latin typeface="Trebuchet MS" panose="020B0603020202020204"/>
                <a:cs typeface="Trebuchet MS" panose="020B0603020202020204"/>
              </a:rPr>
              <a:t> </a:t>
            </a:r>
            <a:r>
              <a:rPr sz="2200" dirty="0">
                <a:latin typeface="Trebuchet MS" panose="020B0603020202020204"/>
                <a:cs typeface="Trebuchet MS" panose="020B0603020202020204"/>
              </a:rPr>
              <a:t>literal</a:t>
            </a:r>
            <a:r>
              <a:rPr sz="2200" spc="310" dirty="0">
                <a:latin typeface="Trebuchet MS" panose="020B0603020202020204"/>
                <a:cs typeface="Trebuchet MS" panose="020B0603020202020204"/>
              </a:rPr>
              <a:t> </a:t>
            </a:r>
            <a:r>
              <a:rPr sz="2200" dirty="0">
                <a:latin typeface="Trebuchet MS" panose="020B0603020202020204"/>
                <a:cs typeface="Trebuchet MS" panose="020B0603020202020204"/>
              </a:rPr>
              <a:t>is</a:t>
            </a:r>
            <a:r>
              <a:rPr sz="2200" spc="315" dirty="0">
                <a:latin typeface="Trebuchet MS" panose="020B0603020202020204"/>
                <a:cs typeface="Trebuchet MS" panose="020B0603020202020204"/>
              </a:rPr>
              <a:t> </a:t>
            </a:r>
            <a:r>
              <a:rPr sz="2200" dirty="0">
                <a:latin typeface="Trebuchet MS" panose="020B0603020202020204"/>
                <a:cs typeface="Trebuchet MS" panose="020B0603020202020204"/>
              </a:rPr>
              <a:t>an</a:t>
            </a:r>
            <a:r>
              <a:rPr sz="2200" spc="315" dirty="0">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explicit</a:t>
            </a:r>
            <a:r>
              <a:rPr sz="2200" spc="31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numeric,</a:t>
            </a:r>
            <a:r>
              <a:rPr sz="2200" spc="315" dirty="0">
                <a:highlight>
                  <a:srgbClr val="FFFF00"/>
                </a:highlight>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character,</a:t>
            </a:r>
            <a:r>
              <a:rPr sz="2200" spc="32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string,</a:t>
            </a:r>
            <a:r>
              <a:rPr sz="2200" spc="31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or</a:t>
            </a:r>
            <a:r>
              <a:rPr sz="2200" spc="315" dirty="0">
                <a:highlight>
                  <a:srgbClr val="FFFF00"/>
                </a:highlight>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Boolean</a:t>
            </a:r>
            <a:endParaRPr sz="2200">
              <a:highlight>
                <a:srgbClr val="FFFF00"/>
              </a:highlight>
              <a:latin typeface="Trebuchet MS" panose="020B0603020202020204"/>
              <a:cs typeface="Trebuchet MS" panose="020B0603020202020204"/>
            </a:endParaRPr>
          </a:p>
          <a:p>
            <a:pPr marL="355600">
              <a:lnSpc>
                <a:spcPct val="100000"/>
              </a:lnSpc>
              <a:spcBef>
                <a:spcPts val="790"/>
              </a:spcBef>
            </a:pPr>
            <a:r>
              <a:rPr sz="2200" dirty="0">
                <a:highlight>
                  <a:srgbClr val="FFFF00"/>
                </a:highlight>
                <a:latin typeface="Trebuchet MS" panose="020B0603020202020204"/>
                <a:cs typeface="Trebuchet MS" panose="020B0603020202020204"/>
              </a:rPr>
              <a:t>value</a:t>
            </a:r>
            <a:r>
              <a:rPr sz="2200" spc="-25" dirty="0">
                <a:latin typeface="Trebuchet MS" panose="020B0603020202020204"/>
                <a:cs typeface="Trebuchet MS" panose="020B0603020202020204"/>
              </a:rPr>
              <a:t> </a:t>
            </a:r>
            <a:r>
              <a:rPr sz="2200" dirty="0">
                <a:latin typeface="Trebuchet MS" panose="020B0603020202020204"/>
                <a:cs typeface="Trebuchet MS" panose="020B0603020202020204"/>
              </a:rPr>
              <a:t>not</a:t>
            </a:r>
            <a:r>
              <a:rPr sz="2200" spc="-30" dirty="0">
                <a:latin typeface="Trebuchet MS" panose="020B0603020202020204"/>
                <a:cs typeface="Trebuchet MS" panose="020B0603020202020204"/>
              </a:rPr>
              <a:t> </a:t>
            </a:r>
            <a:r>
              <a:rPr sz="2200" dirty="0">
                <a:latin typeface="Trebuchet MS" panose="020B0603020202020204"/>
                <a:cs typeface="Trebuchet MS" panose="020B0603020202020204"/>
              </a:rPr>
              <a:t>represented</a:t>
            </a:r>
            <a:r>
              <a:rPr sz="2200" spc="-20" dirty="0">
                <a:latin typeface="Trebuchet MS" panose="020B0603020202020204"/>
                <a:cs typeface="Trebuchet MS" panose="020B0603020202020204"/>
              </a:rPr>
              <a:t> </a:t>
            </a:r>
            <a:r>
              <a:rPr sz="2200" dirty="0">
                <a:latin typeface="Trebuchet MS" panose="020B0603020202020204"/>
                <a:cs typeface="Trebuchet MS" panose="020B0603020202020204"/>
              </a:rPr>
              <a:t>by</a:t>
            </a:r>
            <a:r>
              <a:rPr sz="2200" spc="-20" dirty="0">
                <a:latin typeface="Trebuchet MS" panose="020B0603020202020204"/>
                <a:cs typeface="Trebuchet MS" panose="020B0603020202020204"/>
              </a:rPr>
              <a:t> </a:t>
            </a:r>
            <a:r>
              <a:rPr sz="2200" dirty="0">
                <a:latin typeface="Trebuchet MS" panose="020B0603020202020204"/>
                <a:cs typeface="Trebuchet MS" panose="020B0603020202020204"/>
              </a:rPr>
              <a:t>an</a:t>
            </a:r>
            <a:r>
              <a:rPr sz="2200" spc="-25" dirty="0">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identifier.</a:t>
            </a:r>
            <a:r>
              <a:rPr lang="en-US" altLang="en-US" sz="2200" spc="-10" dirty="0">
                <a:highlight>
                  <a:srgbClr val="FFFF00"/>
                </a:highlight>
                <a:latin typeface="Trebuchet MS" panose="020B0603020202020204"/>
                <a:cs typeface="Trebuchet MS" panose="020B0603020202020204"/>
              </a:rPr>
              <a:t> (fixe val direct likhte h </a:t>
            </a:r>
            <a:endParaRPr sz="2200">
              <a:highlight>
                <a:srgbClr val="FFFF00"/>
              </a:highlight>
              <a:latin typeface="Trebuchet MS" panose="020B0603020202020204"/>
              <a:cs typeface="Trebuchet MS" panose="020B0603020202020204"/>
            </a:endParaRPr>
          </a:p>
          <a:p>
            <a:pPr marL="355600" marR="5080" indent="-342900">
              <a:lnSpc>
                <a:spcPct val="130000"/>
              </a:lnSpc>
              <a:spcBef>
                <a:spcPts val="530"/>
              </a:spcBef>
              <a:buFont typeface="Wingdings" panose="05000000000000000000"/>
              <a:buChar char=""/>
              <a:tabLst>
                <a:tab pos="355600" algn="l"/>
              </a:tabLst>
            </a:pPr>
            <a:r>
              <a:rPr sz="2200" dirty="0">
                <a:latin typeface="Trebuchet MS" panose="020B0603020202020204"/>
                <a:cs typeface="Trebuchet MS" panose="020B0603020202020204"/>
              </a:rPr>
              <a:t>For</a:t>
            </a:r>
            <a:r>
              <a:rPr sz="2200" spc="459" dirty="0">
                <a:latin typeface="Trebuchet MS" panose="020B0603020202020204"/>
                <a:cs typeface="Trebuchet MS" panose="020B0603020202020204"/>
              </a:rPr>
              <a:t> </a:t>
            </a:r>
            <a:r>
              <a:rPr sz="2200" dirty="0">
                <a:latin typeface="Trebuchet MS" panose="020B0603020202020204"/>
                <a:cs typeface="Trebuchet MS" panose="020B0603020202020204"/>
              </a:rPr>
              <a:t>example,</a:t>
            </a:r>
            <a:r>
              <a:rPr sz="2200" spc="465" dirty="0">
                <a:latin typeface="Trebuchet MS" panose="020B0603020202020204"/>
                <a:cs typeface="Trebuchet MS" panose="020B0603020202020204"/>
              </a:rPr>
              <a:t> </a:t>
            </a:r>
            <a:r>
              <a:rPr sz="2200" dirty="0">
                <a:latin typeface="Trebuchet MS" panose="020B0603020202020204"/>
                <a:cs typeface="Trebuchet MS" panose="020B0603020202020204"/>
              </a:rPr>
              <a:t>TRUE,</a:t>
            </a:r>
            <a:r>
              <a:rPr sz="2200" spc="475" dirty="0">
                <a:latin typeface="Trebuchet MS" panose="020B0603020202020204"/>
                <a:cs typeface="Trebuchet MS" panose="020B0603020202020204"/>
              </a:rPr>
              <a:t> </a:t>
            </a:r>
            <a:r>
              <a:rPr sz="2200" dirty="0">
                <a:latin typeface="Trebuchet MS" panose="020B0603020202020204"/>
                <a:cs typeface="Trebuchet MS" panose="020B0603020202020204"/>
              </a:rPr>
              <a:t>786,</a:t>
            </a:r>
            <a:r>
              <a:rPr sz="2200" spc="459" dirty="0">
                <a:latin typeface="Trebuchet MS" panose="020B0603020202020204"/>
                <a:cs typeface="Trebuchet MS" panose="020B0603020202020204"/>
              </a:rPr>
              <a:t> </a:t>
            </a:r>
            <a:r>
              <a:rPr sz="2200" dirty="0">
                <a:latin typeface="Trebuchet MS" panose="020B0603020202020204"/>
                <a:cs typeface="Trebuchet MS" panose="020B0603020202020204"/>
              </a:rPr>
              <a:t>NULL,</a:t>
            </a:r>
            <a:r>
              <a:rPr sz="2200" spc="470" dirty="0">
                <a:latin typeface="Trebuchet MS" panose="020B0603020202020204"/>
                <a:cs typeface="Trebuchet MS" panose="020B0603020202020204"/>
              </a:rPr>
              <a:t> </a:t>
            </a:r>
            <a:r>
              <a:rPr sz="2200" dirty="0">
                <a:latin typeface="Trebuchet MS" panose="020B0603020202020204"/>
                <a:cs typeface="Trebuchet MS" panose="020B0603020202020204"/>
              </a:rPr>
              <a:t>‘marwadi</a:t>
            </a:r>
            <a:r>
              <a:rPr sz="2200" spc="455" dirty="0">
                <a:latin typeface="Trebuchet MS" panose="020B0603020202020204"/>
                <a:cs typeface="Trebuchet MS" panose="020B0603020202020204"/>
              </a:rPr>
              <a:t> </a:t>
            </a:r>
            <a:r>
              <a:rPr sz="2200" dirty="0">
                <a:latin typeface="Trebuchet MS" panose="020B0603020202020204"/>
                <a:cs typeface="Trebuchet MS" panose="020B0603020202020204"/>
              </a:rPr>
              <a:t>university'</a:t>
            </a:r>
            <a:r>
              <a:rPr sz="2200" spc="465" dirty="0">
                <a:latin typeface="Trebuchet MS" panose="020B0603020202020204"/>
                <a:cs typeface="Trebuchet MS" panose="020B0603020202020204"/>
              </a:rPr>
              <a:t> </a:t>
            </a:r>
            <a:r>
              <a:rPr sz="2200" dirty="0">
                <a:latin typeface="Trebuchet MS" panose="020B0603020202020204"/>
                <a:cs typeface="Trebuchet MS" panose="020B0603020202020204"/>
              </a:rPr>
              <a:t>are</a:t>
            </a:r>
            <a:r>
              <a:rPr sz="2200" spc="465" dirty="0">
                <a:latin typeface="Trebuchet MS" panose="020B0603020202020204"/>
                <a:cs typeface="Trebuchet MS" panose="020B0603020202020204"/>
              </a:rPr>
              <a:t> </a:t>
            </a:r>
            <a:r>
              <a:rPr sz="2200" spc="-25" dirty="0">
                <a:latin typeface="Trebuchet MS" panose="020B0603020202020204"/>
                <a:cs typeface="Trebuchet MS" panose="020B0603020202020204"/>
              </a:rPr>
              <a:t>all </a:t>
            </a:r>
            <a:r>
              <a:rPr sz="2200" dirty="0">
                <a:latin typeface="Trebuchet MS" panose="020B0603020202020204"/>
                <a:cs typeface="Trebuchet MS" panose="020B0603020202020204"/>
              </a:rPr>
              <a:t>literals</a:t>
            </a:r>
            <a:r>
              <a:rPr sz="2200" spc="-65" dirty="0">
                <a:latin typeface="Trebuchet MS" panose="020B0603020202020204"/>
                <a:cs typeface="Trebuchet MS" panose="020B0603020202020204"/>
              </a:rPr>
              <a:t> </a:t>
            </a:r>
            <a:r>
              <a:rPr sz="2200" dirty="0">
                <a:latin typeface="Trebuchet MS" panose="020B0603020202020204"/>
                <a:cs typeface="Trebuchet MS" panose="020B0603020202020204"/>
              </a:rPr>
              <a:t>of</a:t>
            </a:r>
            <a:r>
              <a:rPr sz="2200" spc="-60" dirty="0">
                <a:latin typeface="Trebuchet MS" panose="020B0603020202020204"/>
                <a:cs typeface="Trebuchet MS" panose="020B0603020202020204"/>
              </a:rPr>
              <a:t> </a:t>
            </a:r>
            <a:r>
              <a:rPr sz="2200" dirty="0">
                <a:latin typeface="Trebuchet MS" panose="020B0603020202020204"/>
                <a:cs typeface="Trebuchet MS" panose="020B0603020202020204"/>
              </a:rPr>
              <a:t>type</a:t>
            </a:r>
            <a:r>
              <a:rPr sz="2200" spc="-50" dirty="0">
                <a:latin typeface="Trebuchet MS" panose="020B0603020202020204"/>
                <a:cs typeface="Trebuchet MS" panose="020B0603020202020204"/>
              </a:rPr>
              <a:t> </a:t>
            </a:r>
            <a:r>
              <a:rPr sz="2200" dirty="0">
                <a:latin typeface="Trebuchet MS" panose="020B0603020202020204"/>
                <a:cs typeface="Trebuchet MS" panose="020B0603020202020204"/>
              </a:rPr>
              <a:t>Boolean,</a:t>
            </a:r>
            <a:r>
              <a:rPr sz="2200" spc="-50" dirty="0">
                <a:latin typeface="Trebuchet MS" panose="020B0603020202020204"/>
                <a:cs typeface="Trebuchet MS" panose="020B0603020202020204"/>
              </a:rPr>
              <a:t> </a:t>
            </a:r>
            <a:r>
              <a:rPr sz="2200" spc="-40" dirty="0">
                <a:latin typeface="Trebuchet MS" panose="020B0603020202020204"/>
                <a:cs typeface="Trebuchet MS" panose="020B0603020202020204"/>
              </a:rPr>
              <a:t>number,</a:t>
            </a:r>
            <a:r>
              <a:rPr sz="2200" spc="-50" dirty="0">
                <a:latin typeface="Trebuchet MS" panose="020B0603020202020204"/>
                <a:cs typeface="Trebuchet MS" panose="020B0603020202020204"/>
              </a:rPr>
              <a:t> </a:t>
            </a:r>
            <a:r>
              <a:rPr sz="2200" dirty="0">
                <a:latin typeface="Trebuchet MS" panose="020B0603020202020204"/>
                <a:cs typeface="Trebuchet MS" panose="020B0603020202020204"/>
              </a:rPr>
              <a:t>or</a:t>
            </a:r>
            <a:r>
              <a:rPr sz="2200" spc="-65" dirty="0">
                <a:latin typeface="Trebuchet MS" panose="020B0603020202020204"/>
                <a:cs typeface="Trebuchet MS" panose="020B0603020202020204"/>
              </a:rPr>
              <a:t> </a:t>
            </a:r>
            <a:r>
              <a:rPr sz="2200" spc="-10" dirty="0">
                <a:latin typeface="Trebuchet MS" panose="020B0603020202020204"/>
                <a:cs typeface="Trebuchet MS" panose="020B0603020202020204"/>
              </a:rPr>
              <a:t>string.</a:t>
            </a:r>
            <a:endParaRPr sz="2200">
              <a:latin typeface="Trebuchet MS" panose="020B0603020202020204"/>
              <a:cs typeface="Trebuchet MS" panose="020B0603020202020204"/>
            </a:endParaRPr>
          </a:p>
        </p:txBody>
      </p:sp>
      <p:sp>
        <p:nvSpPr>
          <p:cNvPr id="4" name="object 4"/>
          <p:cNvSpPr txBox="1"/>
          <p:nvPr/>
        </p:nvSpPr>
        <p:spPr>
          <a:xfrm>
            <a:off x="5724525" y="3407486"/>
            <a:ext cx="2882900" cy="360680"/>
          </a:xfrm>
          <a:prstGeom prst="rect">
            <a:avLst/>
          </a:prstGeom>
        </p:spPr>
        <p:txBody>
          <a:bodyPr vert="horz" wrap="square" lIns="0" tIns="12065" rIns="0" bIns="0" rtlCol="0">
            <a:spAutoFit/>
          </a:bodyPr>
          <a:lstStyle/>
          <a:p>
            <a:pPr marL="12700">
              <a:lnSpc>
                <a:spcPct val="100000"/>
              </a:lnSpc>
              <a:spcBef>
                <a:spcPts val="95"/>
              </a:spcBef>
              <a:tabLst>
                <a:tab pos="1153795" algn="l"/>
                <a:tab pos="2454275" algn="l"/>
              </a:tabLst>
            </a:pPr>
            <a:r>
              <a:rPr sz="2200" spc="-10" dirty="0">
                <a:latin typeface="Trebuchet MS" panose="020B0603020202020204"/>
                <a:cs typeface="Trebuchet MS" panose="020B0603020202020204"/>
              </a:rPr>
              <a:t>PL/SQL</a:t>
            </a:r>
            <a:r>
              <a:rPr sz="2200" dirty="0">
                <a:latin typeface="Trebuchet MS" panose="020B0603020202020204"/>
                <a:cs typeface="Trebuchet MS" panose="020B0603020202020204"/>
              </a:rPr>
              <a:t>	</a:t>
            </a:r>
            <a:r>
              <a:rPr sz="2200" spc="-10" dirty="0">
                <a:latin typeface="Trebuchet MS" panose="020B0603020202020204"/>
                <a:cs typeface="Trebuchet MS" panose="020B0603020202020204"/>
              </a:rPr>
              <a:t>supports</a:t>
            </a:r>
            <a:r>
              <a:rPr sz="2200" dirty="0">
                <a:latin typeface="Trebuchet MS" panose="020B0603020202020204"/>
                <a:cs typeface="Trebuchet MS" panose="020B0603020202020204"/>
              </a:rPr>
              <a:t>	</a:t>
            </a:r>
            <a:r>
              <a:rPr sz="2200" spc="-25" dirty="0">
                <a:latin typeface="Trebuchet MS" panose="020B0603020202020204"/>
                <a:cs typeface="Trebuchet MS" panose="020B0603020202020204"/>
              </a:rPr>
              <a:t>the</a:t>
            </a:r>
            <a:endParaRPr sz="2200">
              <a:latin typeface="Trebuchet MS" panose="020B0603020202020204"/>
              <a:cs typeface="Trebuchet MS" panose="020B0603020202020204"/>
            </a:endParaRPr>
          </a:p>
        </p:txBody>
      </p:sp>
      <p:sp>
        <p:nvSpPr>
          <p:cNvPr id="5" name="object 5"/>
          <p:cNvSpPr txBox="1"/>
          <p:nvPr/>
        </p:nvSpPr>
        <p:spPr>
          <a:xfrm>
            <a:off x="269240" y="3305988"/>
            <a:ext cx="5237480" cy="2652395"/>
          </a:xfrm>
          <a:prstGeom prst="rect">
            <a:avLst/>
          </a:prstGeom>
        </p:spPr>
        <p:txBody>
          <a:bodyPr vert="horz" wrap="square" lIns="0" tIns="113664" rIns="0" bIns="0" rtlCol="0">
            <a:spAutoFit/>
          </a:bodyPr>
          <a:lstStyle/>
          <a:p>
            <a:pPr marL="354965" indent="-342265">
              <a:lnSpc>
                <a:spcPct val="100000"/>
              </a:lnSpc>
              <a:spcBef>
                <a:spcPts val="895"/>
              </a:spcBef>
              <a:buFont typeface="Wingdings" panose="05000000000000000000"/>
              <a:buChar char=""/>
              <a:tabLst>
                <a:tab pos="354965" algn="l"/>
                <a:tab pos="1609725" algn="l"/>
                <a:tab pos="2729865" algn="l"/>
                <a:tab pos="3379470" algn="l"/>
              </a:tabLst>
            </a:pPr>
            <a:r>
              <a:rPr sz="2200" spc="-10" dirty="0">
                <a:latin typeface="Trebuchet MS" panose="020B0603020202020204"/>
                <a:cs typeface="Trebuchet MS" panose="020B0603020202020204"/>
              </a:rPr>
              <a:t>PL/SQL,</a:t>
            </a:r>
            <a:r>
              <a:rPr sz="2200" dirty="0">
                <a:latin typeface="Trebuchet MS" panose="020B0603020202020204"/>
                <a:cs typeface="Trebuchet MS" panose="020B0603020202020204"/>
              </a:rPr>
              <a:t>	</a:t>
            </a:r>
            <a:r>
              <a:rPr sz="2200" spc="-10" dirty="0">
                <a:latin typeface="Trebuchet MS" panose="020B0603020202020204"/>
                <a:cs typeface="Trebuchet MS" panose="020B0603020202020204"/>
              </a:rPr>
              <a:t>literals</a:t>
            </a:r>
            <a:r>
              <a:rPr sz="2200" dirty="0">
                <a:latin typeface="Trebuchet MS" panose="020B0603020202020204"/>
                <a:cs typeface="Trebuchet MS" panose="020B0603020202020204"/>
              </a:rPr>
              <a:t>	</a:t>
            </a:r>
            <a:r>
              <a:rPr sz="2200" spc="-25" dirty="0">
                <a:latin typeface="Trebuchet MS" panose="020B0603020202020204"/>
                <a:cs typeface="Trebuchet MS" panose="020B0603020202020204"/>
              </a:rPr>
              <a:t>are</a:t>
            </a:r>
            <a:r>
              <a:rPr sz="2200" dirty="0">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case-sensitive.</a:t>
            </a:r>
            <a:endParaRPr sz="2200">
              <a:latin typeface="Trebuchet MS" panose="020B0603020202020204"/>
              <a:cs typeface="Trebuchet MS" panose="020B0603020202020204"/>
            </a:endParaRPr>
          </a:p>
          <a:p>
            <a:pPr marL="355600">
              <a:lnSpc>
                <a:spcPct val="100000"/>
              </a:lnSpc>
              <a:spcBef>
                <a:spcPts val="795"/>
              </a:spcBef>
            </a:pPr>
            <a:r>
              <a:rPr sz="2200" dirty="0">
                <a:latin typeface="Trebuchet MS" panose="020B0603020202020204"/>
                <a:cs typeface="Trebuchet MS" panose="020B0603020202020204"/>
              </a:rPr>
              <a:t>following</a:t>
            </a:r>
            <a:r>
              <a:rPr sz="2200" spc="-30" dirty="0">
                <a:latin typeface="Trebuchet MS" panose="020B0603020202020204"/>
                <a:cs typeface="Trebuchet MS" panose="020B0603020202020204"/>
              </a:rPr>
              <a:t> </a:t>
            </a:r>
            <a:r>
              <a:rPr sz="2200" dirty="0">
                <a:latin typeface="Trebuchet MS" panose="020B0603020202020204"/>
                <a:cs typeface="Trebuchet MS" panose="020B0603020202020204"/>
              </a:rPr>
              <a:t>kinds</a:t>
            </a:r>
            <a:r>
              <a:rPr sz="2200" spc="-25" dirty="0">
                <a:latin typeface="Trebuchet MS" panose="020B0603020202020204"/>
                <a:cs typeface="Trebuchet MS" panose="020B0603020202020204"/>
              </a:rPr>
              <a:t> </a:t>
            </a:r>
            <a:r>
              <a:rPr sz="2200" dirty="0">
                <a:latin typeface="Trebuchet MS" panose="020B0603020202020204"/>
                <a:cs typeface="Trebuchet MS" panose="020B0603020202020204"/>
              </a:rPr>
              <a:t>of</a:t>
            </a:r>
            <a:r>
              <a:rPr sz="2200" spc="-25" dirty="0">
                <a:latin typeface="Trebuchet MS" panose="020B0603020202020204"/>
                <a:cs typeface="Trebuchet MS" panose="020B0603020202020204"/>
              </a:rPr>
              <a:t> </a:t>
            </a:r>
            <a:r>
              <a:rPr sz="2200" dirty="0">
                <a:latin typeface="Trebuchet MS" panose="020B0603020202020204"/>
                <a:cs typeface="Trebuchet MS" panose="020B0603020202020204"/>
              </a:rPr>
              <a:t>literals</a:t>
            </a:r>
            <a:r>
              <a:rPr sz="2200" spc="-30" dirty="0">
                <a:latin typeface="Trebuchet MS" panose="020B0603020202020204"/>
                <a:cs typeface="Trebuchet MS" panose="020B0603020202020204"/>
              </a:rPr>
              <a:t> </a:t>
            </a:r>
            <a:r>
              <a:rPr sz="2200" spc="-50" dirty="0">
                <a:latin typeface="Trebuchet MS" panose="020B0603020202020204"/>
                <a:cs typeface="Trebuchet MS" panose="020B0603020202020204"/>
              </a:rPr>
              <a:t>−</a:t>
            </a:r>
            <a:endParaRPr sz="2200">
              <a:latin typeface="Trebuchet MS" panose="020B0603020202020204"/>
              <a:cs typeface="Trebuchet MS" panose="020B0603020202020204"/>
            </a:endParaRPr>
          </a:p>
          <a:p>
            <a:pPr marL="755650" lvl="1" indent="-285750">
              <a:lnSpc>
                <a:spcPct val="100000"/>
              </a:lnSpc>
              <a:spcBef>
                <a:spcPts val="1190"/>
              </a:spcBef>
              <a:buFont typeface="Wingdings" panose="05000000000000000000"/>
              <a:buChar char=""/>
              <a:tabLst>
                <a:tab pos="755650" algn="l"/>
              </a:tabLst>
            </a:pPr>
            <a:r>
              <a:rPr sz="1900" dirty="0">
                <a:latin typeface="Trebuchet MS" panose="020B0603020202020204"/>
                <a:cs typeface="Trebuchet MS" panose="020B0603020202020204"/>
              </a:rPr>
              <a:t>Numeric</a:t>
            </a:r>
            <a:r>
              <a:rPr sz="1900" spc="-65" dirty="0">
                <a:latin typeface="Trebuchet MS" panose="020B0603020202020204"/>
                <a:cs typeface="Trebuchet MS" panose="020B0603020202020204"/>
              </a:rPr>
              <a:t> </a:t>
            </a:r>
            <a:r>
              <a:rPr sz="1900" spc="-10" dirty="0">
                <a:latin typeface="Trebuchet MS" panose="020B0603020202020204"/>
                <a:cs typeface="Trebuchet MS" panose="020B0603020202020204"/>
              </a:rPr>
              <a:t>Literals</a:t>
            </a:r>
            <a:endParaRPr sz="1900">
              <a:latin typeface="Trebuchet MS" panose="020B0603020202020204"/>
              <a:cs typeface="Trebuchet MS" panose="020B0603020202020204"/>
            </a:endParaRPr>
          </a:p>
          <a:p>
            <a:pPr marL="755650" lvl="1" indent="-285750">
              <a:lnSpc>
                <a:spcPct val="100000"/>
              </a:lnSpc>
              <a:spcBef>
                <a:spcPts val="1140"/>
              </a:spcBef>
              <a:buFont typeface="Wingdings" panose="05000000000000000000"/>
              <a:buChar char=""/>
              <a:tabLst>
                <a:tab pos="755650" algn="l"/>
              </a:tabLst>
            </a:pPr>
            <a:r>
              <a:rPr sz="1900" dirty="0">
                <a:latin typeface="Trebuchet MS" panose="020B0603020202020204"/>
                <a:cs typeface="Trebuchet MS" panose="020B0603020202020204"/>
              </a:rPr>
              <a:t>Character</a:t>
            </a:r>
            <a:r>
              <a:rPr sz="1900" spc="-75" dirty="0">
                <a:latin typeface="Trebuchet MS" panose="020B0603020202020204"/>
                <a:cs typeface="Trebuchet MS" panose="020B0603020202020204"/>
              </a:rPr>
              <a:t> </a:t>
            </a:r>
            <a:r>
              <a:rPr sz="1900" spc="-10" dirty="0">
                <a:latin typeface="Trebuchet MS" panose="020B0603020202020204"/>
                <a:cs typeface="Trebuchet MS" panose="020B0603020202020204"/>
              </a:rPr>
              <a:t>Literals</a:t>
            </a:r>
            <a:r>
              <a:rPr lang="en-US" altLang="en-US" sz="1900" spc="-10" dirty="0">
                <a:latin typeface="Trebuchet MS" panose="020B0603020202020204"/>
                <a:cs typeface="Trebuchet MS" panose="020B0603020202020204"/>
              </a:rPr>
              <a:t>        </a:t>
            </a:r>
            <a:endParaRPr sz="1900">
              <a:latin typeface="Trebuchet MS" panose="020B0603020202020204"/>
              <a:cs typeface="Trebuchet MS" panose="020B0603020202020204"/>
            </a:endParaRPr>
          </a:p>
          <a:p>
            <a:pPr marL="755650" lvl="1" indent="-285750">
              <a:lnSpc>
                <a:spcPct val="100000"/>
              </a:lnSpc>
              <a:spcBef>
                <a:spcPts val="1140"/>
              </a:spcBef>
              <a:buFont typeface="Wingdings" panose="05000000000000000000"/>
              <a:buChar char=""/>
              <a:tabLst>
                <a:tab pos="755650" algn="l"/>
              </a:tabLst>
            </a:pPr>
            <a:r>
              <a:rPr sz="1900" dirty="0">
                <a:latin typeface="Trebuchet MS" panose="020B0603020202020204"/>
                <a:cs typeface="Trebuchet MS" panose="020B0603020202020204"/>
              </a:rPr>
              <a:t>String</a:t>
            </a:r>
            <a:r>
              <a:rPr sz="1900" spc="-10" dirty="0">
                <a:latin typeface="Trebuchet MS" panose="020B0603020202020204"/>
                <a:cs typeface="Trebuchet MS" panose="020B0603020202020204"/>
              </a:rPr>
              <a:t> Literals</a:t>
            </a:r>
            <a:endParaRPr sz="1900">
              <a:latin typeface="Trebuchet MS" panose="020B0603020202020204"/>
              <a:cs typeface="Trebuchet MS" panose="020B0603020202020204"/>
            </a:endParaRPr>
          </a:p>
          <a:p>
            <a:pPr marL="755650" lvl="1" indent="-285750">
              <a:lnSpc>
                <a:spcPct val="100000"/>
              </a:lnSpc>
              <a:spcBef>
                <a:spcPts val="1140"/>
              </a:spcBef>
              <a:buFont typeface="Wingdings" panose="05000000000000000000"/>
              <a:buChar char=""/>
              <a:tabLst>
                <a:tab pos="755650" algn="l"/>
              </a:tabLst>
            </a:pPr>
            <a:r>
              <a:rPr sz="1900" dirty="0">
                <a:latin typeface="Trebuchet MS" panose="020B0603020202020204"/>
                <a:cs typeface="Trebuchet MS" panose="020B0603020202020204"/>
              </a:rPr>
              <a:t>BOOLEAN</a:t>
            </a:r>
            <a:r>
              <a:rPr sz="1900" spc="-70" dirty="0">
                <a:latin typeface="Trebuchet MS" panose="020B0603020202020204"/>
                <a:cs typeface="Trebuchet MS" panose="020B0603020202020204"/>
              </a:rPr>
              <a:t> </a:t>
            </a:r>
            <a:r>
              <a:rPr sz="1900" spc="-10" dirty="0">
                <a:latin typeface="Trebuchet MS" panose="020B0603020202020204"/>
                <a:cs typeface="Trebuchet MS" panose="020B0603020202020204"/>
              </a:rPr>
              <a:t>Literals</a:t>
            </a:r>
            <a:endParaRPr sz="1900">
              <a:latin typeface="Trebuchet MS" panose="020B0603020202020204"/>
              <a:cs typeface="Trebuchet MS" panose="020B0603020202020204"/>
            </a:endParaRPr>
          </a:p>
        </p:txBody>
      </p:sp>
      <p:sp>
        <p:nvSpPr>
          <p:cNvPr id="6" name="object 6"/>
          <p:cNvSpPr txBox="1"/>
          <p:nvPr/>
        </p:nvSpPr>
        <p:spPr>
          <a:xfrm>
            <a:off x="726440" y="6067755"/>
            <a:ext cx="2758440" cy="314960"/>
          </a:xfrm>
          <a:prstGeom prst="rect">
            <a:avLst/>
          </a:prstGeom>
        </p:spPr>
        <p:txBody>
          <a:bodyPr vert="horz" wrap="square" lIns="0" tIns="12065" rIns="0" bIns="0" rtlCol="0">
            <a:spAutoFit/>
          </a:bodyPr>
          <a:lstStyle/>
          <a:p>
            <a:pPr marL="298450" indent="-285750">
              <a:lnSpc>
                <a:spcPct val="100000"/>
              </a:lnSpc>
              <a:spcBef>
                <a:spcPts val="95"/>
              </a:spcBef>
              <a:buFont typeface="Wingdings" panose="05000000000000000000"/>
              <a:buChar char=""/>
              <a:tabLst>
                <a:tab pos="298450" algn="l"/>
              </a:tabLst>
            </a:pPr>
            <a:r>
              <a:rPr sz="1900" dirty="0">
                <a:latin typeface="Trebuchet MS" panose="020B0603020202020204"/>
                <a:cs typeface="Trebuchet MS" panose="020B0603020202020204"/>
              </a:rPr>
              <a:t>Date</a:t>
            </a:r>
            <a:r>
              <a:rPr sz="1900" spc="-80" dirty="0">
                <a:latin typeface="Trebuchet MS" panose="020B0603020202020204"/>
                <a:cs typeface="Trebuchet MS" panose="020B0603020202020204"/>
              </a:rPr>
              <a:t> </a:t>
            </a:r>
            <a:r>
              <a:rPr sz="1900" dirty="0">
                <a:latin typeface="Trebuchet MS" panose="020B0603020202020204"/>
                <a:cs typeface="Trebuchet MS" panose="020B0603020202020204"/>
              </a:rPr>
              <a:t>and</a:t>
            </a:r>
            <a:r>
              <a:rPr sz="1900" spc="-90" dirty="0">
                <a:latin typeface="Trebuchet MS" panose="020B0603020202020204"/>
                <a:cs typeface="Trebuchet MS" panose="020B0603020202020204"/>
              </a:rPr>
              <a:t> </a:t>
            </a:r>
            <a:r>
              <a:rPr sz="1900" dirty="0">
                <a:latin typeface="Trebuchet MS" panose="020B0603020202020204"/>
                <a:cs typeface="Trebuchet MS" panose="020B0603020202020204"/>
              </a:rPr>
              <a:t>Time</a:t>
            </a:r>
            <a:r>
              <a:rPr sz="1900" spc="-70" dirty="0">
                <a:latin typeface="Trebuchet MS" panose="020B0603020202020204"/>
                <a:cs typeface="Trebuchet MS" panose="020B0603020202020204"/>
              </a:rPr>
              <a:t> </a:t>
            </a:r>
            <a:r>
              <a:rPr sz="1900" spc="-10" dirty="0">
                <a:latin typeface="Trebuchet MS" panose="020B0603020202020204"/>
                <a:cs typeface="Trebuchet MS" panose="020B0603020202020204"/>
              </a:rPr>
              <a:t>Literals</a:t>
            </a:r>
            <a:endParaRPr sz="1900">
              <a:latin typeface="Trebuchet MS" panose="020B0603020202020204"/>
              <a:cs typeface="Trebuchet MS" panose="020B0603020202020204"/>
            </a:endParaRPr>
          </a:p>
        </p:txBody>
      </p:sp>
      <p:sp>
        <p:nvSpPr>
          <p:cNvPr id="7" name="object 7"/>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37</a:t>
            </a:r>
            <a:endParaRPr sz="1400">
              <a:latin typeface="Arial MT"/>
              <a:cs typeface="Arial M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1972310">
              <a:lnSpc>
                <a:spcPct val="100000"/>
              </a:lnSpc>
              <a:spcBef>
                <a:spcPts val="100"/>
              </a:spcBef>
            </a:pPr>
            <a:r>
              <a:rPr sz="4400" dirty="0"/>
              <a:t>The</a:t>
            </a:r>
            <a:r>
              <a:rPr sz="4400" spc="-105" dirty="0"/>
              <a:t> </a:t>
            </a:r>
            <a:r>
              <a:rPr sz="4400" dirty="0"/>
              <a:t>PL/SQL</a:t>
            </a:r>
            <a:r>
              <a:rPr sz="4400" spc="-229" dirty="0"/>
              <a:t> </a:t>
            </a:r>
            <a:r>
              <a:rPr sz="4400" spc="-10" dirty="0"/>
              <a:t>Literals</a:t>
            </a:r>
            <a:endParaRPr sz="4400"/>
          </a:p>
        </p:txBody>
      </p:sp>
      <p:sp>
        <p:nvSpPr>
          <p:cNvPr id="3" name="object 3"/>
          <p:cNvSpPr txBox="1"/>
          <p:nvPr/>
        </p:nvSpPr>
        <p:spPr>
          <a:xfrm>
            <a:off x="535940" y="2240407"/>
            <a:ext cx="2423795" cy="330835"/>
          </a:xfrm>
          <a:prstGeom prst="rect">
            <a:avLst/>
          </a:prstGeom>
        </p:spPr>
        <p:txBody>
          <a:bodyPr vert="horz" wrap="square" lIns="0" tIns="13335" rIns="0" bIns="0" rtlCol="0">
            <a:spAutoFit/>
          </a:bodyPr>
          <a:lstStyle/>
          <a:p>
            <a:pPr marL="354965" indent="-342265">
              <a:lnSpc>
                <a:spcPct val="100000"/>
              </a:lnSpc>
              <a:spcBef>
                <a:spcPts val="105"/>
              </a:spcBef>
              <a:buFont typeface="Trebuchet MS" panose="020B0603020202020204"/>
              <a:buChar char="•"/>
              <a:tabLst>
                <a:tab pos="354965" algn="l"/>
              </a:tabLst>
            </a:pPr>
            <a:r>
              <a:rPr sz="2000" b="1" dirty="0">
                <a:latin typeface="Trebuchet MS" panose="020B0603020202020204"/>
                <a:cs typeface="Trebuchet MS" panose="020B0603020202020204"/>
              </a:rPr>
              <a:t>Numeric</a:t>
            </a:r>
            <a:r>
              <a:rPr sz="2000" b="1" spc="-50" dirty="0">
                <a:latin typeface="Trebuchet MS" panose="020B0603020202020204"/>
                <a:cs typeface="Trebuchet MS" panose="020B0603020202020204"/>
              </a:rPr>
              <a:t> </a:t>
            </a:r>
            <a:r>
              <a:rPr sz="2000" b="1" spc="-10" dirty="0">
                <a:latin typeface="Trebuchet MS" panose="020B0603020202020204"/>
                <a:cs typeface="Trebuchet MS" panose="020B0603020202020204"/>
              </a:rPr>
              <a:t>Literals:</a:t>
            </a:r>
            <a:endParaRPr sz="2000">
              <a:latin typeface="Trebuchet MS" panose="020B0603020202020204"/>
              <a:cs typeface="Trebuchet MS" panose="020B0603020202020204"/>
            </a:endParaRPr>
          </a:p>
        </p:txBody>
      </p:sp>
      <p:graphicFrame>
        <p:nvGraphicFramePr>
          <p:cNvPr id="4" name="object 4"/>
          <p:cNvGraphicFramePr>
            <a:graphicFrameLocks noGrp="1"/>
          </p:cNvGraphicFramePr>
          <p:nvPr/>
        </p:nvGraphicFramePr>
        <p:xfrm>
          <a:off x="516890" y="2786801"/>
          <a:ext cx="5853430" cy="1330960"/>
        </p:xfrm>
        <a:graphic>
          <a:graphicData uri="http://schemas.openxmlformats.org/drawingml/2006/table">
            <a:tbl>
              <a:tblPr firstRow="1" bandRow="1">
                <a:tableStyleId>{2D5ABB26-0587-4C30-8999-92F81FD0307C}</a:tableStyleId>
              </a:tblPr>
              <a:tblGrid>
                <a:gridCol w="869950"/>
                <a:gridCol w="780414"/>
                <a:gridCol w="961389"/>
                <a:gridCol w="1068704"/>
                <a:gridCol w="668020"/>
                <a:gridCol w="1428750"/>
              </a:tblGrid>
              <a:tr h="406400">
                <a:tc>
                  <a:txBody>
                    <a:bodyPr/>
                    <a:lstStyle/>
                    <a:p>
                      <a:pPr marL="31750">
                        <a:lnSpc>
                          <a:spcPts val="2280"/>
                        </a:lnSpc>
                      </a:pPr>
                      <a:r>
                        <a:rPr sz="2000" spc="-25" dirty="0">
                          <a:latin typeface="Trebuchet MS" panose="020B0603020202020204"/>
                          <a:cs typeface="Trebuchet MS" panose="020B0603020202020204"/>
                        </a:rPr>
                        <a:t>25</a:t>
                      </a:r>
                      <a:endParaRPr sz="2000">
                        <a:latin typeface="Trebuchet MS" panose="020B0603020202020204"/>
                        <a:cs typeface="Trebuchet MS" panose="020B0603020202020204"/>
                      </a:endParaRPr>
                    </a:p>
                  </a:txBody>
                  <a:tcPr marL="0" marR="0" marT="0" marB="0"/>
                </a:tc>
                <a:tc>
                  <a:txBody>
                    <a:bodyPr/>
                    <a:lstStyle/>
                    <a:p>
                      <a:pPr marL="75565">
                        <a:lnSpc>
                          <a:spcPts val="2280"/>
                        </a:lnSpc>
                      </a:pPr>
                      <a:r>
                        <a:rPr sz="2000" spc="-20" dirty="0">
                          <a:latin typeface="Trebuchet MS" panose="020B0603020202020204"/>
                          <a:cs typeface="Trebuchet MS" panose="020B0603020202020204"/>
                        </a:rPr>
                        <a:t>6.34</a:t>
                      </a:r>
                      <a:endParaRPr sz="2000">
                        <a:latin typeface="Trebuchet MS" panose="020B0603020202020204"/>
                        <a:cs typeface="Trebuchet MS" panose="020B0603020202020204"/>
                      </a:endParaRPr>
                    </a:p>
                  </a:txBody>
                  <a:tcPr marL="0" marR="0" marT="0" marB="0"/>
                </a:tc>
                <a:tc>
                  <a:txBody>
                    <a:bodyPr/>
                    <a:lstStyle/>
                    <a:p>
                      <a:pPr marL="209550">
                        <a:lnSpc>
                          <a:spcPts val="2280"/>
                        </a:lnSpc>
                      </a:pPr>
                      <a:r>
                        <a:rPr sz="2000" spc="-25" dirty="0">
                          <a:latin typeface="Trebuchet MS" panose="020B0603020202020204"/>
                          <a:cs typeface="Trebuchet MS" panose="020B0603020202020204"/>
                        </a:rPr>
                        <a:t>7g2</a:t>
                      </a:r>
                      <a:endParaRPr sz="2000">
                        <a:latin typeface="Trebuchet MS" panose="020B0603020202020204"/>
                        <a:cs typeface="Trebuchet MS" panose="020B0603020202020204"/>
                      </a:endParaRPr>
                    </a:p>
                  </a:txBody>
                  <a:tcPr marL="0" marR="0" marT="0" marB="0"/>
                </a:tc>
                <a:tc>
                  <a:txBody>
                    <a:bodyPr/>
                    <a:lstStyle/>
                    <a:p>
                      <a:pPr marL="163195">
                        <a:lnSpc>
                          <a:spcPts val="2280"/>
                        </a:lnSpc>
                      </a:pPr>
                      <a:r>
                        <a:rPr sz="2000" spc="-25" dirty="0">
                          <a:latin typeface="Trebuchet MS" panose="020B0603020202020204"/>
                          <a:cs typeface="Trebuchet MS" panose="020B0603020202020204"/>
                        </a:rPr>
                        <a:t>.1</a:t>
                      </a:r>
                      <a:endParaRPr sz="2000">
                        <a:latin typeface="Trebuchet MS" panose="020B0603020202020204"/>
                        <a:cs typeface="Trebuchet MS" panose="020B0603020202020204"/>
                      </a:endParaRPr>
                    </a:p>
                  </a:txBody>
                  <a:tcPr marL="0" marR="0" marT="0" marB="0"/>
                </a:tc>
                <a:tc>
                  <a:txBody>
                    <a:bodyPr/>
                    <a:lstStyle/>
                    <a:p>
                      <a:pPr marL="8890">
                        <a:lnSpc>
                          <a:spcPts val="2280"/>
                        </a:lnSpc>
                      </a:pPr>
                      <a:r>
                        <a:rPr sz="2000" spc="-25" dirty="0">
                          <a:latin typeface="Trebuchet MS" panose="020B0603020202020204"/>
                          <a:cs typeface="Trebuchet MS" panose="020B0603020202020204"/>
                        </a:rPr>
                        <a:t>+17</a:t>
                      </a:r>
                      <a:endParaRPr sz="2000">
                        <a:latin typeface="Trebuchet MS" panose="020B0603020202020204"/>
                        <a:cs typeface="Trebuchet MS" panose="020B0603020202020204"/>
                      </a:endParaRPr>
                    </a:p>
                  </a:txBody>
                  <a:tcPr marL="0" marR="0" marT="0" marB="0"/>
                </a:tc>
                <a:tc>
                  <a:txBody>
                    <a:bodyPr/>
                    <a:lstStyle/>
                    <a:p>
                      <a:pPr marR="24130" algn="r">
                        <a:lnSpc>
                          <a:spcPts val="2280"/>
                        </a:lnSpc>
                      </a:pPr>
                      <a:r>
                        <a:rPr sz="2000" spc="-20" dirty="0">
                          <a:latin typeface="Trebuchet MS" panose="020B0603020202020204"/>
                          <a:cs typeface="Trebuchet MS" panose="020B0603020202020204"/>
                        </a:rPr>
                        <a:t>-</a:t>
                      </a:r>
                      <a:r>
                        <a:rPr sz="2000" spc="-60" dirty="0">
                          <a:latin typeface="Trebuchet MS" panose="020B0603020202020204"/>
                          <a:cs typeface="Trebuchet MS" panose="020B0603020202020204"/>
                        </a:rPr>
                        <a:t>5</a:t>
                      </a:r>
                      <a:endParaRPr sz="2000">
                        <a:latin typeface="Trebuchet MS" panose="020B0603020202020204"/>
                        <a:cs typeface="Trebuchet MS" panose="020B0603020202020204"/>
                      </a:endParaRPr>
                    </a:p>
                  </a:txBody>
                  <a:tcPr marL="0" marR="0" marT="0" marB="0"/>
                </a:tc>
              </a:tr>
              <a:tr h="518159">
                <a:tc>
                  <a:txBody>
                    <a:bodyPr/>
                    <a:lstStyle/>
                    <a:p>
                      <a:pPr marL="31750">
                        <a:lnSpc>
                          <a:spcPct val="100000"/>
                        </a:lnSpc>
                        <a:spcBef>
                          <a:spcPts val="755"/>
                        </a:spcBef>
                      </a:pPr>
                      <a:r>
                        <a:rPr sz="2000" spc="-25" dirty="0">
                          <a:latin typeface="Trebuchet MS" panose="020B0603020202020204"/>
                          <a:cs typeface="Trebuchet MS" panose="020B0603020202020204"/>
                        </a:rPr>
                        <a:t>050</a:t>
                      </a:r>
                      <a:endParaRPr sz="2000">
                        <a:latin typeface="Trebuchet MS" panose="020B0603020202020204"/>
                        <a:cs typeface="Trebuchet MS" panose="020B0603020202020204"/>
                      </a:endParaRPr>
                    </a:p>
                  </a:txBody>
                  <a:tcPr marL="0" marR="0" marT="95885" marB="0"/>
                </a:tc>
                <a:tc>
                  <a:txBody>
                    <a:bodyPr/>
                    <a:lstStyle/>
                    <a:p>
                      <a:pPr marL="75565">
                        <a:lnSpc>
                          <a:spcPct val="100000"/>
                        </a:lnSpc>
                        <a:spcBef>
                          <a:spcPts val="755"/>
                        </a:spcBef>
                      </a:pPr>
                      <a:r>
                        <a:rPr sz="2000" spc="-25" dirty="0">
                          <a:latin typeface="Trebuchet MS" panose="020B0603020202020204"/>
                          <a:cs typeface="Trebuchet MS" panose="020B0603020202020204"/>
                        </a:rPr>
                        <a:t>78</a:t>
                      </a:r>
                      <a:endParaRPr sz="2000">
                        <a:latin typeface="Trebuchet MS" panose="020B0603020202020204"/>
                        <a:cs typeface="Trebuchet MS" panose="020B0603020202020204"/>
                      </a:endParaRPr>
                    </a:p>
                  </a:txBody>
                  <a:tcPr marL="0" marR="0" marT="95885" marB="0"/>
                </a:tc>
                <a:tc>
                  <a:txBody>
                    <a:bodyPr/>
                    <a:lstStyle/>
                    <a:p>
                      <a:pPr marL="209550">
                        <a:lnSpc>
                          <a:spcPct val="100000"/>
                        </a:lnSpc>
                        <a:spcBef>
                          <a:spcPts val="755"/>
                        </a:spcBef>
                      </a:pPr>
                      <a:r>
                        <a:rPr sz="2000" spc="-20" dirty="0">
                          <a:latin typeface="Trebuchet MS" panose="020B0603020202020204"/>
                          <a:cs typeface="Trebuchet MS" panose="020B0603020202020204"/>
                        </a:rPr>
                        <a:t>-</a:t>
                      </a:r>
                      <a:r>
                        <a:rPr sz="2000" spc="-35" dirty="0">
                          <a:latin typeface="Trebuchet MS" panose="020B0603020202020204"/>
                          <a:cs typeface="Trebuchet MS" panose="020B0603020202020204"/>
                        </a:rPr>
                        <a:t>14</a:t>
                      </a:r>
                      <a:endParaRPr sz="2000">
                        <a:latin typeface="Trebuchet MS" panose="020B0603020202020204"/>
                        <a:cs typeface="Trebuchet MS" panose="020B0603020202020204"/>
                      </a:endParaRPr>
                    </a:p>
                  </a:txBody>
                  <a:tcPr marL="0" marR="0" marT="95885" marB="0"/>
                </a:tc>
                <a:tc>
                  <a:txBody>
                    <a:bodyPr/>
                    <a:lstStyle/>
                    <a:p>
                      <a:pPr marL="163195">
                        <a:lnSpc>
                          <a:spcPct val="100000"/>
                        </a:lnSpc>
                        <a:spcBef>
                          <a:spcPts val="755"/>
                        </a:spcBef>
                      </a:pPr>
                      <a:r>
                        <a:rPr sz="2000" spc="-50" dirty="0">
                          <a:latin typeface="Trebuchet MS" panose="020B0603020202020204"/>
                          <a:cs typeface="Trebuchet MS" panose="020B0603020202020204"/>
                        </a:rPr>
                        <a:t>0</a:t>
                      </a:r>
                      <a:endParaRPr sz="2000">
                        <a:latin typeface="Trebuchet MS" panose="020B0603020202020204"/>
                        <a:cs typeface="Trebuchet MS" panose="020B0603020202020204"/>
                      </a:endParaRPr>
                    </a:p>
                  </a:txBody>
                  <a:tcPr marL="0" marR="0" marT="95885" marB="0"/>
                </a:tc>
                <a:tc>
                  <a:txBody>
                    <a:bodyPr/>
                    <a:lstStyle/>
                    <a:p>
                      <a:pPr>
                        <a:lnSpc>
                          <a:spcPct val="100000"/>
                        </a:lnSpc>
                      </a:pPr>
                      <a:endParaRPr sz="2300">
                        <a:latin typeface="Times New Roman" panose="02020603050405020304"/>
                        <a:cs typeface="Times New Roman" panose="02020603050405020304"/>
                      </a:endParaRPr>
                    </a:p>
                  </a:txBody>
                  <a:tcPr marL="0" marR="0" marT="0" marB="0"/>
                </a:tc>
                <a:tc>
                  <a:txBody>
                    <a:bodyPr/>
                    <a:lstStyle/>
                    <a:p>
                      <a:pPr marL="255905">
                        <a:lnSpc>
                          <a:spcPct val="100000"/>
                        </a:lnSpc>
                        <a:spcBef>
                          <a:spcPts val="755"/>
                        </a:spcBef>
                      </a:pPr>
                      <a:r>
                        <a:rPr sz="2000" spc="-10" dirty="0">
                          <a:latin typeface="Trebuchet MS" panose="020B0603020202020204"/>
                          <a:cs typeface="Trebuchet MS" panose="020B0603020202020204"/>
                        </a:rPr>
                        <a:t>+32767</a:t>
                      </a:r>
                      <a:endParaRPr sz="2000">
                        <a:latin typeface="Trebuchet MS" panose="020B0603020202020204"/>
                        <a:cs typeface="Trebuchet MS" panose="020B0603020202020204"/>
                      </a:endParaRPr>
                    </a:p>
                  </a:txBody>
                  <a:tcPr marL="0" marR="0" marT="95885" marB="0"/>
                </a:tc>
              </a:tr>
              <a:tr h="406400">
                <a:tc>
                  <a:txBody>
                    <a:bodyPr/>
                    <a:lstStyle/>
                    <a:p>
                      <a:pPr marL="31750">
                        <a:lnSpc>
                          <a:spcPts val="2345"/>
                        </a:lnSpc>
                        <a:spcBef>
                          <a:spcPts val="760"/>
                        </a:spcBef>
                      </a:pPr>
                      <a:r>
                        <a:rPr sz="2000" spc="-10" dirty="0">
                          <a:latin typeface="Trebuchet MS" panose="020B0603020202020204"/>
                          <a:cs typeface="Trebuchet MS" panose="020B0603020202020204"/>
                        </a:rPr>
                        <a:t>6.6667</a:t>
                      </a:r>
                      <a:endParaRPr sz="2000">
                        <a:latin typeface="Trebuchet MS" panose="020B0603020202020204"/>
                        <a:cs typeface="Trebuchet MS" panose="020B0603020202020204"/>
                      </a:endParaRPr>
                    </a:p>
                  </a:txBody>
                  <a:tcPr marL="0" marR="0" marT="96520" marB="0"/>
                </a:tc>
                <a:tc>
                  <a:txBody>
                    <a:bodyPr/>
                    <a:lstStyle/>
                    <a:p>
                      <a:pPr marL="75565">
                        <a:lnSpc>
                          <a:spcPts val="2345"/>
                        </a:lnSpc>
                        <a:spcBef>
                          <a:spcPts val="760"/>
                        </a:spcBef>
                      </a:pPr>
                      <a:r>
                        <a:rPr sz="2000" spc="-25" dirty="0">
                          <a:latin typeface="Trebuchet MS" panose="020B0603020202020204"/>
                          <a:cs typeface="Trebuchet MS" panose="020B0603020202020204"/>
                        </a:rPr>
                        <a:t>0.0</a:t>
                      </a:r>
                      <a:endParaRPr sz="2000">
                        <a:latin typeface="Trebuchet MS" panose="020B0603020202020204"/>
                        <a:cs typeface="Trebuchet MS" panose="020B0603020202020204"/>
                      </a:endParaRPr>
                    </a:p>
                  </a:txBody>
                  <a:tcPr marL="0" marR="0" marT="96520" marB="0"/>
                </a:tc>
                <a:tc>
                  <a:txBody>
                    <a:bodyPr/>
                    <a:lstStyle/>
                    <a:p>
                      <a:pPr marL="209550">
                        <a:lnSpc>
                          <a:spcPts val="2345"/>
                        </a:lnSpc>
                        <a:spcBef>
                          <a:spcPts val="760"/>
                        </a:spcBef>
                      </a:pPr>
                      <a:r>
                        <a:rPr sz="2000" spc="-20" dirty="0">
                          <a:latin typeface="Trebuchet MS" panose="020B0603020202020204"/>
                          <a:cs typeface="Trebuchet MS" panose="020B0603020202020204"/>
                        </a:rPr>
                        <a:t>-12.0</a:t>
                      </a:r>
                      <a:endParaRPr sz="2000">
                        <a:latin typeface="Trebuchet MS" panose="020B0603020202020204"/>
                        <a:cs typeface="Trebuchet MS" panose="020B0603020202020204"/>
                      </a:endParaRPr>
                    </a:p>
                  </a:txBody>
                  <a:tcPr marL="0" marR="0" marT="96520" marB="0"/>
                </a:tc>
                <a:tc>
                  <a:txBody>
                    <a:bodyPr/>
                    <a:lstStyle/>
                    <a:p>
                      <a:pPr marL="163195">
                        <a:lnSpc>
                          <a:spcPts val="2345"/>
                        </a:lnSpc>
                        <a:spcBef>
                          <a:spcPts val="760"/>
                        </a:spcBef>
                      </a:pPr>
                      <a:r>
                        <a:rPr sz="2000" spc="-10" dirty="0">
                          <a:latin typeface="Trebuchet MS" panose="020B0603020202020204"/>
                          <a:cs typeface="Trebuchet MS" panose="020B0603020202020204"/>
                        </a:rPr>
                        <a:t>3.14159</a:t>
                      </a:r>
                      <a:endParaRPr sz="2000">
                        <a:latin typeface="Trebuchet MS" panose="020B0603020202020204"/>
                        <a:cs typeface="Trebuchet MS" panose="020B0603020202020204"/>
                      </a:endParaRPr>
                    </a:p>
                  </a:txBody>
                  <a:tcPr marL="0" marR="0" marT="96520" marB="0"/>
                </a:tc>
                <a:tc>
                  <a:txBody>
                    <a:bodyPr/>
                    <a:lstStyle/>
                    <a:p>
                      <a:pPr>
                        <a:lnSpc>
                          <a:spcPct val="100000"/>
                        </a:lnSpc>
                      </a:pPr>
                      <a:endParaRPr sz="2300">
                        <a:latin typeface="Times New Roman" panose="02020603050405020304"/>
                        <a:cs typeface="Times New Roman" panose="02020603050405020304"/>
                      </a:endParaRPr>
                    </a:p>
                  </a:txBody>
                  <a:tcPr marL="0" marR="0" marT="0" marB="0"/>
                </a:tc>
                <a:tc>
                  <a:txBody>
                    <a:bodyPr/>
                    <a:lstStyle/>
                    <a:p>
                      <a:pPr marL="255905">
                        <a:lnSpc>
                          <a:spcPts val="2345"/>
                        </a:lnSpc>
                        <a:spcBef>
                          <a:spcPts val="760"/>
                        </a:spcBef>
                      </a:pPr>
                      <a:r>
                        <a:rPr sz="2000" spc="-10" dirty="0">
                          <a:latin typeface="Trebuchet MS" panose="020B0603020202020204"/>
                          <a:cs typeface="Trebuchet MS" panose="020B0603020202020204"/>
                        </a:rPr>
                        <a:t>+7800.00</a:t>
                      </a:r>
                      <a:endParaRPr sz="2000">
                        <a:latin typeface="Trebuchet MS" panose="020B0603020202020204"/>
                        <a:cs typeface="Trebuchet MS" panose="020B0603020202020204"/>
                      </a:endParaRPr>
                    </a:p>
                  </a:txBody>
                  <a:tcPr marL="0" marR="0" marT="96520" marB="0"/>
                </a:tc>
              </a:tr>
            </a:tbl>
          </a:graphicData>
        </a:graphic>
      </p:graphicFrame>
      <p:sp>
        <p:nvSpPr>
          <p:cNvPr id="5" name="object 5"/>
          <p:cNvSpPr txBox="1"/>
          <p:nvPr/>
        </p:nvSpPr>
        <p:spPr>
          <a:xfrm>
            <a:off x="548640" y="5349951"/>
            <a:ext cx="232410" cy="330835"/>
          </a:xfrm>
          <a:prstGeom prst="rect">
            <a:avLst/>
          </a:prstGeom>
        </p:spPr>
        <p:txBody>
          <a:bodyPr vert="horz" wrap="square" lIns="0" tIns="12700" rIns="0" bIns="0" rtlCol="0">
            <a:spAutoFit/>
          </a:bodyPr>
          <a:lstStyle/>
          <a:p>
            <a:pPr>
              <a:lnSpc>
                <a:spcPct val="100000"/>
              </a:lnSpc>
              <a:spcBef>
                <a:spcPts val="100"/>
              </a:spcBef>
            </a:pPr>
            <a:r>
              <a:rPr sz="2000" spc="-25" dirty="0">
                <a:latin typeface="Trebuchet MS" panose="020B0603020202020204"/>
                <a:cs typeface="Trebuchet MS" panose="020B0603020202020204"/>
              </a:rPr>
              <a:t>'A'</a:t>
            </a:r>
            <a:endParaRPr sz="2000">
              <a:latin typeface="Trebuchet MS" panose="020B0603020202020204"/>
              <a:cs typeface="Trebuchet MS" panose="020B0603020202020204"/>
            </a:endParaRPr>
          </a:p>
        </p:txBody>
      </p:sp>
      <p:sp>
        <p:nvSpPr>
          <p:cNvPr id="6" name="object 6"/>
          <p:cNvSpPr txBox="1"/>
          <p:nvPr/>
        </p:nvSpPr>
        <p:spPr>
          <a:xfrm>
            <a:off x="548640" y="4831460"/>
            <a:ext cx="2477770" cy="849630"/>
          </a:xfrm>
          <a:prstGeom prst="rect">
            <a:avLst/>
          </a:prstGeom>
        </p:spPr>
        <p:txBody>
          <a:bodyPr vert="horz" wrap="square" lIns="0" tIns="12700" rIns="0" bIns="0" rtlCol="0">
            <a:spAutoFit/>
          </a:bodyPr>
          <a:lstStyle/>
          <a:p>
            <a:pPr marL="342265" indent="-342265">
              <a:lnSpc>
                <a:spcPct val="100000"/>
              </a:lnSpc>
              <a:spcBef>
                <a:spcPts val="100"/>
              </a:spcBef>
              <a:buFont typeface="Trebuchet MS" panose="020B0603020202020204"/>
              <a:buChar char="•"/>
              <a:tabLst>
                <a:tab pos="342265" algn="l"/>
              </a:tabLst>
            </a:pPr>
            <a:r>
              <a:rPr sz="2000" b="1" dirty="0">
                <a:latin typeface="Trebuchet MS" panose="020B0603020202020204"/>
                <a:cs typeface="Trebuchet MS" panose="020B0603020202020204"/>
              </a:rPr>
              <a:t>Character</a:t>
            </a:r>
            <a:r>
              <a:rPr sz="2000" b="1" spc="-145" dirty="0">
                <a:latin typeface="Trebuchet MS" panose="020B0603020202020204"/>
                <a:cs typeface="Trebuchet MS" panose="020B0603020202020204"/>
              </a:rPr>
              <a:t> </a:t>
            </a:r>
            <a:r>
              <a:rPr sz="2000" b="1" spc="-10" dirty="0">
                <a:latin typeface="Trebuchet MS" panose="020B0603020202020204"/>
                <a:cs typeface="Trebuchet MS" panose="020B0603020202020204"/>
              </a:rPr>
              <a:t>Literals</a:t>
            </a:r>
            <a:endParaRPr sz="2000">
              <a:latin typeface="Trebuchet MS" panose="020B0603020202020204"/>
              <a:cs typeface="Trebuchet MS" panose="020B0603020202020204"/>
            </a:endParaRPr>
          </a:p>
          <a:p>
            <a:pPr marR="406400" algn="r">
              <a:lnSpc>
                <a:spcPct val="100000"/>
              </a:lnSpc>
              <a:spcBef>
                <a:spcPts val="1685"/>
              </a:spcBef>
            </a:pPr>
            <a:r>
              <a:rPr sz="2000" spc="-25" dirty="0">
                <a:latin typeface="Trebuchet MS" panose="020B0603020202020204"/>
                <a:cs typeface="Trebuchet MS" panose="020B0603020202020204"/>
              </a:rPr>
              <a:t>'%'</a:t>
            </a:r>
            <a:endParaRPr sz="2000">
              <a:latin typeface="Trebuchet MS" panose="020B0603020202020204"/>
              <a:cs typeface="Trebuchet MS" panose="020B0603020202020204"/>
            </a:endParaRPr>
          </a:p>
        </p:txBody>
      </p:sp>
      <p:sp>
        <p:nvSpPr>
          <p:cNvPr id="7" name="object 7"/>
          <p:cNvSpPr txBox="1"/>
          <p:nvPr/>
        </p:nvSpPr>
        <p:spPr>
          <a:xfrm>
            <a:off x="4194175" y="5349951"/>
            <a:ext cx="305435" cy="330835"/>
          </a:xfrm>
          <a:prstGeom prst="rect">
            <a:avLst/>
          </a:prstGeom>
        </p:spPr>
        <p:txBody>
          <a:bodyPr vert="horz" wrap="square" lIns="0" tIns="12700" rIns="0" bIns="0" rtlCol="0">
            <a:spAutoFit/>
          </a:bodyPr>
          <a:lstStyle/>
          <a:p>
            <a:pPr marL="12700">
              <a:lnSpc>
                <a:spcPct val="100000"/>
              </a:lnSpc>
              <a:spcBef>
                <a:spcPts val="100"/>
              </a:spcBef>
            </a:pPr>
            <a:r>
              <a:rPr sz="2000" spc="-25" dirty="0">
                <a:latin typeface="Trebuchet MS" panose="020B0603020202020204"/>
                <a:cs typeface="Trebuchet MS" panose="020B0603020202020204"/>
              </a:rPr>
              <a:t>‘*’</a:t>
            </a:r>
            <a:endParaRPr sz="2000">
              <a:latin typeface="Trebuchet MS" panose="020B0603020202020204"/>
              <a:cs typeface="Trebuchet MS" panose="020B0603020202020204"/>
            </a:endParaRPr>
          </a:p>
        </p:txBody>
      </p:sp>
      <p:sp>
        <p:nvSpPr>
          <p:cNvPr id="8" name="object 8"/>
          <p:cNvSpPr txBox="1"/>
          <p:nvPr/>
        </p:nvSpPr>
        <p:spPr>
          <a:xfrm>
            <a:off x="6023228" y="5349951"/>
            <a:ext cx="227965" cy="330835"/>
          </a:xfrm>
          <a:prstGeom prst="rect">
            <a:avLst/>
          </a:prstGeom>
        </p:spPr>
        <p:txBody>
          <a:bodyPr vert="horz" wrap="square" lIns="0" tIns="12700" rIns="0" bIns="0" rtlCol="0">
            <a:spAutoFit/>
          </a:bodyPr>
          <a:lstStyle/>
          <a:p>
            <a:pPr marL="12700">
              <a:lnSpc>
                <a:spcPct val="100000"/>
              </a:lnSpc>
              <a:spcBef>
                <a:spcPts val="100"/>
              </a:spcBef>
            </a:pPr>
            <a:r>
              <a:rPr sz="2000" spc="-25" dirty="0">
                <a:latin typeface="Trebuchet MS" panose="020B0603020202020204"/>
                <a:cs typeface="Trebuchet MS" panose="020B0603020202020204"/>
              </a:rPr>
              <a:t>'z'</a:t>
            </a:r>
            <a:endParaRPr sz="2000">
              <a:latin typeface="Trebuchet MS" panose="020B0603020202020204"/>
              <a:cs typeface="Trebuchet MS" panose="020B0603020202020204"/>
            </a:endParaRPr>
          </a:p>
        </p:txBody>
      </p:sp>
      <p:sp>
        <p:nvSpPr>
          <p:cNvPr id="9" name="object 9"/>
          <p:cNvSpPr txBox="1"/>
          <p:nvPr/>
        </p:nvSpPr>
        <p:spPr>
          <a:xfrm>
            <a:off x="7852409" y="5349951"/>
            <a:ext cx="200660" cy="330835"/>
          </a:xfrm>
          <a:prstGeom prst="rect">
            <a:avLst/>
          </a:prstGeom>
        </p:spPr>
        <p:txBody>
          <a:bodyPr vert="horz" wrap="square" lIns="0" tIns="12700" rIns="0" bIns="0" rtlCol="0">
            <a:spAutoFit/>
          </a:bodyPr>
          <a:lstStyle/>
          <a:p>
            <a:pPr marL="12700">
              <a:lnSpc>
                <a:spcPct val="100000"/>
              </a:lnSpc>
              <a:spcBef>
                <a:spcPts val="100"/>
              </a:spcBef>
            </a:pPr>
            <a:r>
              <a:rPr sz="2000" spc="-25" dirty="0">
                <a:latin typeface="Trebuchet MS" panose="020B0603020202020204"/>
                <a:cs typeface="Trebuchet MS" panose="020B0603020202020204"/>
              </a:rPr>
              <a:t>'('</a:t>
            </a:r>
            <a:endParaRPr sz="2000">
              <a:latin typeface="Trebuchet MS" panose="020B0603020202020204"/>
              <a:cs typeface="Trebuchet MS" panose="020B0603020202020204"/>
            </a:endParaRPr>
          </a:p>
        </p:txBody>
      </p:sp>
      <p:sp>
        <p:nvSpPr>
          <p:cNvPr id="10" name="object 10"/>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38</a:t>
            </a:r>
            <a:endParaRPr sz="1400">
              <a:latin typeface="Arial MT"/>
              <a:cs typeface="Arial M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1972310">
              <a:lnSpc>
                <a:spcPct val="100000"/>
              </a:lnSpc>
              <a:spcBef>
                <a:spcPts val="100"/>
              </a:spcBef>
            </a:pPr>
            <a:r>
              <a:rPr sz="4400" dirty="0"/>
              <a:t>The</a:t>
            </a:r>
            <a:r>
              <a:rPr sz="4400" spc="-105" dirty="0"/>
              <a:t> </a:t>
            </a:r>
            <a:r>
              <a:rPr sz="4400" dirty="0"/>
              <a:t>PL/SQL</a:t>
            </a:r>
            <a:r>
              <a:rPr sz="4400" spc="-229" dirty="0"/>
              <a:t> </a:t>
            </a:r>
            <a:r>
              <a:rPr sz="4400" spc="-10" dirty="0"/>
              <a:t>Literals</a:t>
            </a:r>
            <a:endParaRPr sz="4400"/>
          </a:p>
        </p:txBody>
      </p:sp>
      <p:sp>
        <p:nvSpPr>
          <p:cNvPr id="3" name="object 3"/>
          <p:cNvSpPr txBox="1"/>
          <p:nvPr/>
        </p:nvSpPr>
        <p:spPr>
          <a:xfrm>
            <a:off x="535940" y="1545081"/>
            <a:ext cx="2979420" cy="4485005"/>
          </a:xfrm>
          <a:prstGeom prst="rect">
            <a:avLst/>
          </a:prstGeom>
        </p:spPr>
        <p:txBody>
          <a:bodyPr vert="horz" wrap="square" lIns="0" tIns="12065" rIns="0" bIns="0" rtlCol="0">
            <a:spAutoFit/>
          </a:bodyPr>
          <a:lstStyle/>
          <a:p>
            <a:pPr marL="354965" indent="-342265">
              <a:lnSpc>
                <a:spcPct val="100000"/>
              </a:lnSpc>
              <a:spcBef>
                <a:spcPts val="95"/>
              </a:spcBef>
              <a:buFont typeface="Wingdings" panose="05000000000000000000"/>
              <a:buChar char=""/>
              <a:tabLst>
                <a:tab pos="354965" algn="l"/>
              </a:tabLst>
            </a:pPr>
            <a:r>
              <a:rPr sz="1900" b="1" dirty="0">
                <a:latin typeface="Trebuchet MS" panose="020B0603020202020204"/>
                <a:cs typeface="Trebuchet MS" panose="020B0603020202020204"/>
              </a:rPr>
              <a:t>String</a:t>
            </a:r>
            <a:r>
              <a:rPr sz="1900" b="1" spc="-65" dirty="0">
                <a:latin typeface="Trebuchet MS" panose="020B0603020202020204"/>
                <a:cs typeface="Trebuchet MS" panose="020B0603020202020204"/>
              </a:rPr>
              <a:t> </a:t>
            </a:r>
            <a:r>
              <a:rPr sz="1900" b="1" spc="-10" dirty="0">
                <a:latin typeface="Trebuchet MS" panose="020B0603020202020204"/>
                <a:cs typeface="Trebuchet MS" panose="020B0603020202020204"/>
              </a:rPr>
              <a:t>Literals</a:t>
            </a:r>
            <a:endParaRPr sz="1900">
              <a:latin typeface="Trebuchet MS" panose="020B0603020202020204"/>
              <a:cs typeface="Trebuchet MS" panose="020B0603020202020204"/>
            </a:endParaRPr>
          </a:p>
          <a:p>
            <a:pPr marL="354965" indent="-342265">
              <a:lnSpc>
                <a:spcPct val="100000"/>
              </a:lnSpc>
              <a:spcBef>
                <a:spcPts val="1370"/>
              </a:spcBef>
              <a:buFont typeface="Wingdings" panose="05000000000000000000"/>
              <a:buChar char=""/>
              <a:tabLst>
                <a:tab pos="354965" algn="l"/>
              </a:tabLst>
            </a:pPr>
            <a:r>
              <a:rPr sz="1900" dirty="0">
                <a:latin typeface="Trebuchet MS" panose="020B0603020202020204"/>
                <a:cs typeface="Trebuchet MS" panose="020B0603020202020204"/>
              </a:rPr>
              <a:t>'Hello,</a:t>
            </a:r>
            <a:r>
              <a:rPr sz="1900" spc="-40" dirty="0">
                <a:latin typeface="Trebuchet MS" panose="020B0603020202020204"/>
                <a:cs typeface="Trebuchet MS" panose="020B0603020202020204"/>
              </a:rPr>
              <a:t> </a:t>
            </a:r>
            <a:r>
              <a:rPr sz="1900" spc="-10" dirty="0">
                <a:latin typeface="Trebuchet MS" panose="020B0603020202020204"/>
                <a:cs typeface="Trebuchet MS" panose="020B0603020202020204"/>
              </a:rPr>
              <a:t>world!'</a:t>
            </a:r>
            <a:endParaRPr sz="1900">
              <a:latin typeface="Trebuchet MS" panose="020B0603020202020204"/>
              <a:cs typeface="Trebuchet MS" panose="020B0603020202020204"/>
            </a:endParaRPr>
          </a:p>
          <a:p>
            <a:pPr marL="354965" indent="-342265">
              <a:lnSpc>
                <a:spcPct val="100000"/>
              </a:lnSpc>
              <a:spcBef>
                <a:spcPts val="1370"/>
              </a:spcBef>
              <a:buFont typeface="Wingdings" panose="05000000000000000000"/>
              <a:buChar char=""/>
              <a:tabLst>
                <a:tab pos="354965" algn="l"/>
              </a:tabLst>
            </a:pPr>
            <a:r>
              <a:rPr sz="1900" dirty="0">
                <a:latin typeface="Trebuchet MS" panose="020B0603020202020204"/>
                <a:cs typeface="Trebuchet MS" panose="020B0603020202020204"/>
              </a:rPr>
              <a:t>‘Marwadi</a:t>
            </a:r>
            <a:r>
              <a:rPr sz="1900" spc="-85" dirty="0">
                <a:latin typeface="Trebuchet MS" panose="020B0603020202020204"/>
                <a:cs typeface="Trebuchet MS" panose="020B0603020202020204"/>
              </a:rPr>
              <a:t> </a:t>
            </a:r>
            <a:r>
              <a:rPr sz="1900" spc="-10" dirty="0">
                <a:latin typeface="Trebuchet MS" panose="020B0603020202020204"/>
                <a:cs typeface="Trebuchet MS" panose="020B0603020202020204"/>
              </a:rPr>
              <a:t>Univerisity'</a:t>
            </a:r>
            <a:endParaRPr sz="1900">
              <a:latin typeface="Trebuchet MS" panose="020B0603020202020204"/>
              <a:cs typeface="Trebuchet MS" panose="020B0603020202020204"/>
            </a:endParaRPr>
          </a:p>
          <a:p>
            <a:pPr marL="354965" indent="-342265">
              <a:lnSpc>
                <a:spcPct val="100000"/>
              </a:lnSpc>
              <a:spcBef>
                <a:spcPts val="1365"/>
              </a:spcBef>
              <a:buFont typeface="Wingdings" panose="05000000000000000000"/>
              <a:buChar char=""/>
              <a:tabLst>
                <a:tab pos="354965" algn="l"/>
              </a:tabLst>
            </a:pPr>
            <a:r>
              <a:rPr sz="1900" spc="-20" dirty="0">
                <a:latin typeface="Trebuchet MS" panose="020B0603020202020204"/>
                <a:cs typeface="Trebuchet MS" panose="020B0603020202020204"/>
              </a:rPr>
              <a:t>'19-</a:t>
            </a:r>
            <a:r>
              <a:rPr sz="1900" spc="-10" dirty="0">
                <a:latin typeface="Trebuchet MS" panose="020B0603020202020204"/>
                <a:cs typeface="Trebuchet MS" panose="020B0603020202020204"/>
              </a:rPr>
              <a:t>NOV-</a:t>
            </a:r>
            <a:r>
              <a:rPr sz="1900" spc="-25" dirty="0">
                <a:latin typeface="Trebuchet MS" panose="020B0603020202020204"/>
                <a:cs typeface="Trebuchet MS" panose="020B0603020202020204"/>
              </a:rPr>
              <a:t>12'</a:t>
            </a:r>
            <a:endParaRPr sz="1900">
              <a:latin typeface="Trebuchet MS" panose="020B0603020202020204"/>
              <a:cs typeface="Trebuchet MS" panose="020B0603020202020204"/>
            </a:endParaRPr>
          </a:p>
          <a:p>
            <a:pPr>
              <a:lnSpc>
                <a:spcPct val="100000"/>
              </a:lnSpc>
              <a:buFont typeface="Wingdings" panose="05000000000000000000"/>
              <a:buChar char=""/>
            </a:pPr>
            <a:endParaRPr sz="1900">
              <a:latin typeface="Trebuchet MS" panose="020B0603020202020204"/>
              <a:cs typeface="Trebuchet MS" panose="020B0603020202020204"/>
            </a:endParaRPr>
          </a:p>
          <a:p>
            <a:pPr>
              <a:lnSpc>
                <a:spcPct val="100000"/>
              </a:lnSpc>
              <a:spcBef>
                <a:spcPts val="605"/>
              </a:spcBef>
              <a:buFont typeface="Wingdings" panose="05000000000000000000"/>
              <a:buChar char=""/>
            </a:pPr>
            <a:endParaRPr sz="1900">
              <a:latin typeface="Trebuchet MS" panose="020B0603020202020204"/>
              <a:cs typeface="Trebuchet MS" panose="020B0603020202020204"/>
            </a:endParaRPr>
          </a:p>
          <a:p>
            <a:pPr marL="354965" indent="-342265">
              <a:lnSpc>
                <a:spcPct val="100000"/>
              </a:lnSpc>
              <a:buFont typeface="Wingdings" panose="05000000000000000000"/>
              <a:buChar char=""/>
              <a:tabLst>
                <a:tab pos="354965" algn="l"/>
              </a:tabLst>
            </a:pPr>
            <a:r>
              <a:rPr sz="1900" b="1" dirty="0">
                <a:latin typeface="Trebuchet MS" panose="020B0603020202020204"/>
                <a:cs typeface="Trebuchet MS" panose="020B0603020202020204"/>
              </a:rPr>
              <a:t>BOOLEAN</a:t>
            </a:r>
            <a:r>
              <a:rPr sz="1900" b="1" spc="-50" dirty="0">
                <a:latin typeface="Trebuchet MS" panose="020B0603020202020204"/>
                <a:cs typeface="Trebuchet MS" panose="020B0603020202020204"/>
              </a:rPr>
              <a:t> </a:t>
            </a:r>
            <a:r>
              <a:rPr sz="1900" b="1" spc="-10" dirty="0">
                <a:latin typeface="Trebuchet MS" panose="020B0603020202020204"/>
                <a:cs typeface="Trebuchet MS" panose="020B0603020202020204"/>
              </a:rPr>
              <a:t>Literals</a:t>
            </a:r>
            <a:endParaRPr sz="1900">
              <a:latin typeface="Trebuchet MS" panose="020B0603020202020204"/>
              <a:cs typeface="Trebuchet MS" panose="020B0603020202020204"/>
            </a:endParaRPr>
          </a:p>
          <a:p>
            <a:pPr marL="354965" indent="-342265">
              <a:lnSpc>
                <a:spcPct val="100000"/>
              </a:lnSpc>
              <a:spcBef>
                <a:spcPts val="1370"/>
              </a:spcBef>
              <a:buFont typeface="Wingdings" panose="05000000000000000000"/>
              <a:buChar char=""/>
              <a:tabLst>
                <a:tab pos="354965" algn="l"/>
              </a:tabLst>
            </a:pPr>
            <a:r>
              <a:rPr sz="1900" dirty="0">
                <a:latin typeface="Trebuchet MS" panose="020B0603020202020204"/>
                <a:cs typeface="Trebuchet MS" panose="020B0603020202020204"/>
              </a:rPr>
              <a:t>TRUE,</a:t>
            </a:r>
            <a:r>
              <a:rPr sz="1900" spc="-60" dirty="0">
                <a:latin typeface="Trebuchet MS" panose="020B0603020202020204"/>
                <a:cs typeface="Trebuchet MS" panose="020B0603020202020204"/>
              </a:rPr>
              <a:t> </a:t>
            </a:r>
            <a:r>
              <a:rPr sz="1900" spc="-20" dirty="0">
                <a:latin typeface="Trebuchet MS" panose="020B0603020202020204"/>
                <a:cs typeface="Trebuchet MS" panose="020B0603020202020204"/>
              </a:rPr>
              <a:t>FALSE,</a:t>
            </a:r>
            <a:r>
              <a:rPr sz="1900" spc="-55" dirty="0">
                <a:latin typeface="Trebuchet MS" panose="020B0603020202020204"/>
                <a:cs typeface="Trebuchet MS" panose="020B0603020202020204"/>
              </a:rPr>
              <a:t> </a:t>
            </a:r>
            <a:r>
              <a:rPr sz="1900" dirty="0">
                <a:latin typeface="Trebuchet MS" panose="020B0603020202020204"/>
                <a:cs typeface="Trebuchet MS" panose="020B0603020202020204"/>
              </a:rPr>
              <a:t>and</a:t>
            </a:r>
            <a:r>
              <a:rPr sz="1900" spc="-40" dirty="0">
                <a:latin typeface="Trebuchet MS" panose="020B0603020202020204"/>
                <a:cs typeface="Trebuchet MS" panose="020B0603020202020204"/>
              </a:rPr>
              <a:t> </a:t>
            </a:r>
            <a:r>
              <a:rPr sz="1900" spc="-10" dirty="0">
                <a:latin typeface="Trebuchet MS" panose="020B0603020202020204"/>
                <a:cs typeface="Trebuchet MS" panose="020B0603020202020204"/>
              </a:rPr>
              <a:t>NULL.</a:t>
            </a:r>
            <a:endParaRPr sz="1900">
              <a:latin typeface="Trebuchet MS" panose="020B0603020202020204"/>
              <a:cs typeface="Trebuchet MS" panose="020B0603020202020204"/>
            </a:endParaRPr>
          </a:p>
          <a:p>
            <a:pPr>
              <a:lnSpc>
                <a:spcPct val="100000"/>
              </a:lnSpc>
              <a:buFont typeface="Wingdings" panose="05000000000000000000"/>
              <a:buChar char=""/>
            </a:pPr>
            <a:endParaRPr sz="1900">
              <a:latin typeface="Trebuchet MS" panose="020B0603020202020204"/>
              <a:cs typeface="Trebuchet MS" panose="020B0603020202020204"/>
            </a:endParaRPr>
          </a:p>
          <a:p>
            <a:pPr>
              <a:lnSpc>
                <a:spcPct val="100000"/>
              </a:lnSpc>
              <a:spcBef>
                <a:spcPts val="605"/>
              </a:spcBef>
              <a:buFont typeface="Wingdings" panose="05000000000000000000"/>
              <a:buChar char=""/>
            </a:pPr>
            <a:endParaRPr sz="1900">
              <a:latin typeface="Trebuchet MS" panose="020B0603020202020204"/>
              <a:cs typeface="Trebuchet MS" panose="020B0603020202020204"/>
            </a:endParaRPr>
          </a:p>
          <a:p>
            <a:pPr marL="354965" indent="-342265">
              <a:lnSpc>
                <a:spcPct val="100000"/>
              </a:lnSpc>
              <a:buFont typeface="Wingdings" panose="05000000000000000000"/>
              <a:buChar char=""/>
              <a:tabLst>
                <a:tab pos="354965" algn="l"/>
              </a:tabLst>
            </a:pPr>
            <a:r>
              <a:rPr sz="1900" b="1" dirty="0">
                <a:latin typeface="Trebuchet MS" panose="020B0603020202020204"/>
                <a:cs typeface="Trebuchet MS" panose="020B0603020202020204"/>
              </a:rPr>
              <a:t>Date</a:t>
            </a:r>
            <a:r>
              <a:rPr sz="1900" b="1" spc="-60" dirty="0">
                <a:latin typeface="Trebuchet MS" panose="020B0603020202020204"/>
                <a:cs typeface="Trebuchet MS" panose="020B0603020202020204"/>
              </a:rPr>
              <a:t> </a:t>
            </a:r>
            <a:r>
              <a:rPr sz="1900" b="1" dirty="0">
                <a:latin typeface="Trebuchet MS" panose="020B0603020202020204"/>
                <a:cs typeface="Trebuchet MS" panose="020B0603020202020204"/>
              </a:rPr>
              <a:t>and</a:t>
            </a:r>
            <a:r>
              <a:rPr sz="1900" b="1" spc="-70" dirty="0">
                <a:latin typeface="Trebuchet MS" panose="020B0603020202020204"/>
                <a:cs typeface="Trebuchet MS" panose="020B0603020202020204"/>
              </a:rPr>
              <a:t> </a:t>
            </a:r>
            <a:r>
              <a:rPr sz="1900" b="1" dirty="0">
                <a:latin typeface="Trebuchet MS" panose="020B0603020202020204"/>
                <a:cs typeface="Trebuchet MS" panose="020B0603020202020204"/>
              </a:rPr>
              <a:t>Time</a:t>
            </a:r>
            <a:r>
              <a:rPr sz="1900" b="1" spc="-45" dirty="0">
                <a:latin typeface="Trebuchet MS" panose="020B0603020202020204"/>
                <a:cs typeface="Trebuchet MS" panose="020B0603020202020204"/>
              </a:rPr>
              <a:t> </a:t>
            </a:r>
            <a:r>
              <a:rPr sz="1900" b="1" spc="-10" dirty="0">
                <a:latin typeface="Trebuchet MS" panose="020B0603020202020204"/>
                <a:cs typeface="Trebuchet MS" panose="020B0603020202020204"/>
              </a:rPr>
              <a:t>Literals</a:t>
            </a:r>
            <a:endParaRPr sz="1900">
              <a:latin typeface="Trebuchet MS" panose="020B0603020202020204"/>
              <a:cs typeface="Trebuchet MS" panose="020B0603020202020204"/>
            </a:endParaRPr>
          </a:p>
          <a:p>
            <a:pPr marL="354965" indent="-342265">
              <a:lnSpc>
                <a:spcPct val="100000"/>
              </a:lnSpc>
              <a:spcBef>
                <a:spcPts val="1370"/>
              </a:spcBef>
              <a:buFont typeface="Wingdings" panose="05000000000000000000"/>
              <a:buChar char=""/>
              <a:tabLst>
                <a:tab pos="354965" algn="l"/>
              </a:tabLst>
            </a:pPr>
            <a:r>
              <a:rPr sz="1900" spc="-20" dirty="0">
                <a:latin typeface="Trebuchet MS" panose="020B0603020202020204"/>
                <a:cs typeface="Trebuchet MS" panose="020B0603020202020204"/>
              </a:rPr>
              <a:t>DATE</a:t>
            </a:r>
            <a:r>
              <a:rPr sz="1900" spc="-50" dirty="0">
                <a:latin typeface="Trebuchet MS" panose="020B0603020202020204"/>
                <a:cs typeface="Trebuchet MS" panose="020B0603020202020204"/>
              </a:rPr>
              <a:t> </a:t>
            </a:r>
            <a:r>
              <a:rPr sz="1900" spc="-20" dirty="0">
                <a:latin typeface="Trebuchet MS" panose="020B0603020202020204"/>
                <a:cs typeface="Trebuchet MS" panose="020B0603020202020204"/>
              </a:rPr>
              <a:t>‘25-DEC-78';</a:t>
            </a:r>
            <a:endParaRPr sz="1900">
              <a:latin typeface="Trebuchet MS" panose="020B0603020202020204"/>
              <a:cs typeface="Trebuchet MS" panose="020B0603020202020204"/>
            </a:endParaRPr>
          </a:p>
        </p:txBody>
      </p:sp>
      <p:sp>
        <p:nvSpPr>
          <p:cNvPr id="4" name="object 4"/>
          <p:cNvSpPr txBox="1"/>
          <p:nvPr/>
        </p:nvSpPr>
        <p:spPr>
          <a:xfrm>
            <a:off x="535940" y="6179007"/>
            <a:ext cx="3992879" cy="314960"/>
          </a:xfrm>
          <a:prstGeom prst="rect">
            <a:avLst/>
          </a:prstGeom>
        </p:spPr>
        <p:txBody>
          <a:bodyPr vert="horz" wrap="square" lIns="0" tIns="12065" rIns="0" bIns="0" rtlCol="0">
            <a:spAutoFit/>
          </a:bodyPr>
          <a:lstStyle/>
          <a:p>
            <a:pPr marL="354965" indent="-342265">
              <a:lnSpc>
                <a:spcPct val="100000"/>
              </a:lnSpc>
              <a:spcBef>
                <a:spcPts val="95"/>
              </a:spcBef>
              <a:buFont typeface="Wingdings" panose="05000000000000000000"/>
              <a:buChar char=""/>
              <a:tabLst>
                <a:tab pos="354965" algn="l"/>
              </a:tabLst>
            </a:pPr>
            <a:r>
              <a:rPr sz="1900" spc="-25" dirty="0">
                <a:latin typeface="Trebuchet MS" panose="020B0603020202020204"/>
                <a:cs typeface="Trebuchet MS" panose="020B0603020202020204"/>
              </a:rPr>
              <a:t>TIMESTAMP</a:t>
            </a:r>
            <a:r>
              <a:rPr sz="1900" spc="-30" dirty="0">
                <a:latin typeface="Trebuchet MS" panose="020B0603020202020204"/>
                <a:cs typeface="Trebuchet MS" panose="020B0603020202020204"/>
              </a:rPr>
              <a:t> </a:t>
            </a:r>
            <a:r>
              <a:rPr sz="1900" spc="-20" dirty="0">
                <a:latin typeface="Trebuchet MS" panose="020B0603020202020204"/>
                <a:cs typeface="Trebuchet MS" panose="020B0603020202020204"/>
              </a:rPr>
              <a:t>'2012-10-</a:t>
            </a:r>
            <a:r>
              <a:rPr sz="1900" dirty="0">
                <a:latin typeface="Trebuchet MS" panose="020B0603020202020204"/>
                <a:cs typeface="Trebuchet MS" panose="020B0603020202020204"/>
              </a:rPr>
              <a:t>29</a:t>
            </a:r>
            <a:r>
              <a:rPr sz="1900" spc="60" dirty="0">
                <a:latin typeface="Trebuchet MS" panose="020B0603020202020204"/>
                <a:cs typeface="Trebuchet MS" panose="020B0603020202020204"/>
              </a:rPr>
              <a:t> </a:t>
            </a:r>
            <a:r>
              <a:rPr sz="1900" spc="-10" dirty="0">
                <a:latin typeface="Trebuchet MS" panose="020B0603020202020204"/>
                <a:cs typeface="Trebuchet MS" panose="020B0603020202020204"/>
              </a:rPr>
              <a:t>12:01:01';</a:t>
            </a:r>
            <a:endParaRPr sz="1900">
              <a:latin typeface="Trebuchet MS" panose="020B0603020202020204"/>
              <a:cs typeface="Trebuchet MS" panose="020B0603020202020204"/>
            </a:endParaRPr>
          </a:p>
        </p:txBody>
      </p:sp>
      <p:sp>
        <p:nvSpPr>
          <p:cNvPr id="5" name="object 5"/>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39</a:t>
            </a:r>
            <a:endParaRPr sz="1400">
              <a:latin typeface="Arial MT"/>
              <a:cs typeface="Arial M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242310" y="145795"/>
            <a:ext cx="2849880" cy="696595"/>
          </a:xfrm>
          <a:prstGeom prst="rect">
            <a:avLst/>
          </a:prstGeom>
        </p:spPr>
        <p:txBody>
          <a:bodyPr vert="horz" wrap="square" lIns="0" tIns="12700" rIns="0" bIns="0" rtlCol="0">
            <a:spAutoFit/>
          </a:bodyPr>
          <a:lstStyle/>
          <a:p>
            <a:pPr marL="12700">
              <a:lnSpc>
                <a:spcPct val="100000"/>
              </a:lnSpc>
              <a:spcBef>
                <a:spcPts val="100"/>
              </a:spcBef>
            </a:pPr>
            <a:r>
              <a:rPr sz="4400" dirty="0"/>
              <a:t>Data</a:t>
            </a:r>
            <a:r>
              <a:rPr sz="4400" spc="-170" dirty="0"/>
              <a:t> </a:t>
            </a:r>
            <a:r>
              <a:rPr sz="4400" spc="-40" dirty="0"/>
              <a:t>Types</a:t>
            </a:r>
            <a:endParaRPr sz="4400"/>
          </a:p>
        </p:txBody>
      </p:sp>
      <p:sp>
        <p:nvSpPr>
          <p:cNvPr id="3" name="object 3"/>
          <p:cNvSpPr txBox="1"/>
          <p:nvPr/>
        </p:nvSpPr>
        <p:spPr>
          <a:xfrm>
            <a:off x="8128254" y="3595497"/>
            <a:ext cx="782320" cy="360680"/>
          </a:xfrm>
          <a:prstGeom prst="rect">
            <a:avLst/>
          </a:prstGeom>
        </p:spPr>
        <p:txBody>
          <a:bodyPr vert="horz" wrap="square" lIns="0" tIns="12065" rIns="0" bIns="0" rtlCol="0">
            <a:spAutoFit/>
          </a:bodyPr>
          <a:lstStyle/>
          <a:p>
            <a:pPr marL="12700">
              <a:lnSpc>
                <a:spcPct val="100000"/>
              </a:lnSpc>
              <a:spcBef>
                <a:spcPts val="95"/>
              </a:spcBef>
            </a:pPr>
            <a:r>
              <a:rPr sz="2200" spc="-10" dirty="0">
                <a:latin typeface="Trebuchet MS" panose="020B0603020202020204"/>
                <a:cs typeface="Trebuchet MS" panose="020B0603020202020204"/>
              </a:rPr>
              <a:t>called</a:t>
            </a:r>
            <a:endParaRPr sz="2200">
              <a:latin typeface="Trebuchet MS" panose="020B0603020202020204"/>
              <a:cs typeface="Trebuchet MS" panose="020B0603020202020204"/>
            </a:endParaRPr>
          </a:p>
        </p:txBody>
      </p:sp>
      <p:sp>
        <p:nvSpPr>
          <p:cNvPr id="4" name="object 4"/>
          <p:cNvSpPr txBox="1"/>
          <p:nvPr/>
        </p:nvSpPr>
        <p:spPr>
          <a:xfrm>
            <a:off x="231140" y="1884629"/>
            <a:ext cx="7719059" cy="2574290"/>
          </a:xfrm>
          <a:prstGeom prst="rect">
            <a:avLst/>
          </a:prstGeom>
        </p:spPr>
        <p:txBody>
          <a:bodyPr vert="horz" wrap="square" lIns="0" tIns="12065" rIns="0" bIns="0" rtlCol="0">
            <a:spAutoFit/>
          </a:bodyPr>
          <a:lstStyle/>
          <a:p>
            <a:pPr marL="354965" indent="-342265">
              <a:lnSpc>
                <a:spcPct val="100000"/>
              </a:lnSpc>
              <a:spcBef>
                <a:spcPts val="95"/>
              </a:spcBef>
              <a:buFont typeface="Wingdings" panose="05000000000000000000"/>
              <a:buChar char=""/>
              <a:tabLst>
                <a:tab pos="354965" algn="l"/>
              </a:tabLst>
            </a:pPr>
            <a:r>
              <a:rPr sz="2200" spc="-10" dirty="0">
                <a:latin typeface="Trebuchet MS" panose="020B0603020202020204"/>
                <a:cs typeface="Trebuchet MS" panose="020B0603020202020204"/>
              </a:rPr>
              <a:t>PL/SQL</a:t>
            </a:r>
            <a:r>
              <a:rPr sz="2200" spc="-114" dirty="0">
                <a:latin typeface="Trebuchet MS" panose="020B0603020202020204"/>
                <a:cs typeface="Trebuchet MS" panose="020B0603020202020204"/>
              </a:rPr>
              <a:t> </a:t>
            </a:r>
            <a:r>
              <a:rPr sz="2200" dirty="0">
                <a:latin typeface="Trebuchet MS" panose="020B0603020202020204"/>
                <a:cs typeface="Trebuchet MS" panose="020B0603020202020204"/>
              </a:rPr>
              <a:t>is</a:t>
            </a:r>
            <a:r>
              <a:rPr sz="2200" spc="-45" dirty="0">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super</a:t>
            </a:r>
            <a:r>
              <a:rPr sz="2200" b="1" spc="-20"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set</a:t>
            </a:r>
            <a:r>
              <a:rPr sz="2200" b="1" spc="-35" dirty="0">
                <a:solidFill>
                  <a:srgbClr val="FF0000"/>
                </a:solidFill>
                <a:highlight>
                  <a:srgbClr val="FFFF00"/>
                </a:highlight>
                <a:latin typeface="Trebuchet MS" panose="020B0603020202020204"/>
                <a:cs typeface="Trebuchet MS" panose="020B0603020202020204"/>
              </a:rPr>
              <a:t> </a:t>
            </a:r>
            <a:r>
              <a:rPr sz="2200" dirty="0">
                <a:latin typeface="Trebuchet MS" panose="020B0603020202020204"/>
                <a:cs typeface="Trebuchet MS" panose="020B0603020202020204"/>
              </a:rPr>
              <a:t>of</a:t>
            </a:r>
            <a:r>
              <a:rPr sz="2200" spc="-35" dirty="0">
                <a:latin typeface="Trebuchet MS" panose="020B0603020202020204"/>
                <a:cs typeface="Trebuchet MS" panose="020B0603020202020204"/>
              </a:rPr>
              <a:t> </a:t>
            </a:r>
            <a:r>
              <a:rPr sz="2200" dirty="0">
                <a:latin typeface="Trebuchet MS" panose="020B0603020202020204"/>
                <a:cs typeface="Trebuchet MS" panose="020B0603020202020204"/>
              </a:rPr>
              <a:t>the</a:t>
            </a:r>
            <a:r>
              <a:rPr sz="2200" spc="-35" dirty="0">
                <a:latin typeface="Trebuchet MS" panose="020B0603020202020204"/>
                <a:cs typeface="Trebuchet MS" panose="020B0603020202020204"/>
              </a:rPr>
              <a:t> </a:t>
            </a:r>
            <a:r>
              <a:rPr sz="2200" spc="-20" dirty="0">
                <a:latin typeface="Trebuchet MS" panose="020B0603020202020204"/>
                <a:cs typeface="Trebuchet MS" panose="020B0603020202020204"/>
              </a:rPr>
              <a:t>SQL.</a:t>
            </a:r>
            <a:endParaRPr sz="2200">
              <a:latin typeface="Trebuchet MS" panose="020B0603020202020204"/>
              <a:cs typeface="Trebuchet MS" panose="020B0603020202020204"/>
            </a:endParaRPr>
          </a:p>
          <a:p>
            <a:pPr marL="354965" indent="-342265">
              <a:lnSpc>
                <a:spcPct val="100000"/>
              </a:lnSpc>
              <a:spcBef>
                <a:spcPts val="1855"/>
              </a:spcBef>
              <a:buFont typeface="Wingdings" panose="05000000000000000000"/>
              <a:buChar char=""/>
              <a:tabLst>
                <a:tab pos="354965" algn="l"/>
              </a:tabLst>
            </a:pPr>
            <a:r>
              <a:rPr sz="2200" dirty="0">
                <a:latin typeface="Trebuchet MS" panose="020B0603020202020204"/>
                <a:cs typeface="Trebuchet MS" panose="020B0603020202020204"/>
              </a:rPr>
              <a:t>So,</a:t>
            </a:r>
            <a:r>
              <a:rPr sz="2200" spc="-25" dirty="0">
                <a:latin typeface="Trebuchet MS" panose="020B0603020202020204"/>
                <a:cs typeface="Trebuchet MS" panose="020B0603020202020204"/>
              </a:rPr>
              <a:t> </a:t>
            </a:r>
            <a:r>
              <a:rPr sz="2200" dirty="0">
                <a:latin typeface="Trebuchet MS" panose="020B0603020202020204"/>
                <a:cs typeface="Trebuchet MS" panose="020B0603020202020204"/>
              </a:rPr>
              <a:t>it</a:t>
            </a:r>
            <a:r>
              <a:rPr sz="2200" spc="-2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supports</a:t>
            </a:r>
            <a:r>
              <a:rPr sz="2200" spc="-3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all</a:t>
            </a:r>
            <a:r>
              <a:rPr sz="2200" spc="-3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the</a:t>
            </a:r>
            <a:r>
              <a:rPr sz="2200" spc="-2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data</a:t>
            </a:r>
            <a:r>
              <a:rPr sz="2200" spc="-3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types</a:t>
            </a:r>
            <a:r>
              <a:rPr sz="2200" spc="-15" dirty="0">
                <a:latin typeface="Trebuchet MS" panose="020B0603020202020204"/>
                <a:cs typeface="Trebuchet MS" panose="020B0603020202020204"/>
              </a:rPr>
              <a:t> </a:t>
            </a:r>
            <a:r>
              <a:rPr sz="2200" dirty="0">
                <a:latin typeface="Trebuchet MS" panose="020B0603020202020204"/>
                <a:cs typeface="Trebuchet MS" panose="020B0603020202020204"/>
              </a:rPr>
              <a:t>provided</a:t>
            </a:r>
            <a:r>
              <a:rPr sz="2200" spc="-30" dirty="0">
                <a:latin typeface="Trebuchet MS" panose="020B0603020202020204"/>
                <a:cs typeface="Trebuchet MS" panose="020B0603020202020204"/>
              </a:rPr>
              <a:t> </a:t>
            </a:r>
            <a:r>
              <a:rPr sz="2200" dirty="0">
                <a:latin typeface="Trebuchet MS" panose="020B0603020202020204"/>
                <a:cs typeface="Trebuchet MS" panose="020B0603020202020204"/>
              </a:rPr>
              <a:t>by</a:t>
            </a:r>
            <a:r>
              <a:rPr sz="2200" spc="-20" dirty="0">
                <a:latin typeface="Trebuchet MS" panose="020B0603020202020204"/>
                <a:cs typeface="Trebuchet MS" panose="020B0603020202020204"/>
              </a:rPr>
              <a:t> </a:t>
            </a:r>
            <a:r>
              <a:rPr sz="2200" spc="-20" dirty="0">
                <a:highlight>
                  <a:srgbClr val="FFFF00"/>
                </a:highlight>
                <a:latin typeface="Trebuchet MS" panose="020B0603020202020204"/>
                <a:cs typeface="Trebuchet MS" panose="020B0603020202020204"/>
              </a:rPr>
              <a:t>SQL</a:t>
            </a:r>
            <a:r>
              <a:rPr sz="2200" spc="-20" dirty="0">
                <a:latin typeface="Trebuchet MS" panose="020B0603020202020204"/>
                <a:cs typeface="Trebuchet MS" panose="020B0603020202020204"/>
              </a:rPr>
              <a:t>.</a:t>
            </a:r>
            <a:endParaRPr sz="2200">
              <a:latin typeface="Trebuchet MS" panose="020B0603020202020204"/>
              <a:cs typeface="Trebuchet MS" panose="020B0603020202020204"/>
            </a:endParaRPr>
          </a:p>
          <a:p>
            <a:pPr marL="354965" indent="-342265">
              <a:lnSpc>
                <a:spcPct val="100000"/>
              </a:lnSpc>
              <a:spcBef>
                <a:spcPts val="1845"/>
              </a:spcBef>
              <a:buFont typeface="Wingdings" panose="05000000000000000000"/>
              <a:buChar char=""/>
              <a:tabLst>
                <a:tab pos="354965" algn="l"/>
              </a:tabLst>
            </a:pPr>
            <a:r>
              <a:rPr sz="2200" dirty="0">
                <a:latin typeface="Trebuchet MS" panose="020B0603020202020204"/>
                <a:cs typeface="Trebuchet MS" panose="020B0603020202020204"/>
              </a:rPr>
              <a:t>In</a:t>
            </a:r>
            <a:r>
              <a:rPr sz="2200" spc="-55" dirty="0">
                <a:latin typeface="Trebuchet MS" panose="020B0603020202020204"/>
                <a:cs typeface="Trebuchet MS" panose="020B0603020202020204"/>
              </a:rPr>
              <a:t> </a:t>
            </a:r>
            <a:r>
              <a:rPr sz="2200" dirty="0">
                <a:latin typeface="Trebuchet MS" panose="020B0603020202020204"/>
                <a:cs typeface="Trebuchet MS" panose="020B0603020202020204"/>
              </a:rPr>
              <a:t>PL/SQL</a:t>
            </a:r>
            <a:r>
              <a:rPr sz="2200" spc="-130" dirty="0">
                <a:latin typeface="Trebuchet MS" panose="020B0603020202020204"/>
                <a:cs typeface="Trebuchet MS" panose="020B0603020202020204"/>
              </a:rPr>
              <a:t> </a:t>
            </a:r>
            <a:r>
              <a:rPr sz="2200" dirty="0">
                <a:latin typeface="Trebuchet MS" panose="020B0603020202020204"/>
                <a:cs typeface="Trebuchet MS" panose="020B0603020202020204"/>
              </a:rPr>
              <a:t>Oracle</a:t>
            </a:r>
            <a:r>
              <a:rPr sz="2200" spc="-30" dirty="0">
                <a:latin typeface="Trebuchet MS" panose="020B0603020202020204"/>
                <a:cs typeface="Trebuchet MS" panose="020B0603020202020204"/>
              </a:rPr>
              <a:t> </a:t>
            </a:r>
            <a:r>
              <a:rPr sz="2200" dirty="0">
                <a:latin typeface="Trebuchet MS" panose="020B0603020202020204"/>
                <a:cs typeface="Trebuchet MS" panose="020B0603020202020204"/>
              </a:rPr>
              <a:t>provides</a:t>
            </a:r>
            <a:r>
              <a:rPr sz="2200" spc="-50" dirty="0">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subtypes</a:t>
            </a:r>
            <a:r>
              <a:rPr sz="2200" b="1" spc="-45"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of</a:t>
            </a:r>
            <a:r>
              <a:rPr sz="2200" b="1" spc="-45"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the</a:t>
            </a:r>
            <a:r>
              <a:rPr sz="2200" b="1" spc="-45"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data</a:t>
            </a:r>
            <a:r>
              <a:rPr sz="2200" b="1" spc="-25" dirty="0">
                <a:highlight>
                  <a:srgbClr val="FFFF00"/>
                </a:highlight>
                <a:latin typeface="Trebuchet MS" panose="020B0603020202020204"/>
                <a:cs typeface="Trebuchet MS" panose="020B0603020202020204"/>
              </a:rPr>
              <a:t> </a:t>
            </a:r>
            <a:r>
              <a:rPr sz="2200" b="1" spc="-10" dirty="0">
                <a:highlight>
                  <a:srgbClr val="FFFF00"/>
                </a:highlight>
                <a:latin typeface="Trebuchet MS" panose="020B0603020202020204"/>
                <a:cs typeface="Trebuchet MS" panose="020B0603020202020204"/>
              </a:rPr>
              <a:t>types.</a:t>
            </a:r>
            <a:endParaRPr sz="2200">
              <a:highlight>
                <a:srgbClr val="FFFF00"/>
              </a:highlight>
              <a:latin typeface="Trebuchet MS" panose="020B0603020202020204"/>
              <a:cs typeface="Trebuchet MS" panose="020B0603020202020204"/>
            </a:endParaRPr>
          </a:p>
          <a:p>
            <a:pPr marL="355600" marR="5080" indent="-342900">
              <a:lnSpc>
                <a:spcPct val="150000"/>
              </a:lnSpc>
              <a:spcBef>
                <a:spcPts val="530"/>
              </a:spcBef>
              <a:buFont typeface="Wingdings" panose="05000000000000000000"/>
              <a:buChar char=""/>
              <a:tabLst>
                <a:tab pos="355600" algn="l"/>
              </a:tabLst>
            </a:pPr>
            <a:r>
              <a:rPr sz="2200" b="1" dirty="0">
                <a:latin typeface="Trebuchet MS" panose="020B0603020202020204"/>
                <a:cs typeface="Trebuchet MS" panose="020B0603020202020204"/>
              </a:rPr>
              <a:t>For</a:t>
            </a:r>
            <a:r>
              <a:rPr sz="2200" b="1" spc="110" dirty="0">
                <a:latin typeface="Trebuchet MS" panose="020B0603020202020204"/>
                <a:cs typeface="Trebuchet MS" panose="020B0603020202020204"/>
              </a:rPr>
              <a:t>  </a:t>
            </a:r>
            <a:r>
              <a:rPr sz="2200" b="1" dirty="0">
                <a:latin typeface="Trebuchet MS" panose="020B0603020202020204"/>
                <a:cs typeface="Trebuchet MS" panose="020B0603020202020204"/>
              </a:rPr>
              <a:t>example,</a:t>
            </a:r>
            <a:r>
              <a:rPr sz="2200" b="1" spc="110" dirty="0">
                <a:latin typeface="Trebuchet MS" panose="020B0603020202020204"/>
                <a:cs typeface="Trebuchet MS" panose="020B0603020202020204"/>
              </a:rPr>
              <a:t>  </a:t>
            </a:r>
            <a:r>
              <a:rPr sz="2200" dirty="0">
                <a:latin typeface="Trebuchet MS" panose="020B0603020202020204"/>
                <a:cs typeface="Trebuchet MS" panose="020B0603020202020204"/>
              </a:rPr>
              <a:t>the</a:t>
            </a:r>
            <a:r>
              <a:rPr sz="2200" spc="110" dirty="0">
                <a:latin typeface="Trebuchet MS" panose="020B0603020202020204"/>
                <a:cs typeface="Trebuchet MS" panose="020B0603020202020204"/>
              </a:rPr>
              <a:t>  </a:t>
            </a:r>
            <a:r>
              <a:rPr sz="2200" dirty="0">
                <a:latin typeface="Trebuchet MS" panose="020B0603020202020204"/>
                <a:cs typeface="Trebuchet MS" panose="020B0603020202020204"/>
              </a:rPr>
              <a:t>data</a:t>
            </a:r>
            <a:r>
              <a:rPr sz="2200" spc="105" dirty="0">
                <a:latin typeface="Trebuchet MS" panose="020B0603020202020204"/>
                <a:cs typeface="Trebuchet MS" panose="020B0603020202020204"/>
              </a:rPr>
              <a:t>  </a:t>
            </a:r>
            <a:r>
              <a:rPr sz="2200" dirty="0">
                <a:latin typeface="Trebuchet MS" panose="020B0603020202020204"/>
                <a:cs typeface="Trebuchet MS" panose="020B0603020202020204"/>
              </a:rPr>
              <a:t>type</a:t>
            </a:r>
            <a:r>
              <a:rPr sz="2200" spc="114" dirty="0">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NUMBER</a:t>
            </a:r>
            <a:r>
              <a:rPr sz="2200" spc="110" dirty="0">
                <a:highlight>
                  <a:srgbClr val="FFFF00"/>
                </a:highlight>
                <a:latin typeface="Trebuchet MS" panose="020B0603020202020204"/>
                <a:cs typeface="Trebuchet MS" panose="020B0603020202020204"/>
              </a:rPr>
              <a:t>  </a:t>
            </a:r>
            <a:r>
              <a:rPr sz="2200" dirty="0">
                <a:latin typeface="Trebuchet MS" panose="020B0603020202020204"/>
                <a:cs typeface="Trebuchet MS" panose="020B0603020202020204"/>
              </a:rPr>
              <a:t>has</a:t>
            </a:r>
            <a:r>
              <a:rPr sz="2200" spc="100" dirty="0">
                <a:latin typeface="Trebuchet MS" panose="020B0603020202020204"/>
                <a:cs typeface="Trebuchet MS" panose="020B0603020202020204"/>
              </a:rPr>
              <a:t>  </a:t>
            </a:r>
            <a:r>
              <a:rPr sz="2200" dirty="0">
                <a:latin typeface="Trebuchet MS" panose="020B0603020202020204"/>
                <a:cs typeface="Trebuchet MS" panose="020B0603020202020204"/>
              </a:rPr>
              <a:t>a</a:t>
            </a:r>
            <a:r>
              <a:rPr sz="2200" spc="100" dirty="0">
                <a:latin typeface="Trebuchet MS" panose="020B0603020202020204"/>
                <a:cs typeface="Trebuchet MS" panose="020B0603020202020204"/>
              </a:rPr>
              <a:t>  </a:t>
            </a:r>
            <a:r>
              <a:rPr sz="2200" spc="-10" dirty="0">
                <a:latin typeface="Trebuchet MS" panose="020B0603020202020204"/>
                <a:cs typeface="Trebuchet MS" panose="020B0603020202020204"/>
              </a:rPr>
              <a:t>subtype </a:t>
            </a:r>
            <a:r>
              <a:rPr sz="2200" spc="-10" dirty="0">
                <a:highlight>
                  <a:srgbClr val="FFFF00"/>
                </a:highlight>
                <a:latin typeface="Trebuchet MS" panose="020B0603020202020204"/>
                <a:cs typeface="Trebuchet MS" panose="020B0603020202020204"/>
              </a:rPr>
              <a:t>INTEGER</a:t>
            </a:r>
            <a:r>
              <a:rPr sz="2200" spc="-10" dirty="0">
                <a:latin typeface="Trebuchet MS" panose="020B0603020202020204"/>
                <a:cs typeface="Trebuchet MS" panose="020B0603020202020204"/>
              </a:rPr>
              <a:t>.</a:t>
            </a:r>
            <a:endParaRPr sz="2200">
              <a:latin typeface="Trebuchet MS" panose="020B0603020202020204"/>
              <a:cs typeface="Trebuchet MS" panose="020B060302020202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242310" y="145795"/>
            <a:ext cx="2849880" cy="696595"/>
          </a:xfrm>
          <a:prstGeom prst="rect">
            <a:avLst/>
          </a:prstGeom>
        </p:spPr>
        <p:txBody>
          <a:bodyPr vert="horz" wrap="square" lIns="0" tIns="12700" rIns="0" bIns="0" rtlCol="0">
            <a:spAutoFit/>
          </a:bodyPr>
          <a:lstStyle/>
          <a:p>
            <a:pPr marL="12700">
              <a:lnSpc>
                <a:spcPct val="100000"/>
              </a:lnSpc>
              <a:spcBef>
                <a:spcPts val="100"/>
              </a:spcBef>
            </a:pPr>
            <a:r>
              <a:rPr sz="4400" dirty="0"/>
              <a:t>Data</a:t>
            </a:r>
            <a:r>
              <a:rPr sz="4400" spc="-170" dirty="0"/>
              <a:t> </a:t>
            </a:r>
            <a:r>
              <a:rPr sz="4400" spc="-40" dirty="0"/>
              <a:t>Types</a:t>
            </a:r>
            <a:endParaRPr sz="4400"/>
          </a:p>
        </p:txBody>
      </p:sp>
      <p:graphicFrame>
        <p:nvGraphicFramePr>
          <p:cNvPr id="3" name="object 3"/>
          <p:cNvGraphicFramePr>
            <a:graphicFrameLocks noGrp="1"/>
          </p:cNvGraphicFramePr>
          <p:nvPr/>
        </p:nvGraphicFramePr>
        <p:xfrm>
          <a:off x="222250" y="1517650"/>
          <a:ext cx="8851900" cy="4404360"/>
        </p:xfrm>
        <a:graphic>
          <a:graphicData uri="http://schemas.openxmlformats.org/drawingml/2006/table">
            <a:tbl>
              <a:tblPr firstRow="1" bandRow="1">
                <a:tableStyleId>{2D5ABB26-0587-4C30-8999-92F81FD0307C}</a:tableStyleId>
              </a:tblPr>
              <a:tblGrid>
                <a:gridCol w="1371600"/>
                <a:gridCol w="2438400"/>
                <a:gridCol w="4953000"/>
              </a:tblGrid>
              <a:tr h="457200">
                <a:tc>
                  <a:txBody>
                    <a:bodyPr/>
                    <a:lstStyle/>
                    <a:p>
                      <a:pPr marL="212090">
                        <a:lnSpc>
                          <a:spcPct val="100000"/>
                        </a:lnSpc>
                        <a:spcBef>
                          <a:spcPts val="995"/>
                        </a:spcBef>
                      </a:pPr>
                      <a:r>
                        <a:rPr sz="1800" b="1" spc="-10" dirty="0">
                          <a:solidFill>
                            <a:srgbClr val="FFFFFF"/>
                          </a:solidFill>
                          <a:latin typeface="Trebuchet MS" panose="020B0603020202020204"/>
                          <a:cs typeface="Trebuchet MS" panose="020B0603020202020204"/>
                        </a:rPr>
                        <a:t>Category</a:t>
                      </a:r>
                      <a:endParaRPr sz="1800">
                        <a:latin typeface="Trebuchet MS" panose="020B0603020202020204"/>
                        <a:cs typeface="Trebuchet MS" panose="020B0603020202020204"/>
                      </a:endParaRPr>
                    </a:p>
                  </a:txBody>
                  <a:tcPr marL="0" marR="0" marT="12636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19DD1"/>
                    </a:solidFill>
                  </a:tcPr>
                </a:tc>
                <a:tc>
                  <a:txBody>
                    <a:bodyPr/>
                    <a:lstStyle/>
                    <a:p>
                      <a:pPr marL="690880">
                        <a:lnSpc>
                          <a:spcPct val="100000"/>
                        </a:lnSpc>
                        <a:spcBef>
                          <a:spcPts val="995"/>
                        </a:spcBef>
                      </a:pPr>
                      <a:r>
                        <a:rPr sz="1800" b="1" dirty="0">
                          <a:solidFill>
                            <a:srgbClr val="FFFFFF"/>
                          </a:solidFill>
                          <a:latin typeface="Trebuchet MS" panose="020B0603020202020204"/>
                          <a:cs typeface="Trebuchet MS" panose="020B0603020202020204"/>
                        </a:rPr>
                        <a:t>Data</a:t>
                      </a:r>
                      <a:r>
                        <a:rPr sz="1800" b="1" spc="-65" dirty="0">
                          <a:solidFill>
                            <a:srgbClr val="FFFFFF"/>
                          </a:solidFill>
                          <a:latin typeface="Trebuchet MS" panose="020B0603020202020204"/>
                          <a:cs typeface="Trebuchet MS" panose="020B0603020202020204"/>
                        </a:rPr>
                        <a:t> </a:t>
                      </a:r>
                      <a:r>
                        <a:rPr sz="1800" b="1" spc="-20" dirty="0">
                          <a:solidFill>
                            <a:srgbClr val="FFFFFF"/>
                          </a:solidFill>
                          <a:latin typeface="Trebuchet MS" panose="020B0603020202020204"/>
                          <a:cs typeface="Trebuchet MS" panose="020B0603020202020204"/>
                        </a:rPr>
                        <a:t>Type</a:t>
                      </a:r>
                      <a:endParaRPr sz="1800">
                        <a:latin typeface="Trebuchet MS" panose="020B0603020202020204"/>
                        <a:cs typeface="Trebuchet MS" panose="020B0603020202020204"/>
                      </a:endParaRPr>
                    </a:p>
                  </a:txBody>
                  <a:tcPr marL="0" marR="0" marT="12636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19DD1"/>
                    </a:solidFill>
                  </a:tcPr>
                </a:tc>
                <a:tc>
                  <a:txBody>
                    <a:bodyPr/>
                    <a:lstStyle/>
                    <a:p>
                      <a:pPr marL="635" algn="ctr">
                        <a:lnSpc>
                          <a:spcPct val="100000"/>
                        </a:lnSpc>
                        <a:spcBef>
                          <a:spcPts val="995"/>
                        </a:spcBef>
                      </a:pPr>
                      <a:r>
                        <a:rPr sz="1800" b="1" dirty="0">
                          <a:solidFill>
                            <a:srgbClr val="FFFFFF"/>
                          </a:solidFill>
                          <a:latin typeface="Trebuchet MS" panose="020B0603020202020204"/>
                          <a:cs typeface="Trebuchet MS" panose="020B0603020202020204"/>
                        </a:rPr>
                        <a:t>Sub</a:t>
                      </a:r>
                      <a:r>
                        <a:rPr sz="1800" b="1" spc="-40" dirty="0">
                          <a:solidFill>
                            <a:srgbClr val="FFFFFF"/>
                          </a:solidFill>
                          <a:latin typeface="Trebuchet MS" panose="020B0603020202020204"/>
                          <a:cs typeface="Trebuchet MS" panose="020B0603020202020204"/>
                        </a:rPr>
                        <a:t> </a:t>
                      </a:r>
                      <a:r>
                        <a:rPr sz="1800" b="1" spc="-10" dirty="0">
                          <a:solidFill>
                            <a:srgbClr val="FFFFFF"/>
                          </a:solidFill>
                          <a:latin typeface="Trebuchet MS" panose="020B0603020202020204"/>
                          <a:cs typeface="Trebuchet MS" panose="020B0603020202020204"/>
                        </a:rPr>
                        <a:t>types/values</a:t>
                      </a:r>
                      <a:endParaRPr sz="1800">
                        <a:latin typeface="Trebuchet MS" panose="020B0603020202020204"/>
                        <a:cs typeface="Trebuchet MS" panose="020B0603020202020204"/>
                      </a:endParaRPr>
                    </a:p>
                  </a:txBody>
                  <a:tcPr marL="0" marR="0" marT="12636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19DD1"/>
                    </a:solidFill>
                  </a:tcPr>
                </a:tc>
              </a:tr>
              <a:tr h="1275080">
                <a:tc>
                  <a:txBody>
                    <a:bodyPr/>
                    <a:lstStyle/>
                    <a:p>
                      <a:pPr marL="90805">
                        <a:lnSpc>
                          <a:spcPct val="100000"/>
                        </a:lnSpc>
                        <a:spcBef>
                          <a:spcPts val="1000"/>
                        </a:spcBef>
                      </a:pPr>
                      <a:r>
                        <a:rPr sz="1800" spc="-10" dirty="0">
                          <a:latin typeface="Trebuchet MS" panose="020B0603020202020204"/>
                          <a:cs typeface="Trebuchet MS" panose="020B0603020202020204"/>
                        </a:rPr>
                        <a:t>Numerical</a:t>
                      </a:r>
                      <a:endParaRPr sz="1800">
                        <a:latin typeface="Trebuchet MS" panose="020B0603020202020204"/>
                        <a:cs typeface="Trebuchet MS" panose="020B0603020202020204"/>
                      </a:endParaRPr>
                    </a:p>
                  </a:txBody>
                  <a:tcPr marL="0" marR="0" marT="1270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000"/>
                        </a:spcBef>
                      </a:pPr>
                      <a:r>
                        <a:rPr sz="1800" spc="-10" dirty="0">
                          <a:latin typeface="Trebuchet MS" panose="020B0603020202020204"/>
                          <a:cs typeface="Trebuchet MS" panose="020B0603020202020204"/>
                        </a:rPr>
                        <a:t>NUMBER</a:t>
                      </a:r>
                      <a:endParaRPr sz="1800">
                        <a:latin typeface="Trebuchet MS" panose="020B0603020202020204"/>
                        <a:cs typeface="Trebuchet MS" panose="020B0603020202020204"/>
                      </a:endParaRPr>
                    </a:p>
                  </a:txBody>
                  <a:tcPr marL="0" marR="0" marT="1270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82550" algn="just">
                        <a:lnSpc>
                          <a:spcPts val="3240"/>
                        </a:lnSpc>
                        <a:spcBef>
                          <a:spcPts val="210"/>
                        </a:spcBef>
                      </a:pPr>
                      <a:r>
                        <a:rPr sz="1800" dirty="0">
                          <a:latin typeface="Trebuchet MS" panose="020B0603020202020204"/>
                          <a:cs typeface="Trebuchet MS" panose="020B0603020202020204"/>
                        </a:rPr>
                        <a:t>BINARY_INTEGER,</a:t>
                      </a:r>
                      <a:r>
                        <a:rPr sz="1800" spc="350" dirty="0">
                          <a:latin typeface="Trebuchet MS" panose="020B0603020202020204"/>
                          <a:cs typeface="Trebuchet MS" panose="020B0603020202020204"/>
                        </a:rPr>
                        <a:t>  </a:t>
                      </a:r>
                      <a:r>
                        <a:rPr sz="1800" dirty="0">
                          <a:latin typeface="Trebuchet MS" panose="020B0603020202020204"/>
                          <a:cs typeface="Trebuchet MS" panose="020B0603020202020204"/>
                        </a:rPr>
                        <a:t>DEC,</a:t>
                      </a:r>
                      <a:r>
                        <a:rPr sz="1800" spc="350" dirty="0">
                          <a:latin typeface="Trebuchet MS" panose="020B0603020202020204"/>
                          <a:cs typeface="Trebuchet MS" panose="020B0603020202020204"/>
                        </a:rPr>
                        <a:t>  </a:t>
                      </a:r>
                      <a:r>
                        <a:rPr sz="1800" dirty="0">
                          <a:latin typeface="Trebuchet MS" panose="020B0603020202020204"/>
                          <a:cs typeface="Trebuchet MS" panose="020B0603020202020204"/>
                        </a:rPr>
                        <a:t>DECIMAL,</a:t>
                      </a:r>
                      <a:r>
                        <a:rPr sz="1800" spc="345" dirty="0">
                          <a:latin typeface="Trebuchet MS" panose="020B0603020202020204"/>
                          <a:cs typeface="Trebuchet MS" panose="020B0603020202020204"/>
                        </a:rPr>
                        <a:t>  </a:t>
                      </a:r>
                      <a:r>
                        <a:rPr sz="1800" spc="-10" dirty="0">
                          <a:latin typeface="Trebuchet MS" panose="020B0603020202020204"/>
                          <a:cs typeface="Trebuchet MS" panose="020B0603020202020204"/>
                        </a:rPr>
                        <a:t>DOUBLE </a:t>
                      </a:r>
                      <a:r>
                        <a:rPr sz="1800" dirty="0">
                          <a:latin typeface="Trebuchet MS" panose="020B0603020202020204"/>
                          <a:cs typeface="Trebuchet MS" panose="020B0603020202020204"/>
                        </a:rPr>
                        <a:t>PRECISION,</a:t>
                      </a:r>
                      <a:r>
                        <a:rPr sz="1800" spc="365" dirty="0">
                          <a:latin typeface="Trebuchet MS" panose="020B0603020202020204"/>
                          <a:cs typeface="Trebuchet MS" panose="020B0603020202020204"/>
                        </a:rPr>
                        <a:t> </a:t>
                      </a:r>
                      <a:r>
                        <a:rPr sz="1800" dirty="0">
                          <a:latin typeface="Trebuchet MS" panose="020B0603020202020204"/>
                          <a:cs typeface="Trebuchet MS" panose="020B0603020202020204"/>
                        </a:rPr>
                        <a:t>FLOAT,</a:t>
                      </a:r>
                      <a:r>
                        <a:rPr sz="1800" spc="370" dirty="0">
                          <a:latin typeface="Trebuchet MS" panose="020B0603020202020204"/>
                          <a:cs typeface="Trebuchet MS" panose="020B0603020202020204"/>
                        </a:rPr>
                        <a:t> </a:t>
                      </a:r>
                      <a:r>
                        <a:rPr sz="1800" dirty="0">
                          <a:latin typeface="Trebuchet MS" panose="020B0603020202020204"/>
                          <a:cs typeface="Trebuchet MS" panose="020B0603020202020204"/>
                        </a:rPr>
                        <a:t>INTEGER,</a:t>
                      </a:r>
                      <a:r>
                        <a:rPr sz="1800" spc="380" dirty="0">
                          <a:latin typeface="Trebuchet MS" panose="020B0603020202020204"/>
                          <a:cs typeface="Trebuchet MS" panose="020B0603020202020204"/>
                        </a:rPr>
                        <a:t> </a:t>
                      </a:r>
                      <a:r>
                        <a:rPr sz="1800" dirty="0">
                          <a:latin typeface="Trebuchet MS" panose="020B0603020202020204"/>
                          <a:cs typeface="Trebuchet MS" panose="020B0603020202020204"/>
                        </a:rPr>
                        <a:t>INT,</a:t>
                      </a:r>
                      <a:r>
                        <a:rPr sz="1800" spc="370" dirty="0">
                          <a:latin typeface="Trebuchet MS" panose="020B0603020202020204"/>
                          <a:cs typeface="Trebuchet MS" panose="020B0603020202020204"/>
                        </a:rPr>
                        <a:t> </a:t>
                      </a:r>
                      <a:r>
                        <a:rPr sz="1800" spc="-10" dirty="0">
                          <a:latin typeface="Trebuchet MS" panose="020B0603020202020204"/>
                          <a:cs typeface="Trebuchet MS" panose="020B0603020202020204"/>
                        </a:rPr>
                        <a:t>NATURAL, </a:t>
                      </a:r>
                      <a:r>
                        <a:rPr sz="1800" dirty="0">
                          <a:latin typeface="Trebuchet MS" panose="020B0603020202020204"/>
                          <a:cs typeface="Trebuchet MS" panose="020B0603020202020204"/>
                        </a:rPr>
                        <a:t>POSITIVE,</a:t>
                      </a:r>
                      <a:r>
                        <a:rPr sz="1800" spc="-65" dirty="0">
                          <a:latin typeface="Trebuchet MS" panose="020B0603020202020204"/>
                          <a:cs typeface="Trebuchet MS" panose="020B0603020202020204"/>
                        </a:rPr>
                        <a:t> </a:t>
                      </a:r>
                      <a:r>
                        <a:rPr sz="1800" dirty="0">
                          <a:latin typeface="Trebuchet MS" panose="020B0603020202020204"/>
                          <a:cs typeface="Trebuchet MS" panose="020B0603020202020204"/>
                        </a:rPr>
                        <a:t>REAL,</a:t>
                      </a:r>
                      <a:r>
                        <a:rPr sz="1800" spc="-60" dirty="0">
                          <a:latin typeface="Trebuchet MS" panose="020B0603020202020204"/>
                          <a:cs typeface="Trebuchet MS" panose="020B0603020202020204"/>
                        </a:rPr>
                        <a:t> </a:t>
                      </a:r>
                      <a:r>
                        <a:rPr sz="1800" spc="-10" dirty="0">
                          <a:latin typeface="Trebuchet MS" panose="020B0603020202020204"/>
                          <a:cs typeface="Trebuchet MS" panose="020B0603020202020204"/>
                        </a:rPr>
                        <a:t>SMALLINT</a:t>
                      </a:r>
                      <a:endParaRPr sz="1800">
                        <a:latin typeface="Trebuchet MS" panose="020B0603020202020204"/>
                        <a:cs typeface="Trebuchet MS" panose="020B0603020202020204"/>
                      </a:endParaRPr>
                    </a:p>
                  </a:txBody>
                  <a:tcPr marL="0" marR="0" marT="266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863600">
                <a:tc>
                  <a:txBody>
                    <a:bodyPr/>
                    <a:lstStyle/>
                    <a:p>
                      <a:pPr marL="90805">
                        <a:lnSpc>
                          <a:spcPct val="100000"/>
                        </a:lnSpc>
                        <a:spcBef>
                          <a:spcPts val="1000"/>
                        </a:spcBef>
                      </a:pPr>
                      <a:r>
                        <a:rPr sz="1800" spc="-10" dirty="0">
                          <a:latin typeface="Trebuchet MS" panose="020B0603020202020204"/>
                          <a:cs typeface="Trebuchet MS" panose="020B0603020202020204"/>
                        </a:rPr>
                        <a:t>Character</a:t>
                      </a:r>
                      <a:endParaRPr sz="1800">
                        <a:latin typeface="Trebuchet MS" panose="020B0603020202020204"/>
                        <a:cs typeface="Trebuchet MS" panose="020B0603020202020204"/>
                      </a:endParaRPr>
                    </a:p>
                  </a:txBody>
                  <a:tcPr marL="0" marR="0" marT="1270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000"/>
                        </a:spcBef>
                      </a:pPr>
                      <a:r>
                        <a:rPr sz="1800" spc="-10" dirty="0">
                          <a:latin typeface="Trebuchet MS" panose="020B0603020202020204"/>
                          <a:cs typeface="Trebuchet MS" panose="020B0603020202020204"/>
                        </a:rPr>
                        <a:t>CHAR,LONG,</a:t>
                      </a:r>
                      <a:endParaRPr sz="1800">
                        <a:latin typeface="Trebuchet MS" panose="020B0603020202020204"/>
                        <a:cs typeface="Trebuchet MS" panose="020B0603020202020204"/>
                      </a:endParaRPr>
                    </a:p>
                    <a:p>
                      <a:pPr marL="91440">
                        <a:lnSpc>
                          <a:spcPct val="100000"/>
                        </a:lnSpc>
                        <a:spcBef>
                          <a:spcPts val="1080"/>
                        </a:spcBef>
                      </a:pPr>
                      <a:r>
                        <a:rPr sz="1800" spc="-10" dirty="0">
                          <a:latin typeface="Trebuchet MS" panose="020B0603020202020204"/>
                          <a:cs typeface="Trebuchet MS" panose="020B0603020202020204"/>
                        </a:rPr>
                        <a:t>VARCHAR2</a:t>
                      </a:r>
                      <a:endParaRPr sz="1800">
                        <a:latin typeface="Trebuchet MS" panose="020B0603020202020204"/>
                        <a:cs typeface="Trebuchet MS" panose="020B0603020202020204"/>
                      </a:endParaRPr>
                    </a:p>
                  </a:txBody>
                  <a:tcPr marL="0" marR="0" marT="1270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1000"/>
                        </a:spcBef>
                        <a:tabLst>
                          <a:tab pos="1671955" algn="l"/>
                          <a:tab pos="2972435" algn="l"/>
                          <a:tab pos="4077335" algn="l"/>
                        </a:tabLst>
                      </a:pPr>
                      <a:r>
                        <a:rPr sz="1800" spc="-10" dirty="0">
                          <a:latin typeface="Trebuchet MS" panose="020B0603020202020204"/>
                          <a:cs typeface="Trebuchet MS" panose="020B0603020202020204"/>
                        </a:rPr>
                        <a:t>CHARACTER,</a:t>
                      </a:r>
                      <a:r>
                        <a:rPr sz="1800" dirty="0">
                          <a:latin typeface="Trebuchet MS" panose="020B0603020202020204"/>
                          <a:cs typeface="Trebuchet MS" panose="020B0603020202020204"/>
                        </a:rPr>
                        <a:t>	</a:t>
                      </a:r>
                      <a:r>
                        <a:rPr sz="1800" spc="-10" dirty="0">
                          <a:latin typeface="Trebuchet MS" panose="020B0603020202020204"/>
                          <a:cs typeface="Trebuchet MS" panose="020B0603020202020204"/>
                        </a:rPr>
                        <a:t>VARCHAR,</a:t>
                      </a:r>
                      <a:r>
                        <a:rPr sz="1800" dirty="0">
                          <a:latin typeface="Trebuchet MS" panose="020B0603020202020204"/>
                          <a:cs typeface="Trebuchet MS" panose="020B0603020202020204"/>
                        </a:rPr>
                        <a:t>	</a:t>
                      </a:r>
                      <a:r>
                        <a:rPr sz="1800" spc="-10" dirty="0">
                          <a:latin typeface="Trebuchet MS" panose="020B0603020202020204"/>
                          <a:cs typeface="Trebuchet MS" panose="020B0603020202020204"/>
                        </a:rPr>
                        <a:t>STRING,</a:t>
                      </a:r>
                      <a:r>
                        <a:rPr sz="1800" dirty="0">
                          <a:latin typeface="Trebuchet MS" panose="020B0603020202020204"/>
                          <a:cs typeface="Trebuchet MS" panose="020B0603020202020204"/>
                        </a:rPr>
                        <a:t>	</a:t>
                      </a:r>
                      <a:r>
                        <a:rPr sz="1800" spc="-10" dirty="0">
                          <a:latin typeface="Trebuchet MS" panose="020B0603020202020204"/>
                          <a:cs typeface="Trebuchet MS" panose="020B0603020202020204"/>
                        </a:rPr>
                        <a:t>NCHAR,</a:t>
                      </a:r>
                      <a:endParaRPr sz="1800">
                        <a:latin typeface="Trebuchet MS" panose="020B0603020202020204"/>
                        <a:cs typeface="Trebuchet MS" panose="020B0603020202020204"/>
                      </a:endParaRPr>
                    </a:p>
                    <a:p>
                      <a:pPr marL="92075">
                        <a:lnSpc>
                          <a:spcPct val="100000"/>
                        </a:lnSpc>
                        <a:spcBef>
                          <a:spcPts val="1080"/>
                        </a:spcBef>
                      </a:pPr>
                      <a:r>
                        <a:rPr sz="1800" spc="-10" dirty="0">
                          <a:latin typeface="Trebuchet MS" panose="020B0603020202020204"/>
                          <a:cs typeface="Trebuchet MS" panose="020B0603020202020204"/>
                        </a:rPr>
                        <a:t>NVARCHAR2</a:t>
                      </a:r>
                      <a:endParaRPr sz="1800">
                        <a:latin typeface="Trebuchet MS" panose="020B0603020202020204"/>
                        <a:cs typeface="Trebuchet MS" panose="020B0603020202020204"/>
                      </a:endParaRPr>
                    </a:p>
                  </a:txBody>
                  <a:tcPr marL="0" marR="0" marT="1270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52120">
                <a:tc>
                  <a:txBody>
                    <a:bodyPr/>
                    <a:lstStyle/>
                    <a:p>
                      <a:pPr marL="90805">
                        <a:lnSpc>
                          <a:spcPct val="100000"/>
                        </a:lnSpc>
                        <a:spcBef>
                          <a:spcPts val="1000"/>
                        </a:spcBef>
                      </a:pPr>
                      <a:r>
                        <a:rPr sz="1800" spc="-20" dirty="0">
                          <a:latin typeface="Trebuchet MS" panose="020B0603020202020204"/>
                          <a:cs typeface="Trebuchet MS" panose="020B0603020202020204"/>
                        </a:rPr>
                        <a:t>Date</a:t>
                      </a:r>
                      <a:endParaRPr sz="1800">
                        <a:latin typeface="Trebuchet MS" panose="020B0603020202020204"/>
                        <a:cs typeface="Trebuchet MS" panose="020B0603020202020204"/>
                      </a:endParaRPr>
                    </a:p>
                  </a:txBody>
                  <a:tcPr marL="0" marR="0" marT="1270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000"/>
                        </a:spcBef>
                      </a:pPr>
                      <a:r>
                        <a:rPr sz="1800" spc="-20" dirty="0">
                          <a:latin typeface="Trebuchet MS" panose="020B0603020202020204"/>
                          <a:cs typeface="Trebuchet MS" panose="020B0603020202020204"/>
                        </a:rPr>
                        <a:t>DATE</a:t>
                      </a:r>
                      <a:endParaRPr sz="1800">
                        <a:latin typeface="Trebuchet MS" panose="020B0603020202020204"/>
                        <a:cs typeface="Trebuchet MS" panose="020B0603020202020204"/>
                      </a:endParaRPr>
                    </a:p>
                  </a:txBody>
                  <a:tcPr marL="0" marR="0" marT="1270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1000"/>
                        </a:spcBef>
                      </a:pPr>
                      <a:r>
                        <a:rPr sz="1800" dirty="0">
                          <a:latin typeface="Trebuchet MS" panose="020B0603020202020204"/>
                          <a:cs typeface="Trebuchet MS" panose="020B0603020202020204"/>
                        </a:rPr>
                        <a:t>-</a:t>
                      </a:r>
                      <a:endParaRPr sz="1800">
                        <a:latin typeface="Trebuchet MS" panose="020B0603020202020204"/>
                        <a:cs typeface="Trebuchet MS" panose="020B0603020202020204"/>
                      </a:endParaRPr>
                    </a:p>
                  </a:txBody>
                  <a:tcPr marL="0" marR="0" marT="1270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52120">
                <a:tc>
                  <a:txBody>
                    <a:bodyPr/>
                    <a:lstStyle/>
                    <a:p>
                      <a:pPr marL="90805">
                        <a:lnSpc>
                          <a:spcPct val="100000"/>
                        </a:lnSpc>
                        <a:spcBef>
                          <a:spcPts val="1000"/>
                        </a:spcBef>
                      </a:pPr>
                      <a:r>
                        <a:rPr sz="1800" spc="-10" dirty="0">
                          <a:latin typeface="Trebuchet MS" panose="020B0603020202020204"/>
                          <a:cs typeface="Trebuchet MS" panose="020B0603020202020204"/>
                        </a:rPr>
                        <a:t>Binary</a:t>
                      </a:r>
                      <a:endParaRPr sz="1800">
                        <a:latin typeface="Trebuchet MS" panose="020B0603020202020204"/>
                        <a:cs typeface="Trebuchet MS" panose="020B0603020202020204"/>
                      </a:endParaRPr>
                    </a:p>
                  </a:txBody>
                  <a:tcPr marL="0" marR="0" marT="1270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000"/>
                        </a:spcBef>
                      </a:pPr>
                      <a:r>
                        <a:rPr sz="1800" spc="-85" dirty="0">
                          <a:latin typeface="Trebuchet MS" panose="020B0603020202020204"/>
                          <a:cs typeface="Trebuchet MS" panose="020B0603020202020204"/>
                        </a:rPr>
                        <a:t>RAW,</a:t>
                      </a:r>
                      <a:r>
                        <a:rPr sz="1800" spc="-25" dirty="0">
                          <a:latin typeface="Trebuchet MS" panose="020B0603020202020204"/>
                          <a:cs typeface="Trebuchet MS" panose="020B0603020202020204"/>
                        </a:rPr>
                        <a:t> </a:t>
                      </a:r>
                      <a:r>
                        <a:rPr sz="1800" dirty="0">
                          <a:latin typeface="Trebuchet MS" panose="020B0603020202020204"/>
                          <a:cs typeface="Trebuchet MS" panose="020B0603020202020204"/>
                        </a:rPr>
                        <a:t>LONG</a:t>
                      </a:r>
                      <a:r>
                        <a:rPr sz="1800" spc="-35" dirty="0">
                          <a:latin typeface="Trebuchet MS" panose="020B0603020202020204"/>
                          <a:cs typeface="Trebuchet MS" panose="020B0603020202020204"/>
                        </a:rPr>
                        <a:t> </a:t>
                      </a:r>
                      <a:r>
                        <a:rPr sz="1800" spc="-25" dirty="0">
                          <a:latin typeface="Trebuchet MS" panose="020B0603020202020204"/>
                          <a:cs typeface="Trebuchet MS" panose="020B0603020202020204"/>
                        </a:rPr>
                        <a:t>RAW</a:t>
                      </a:r>
                      <a:endParaRPr sz="1800">
                        <a:latin typeface="Trebuchet MS" panose="020B0603020202020204"/>
                        <a:cs typeface="Trebuchet MS" panose="020B0603020202020204"/>
                      </a:endParaRPr>
                    </a:p>
                  </a:txBody>
                  <a:tcPr marL="0" marR="0" marT="1270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1000"/>
                        </a:spcBef>
                      </a:pPr>
                      <a:r>
                        <a:rPr sz="1800" dirty="0">
                          <a:latin typeface="Trebuchet MS" panose="020B0603020202020204"/>
                          <a:cs typeface="Trebuchet MS" panose="020B0603020202020204"/>
                        </a:rPr>
                        <a:t>-</a:t>
                      </a:r>
                      <a:endParaRPr sz="1800">
                        <a:latin typeface="Trebuchet MS" panose="020B0603020202020204"/>
                        <a:cs typeface="Trebuchet MS" panose="020B0603020202020204"/>
                      </a:endParaRPr>
                    </a:p>
                  </a:txBody>
                  <a:tcPr marL="0" marR="0" marT="1270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52120">
                <a:tc>
                  <a:txBody>
                    <a:bodyPr/>
                    <a:lstStyle/>
                    <a:p>
                      <a:pPr marL="90805">
                        <a:lnSpc>
                          <a:spcPct val="100000"/>
                        </a:lnSpc>
                        <a:spcBef>
                          <a:spcPts val="1005"/>
                        </a:spcBef>
                      </a:pPr>
                      <a:r>
                        <a:rPr sz="1800" spc="-10" dirty="0">
                          <a:latin typeface="Trebuchet MS" panose="020B0603020202020204"/>
                          <a:cs typeface="Trebuchet MS" panose="020B0603020202020204"/>
                        </a:rPr>
                        <a:t>Boolean</a:t>
                      </a:r>
                      <a:endParaRPr sz="1800">
                        <a:latin typeface="Trebuchet MS" panose="020B0603020202020204"/>
                        <a:cs typeface="Trebuchet MS" panose="020B0603020202020204"/>
                      </a:endParaRPr>
                    </a:p>
                  </a:txBody>
                  <a:tcPr marL="0" marR="0" marT="127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005"/>
                        </a:spcBef>
                      </a:pPr>
                      <a:r>
                        <a:rPr sz="1800" spc="-10" dirty="0">
                          <a:latin typeface="Trebuchet MS" panose="020B0603020202020204"/>
                          <a:cs typeface="Trebuchet MS" panose="020B0603020202020204"/>
                        </a:rPr>
                        <a:t>BOOLEAN</a:t>
                      </a:r>
                      <a:endParaRPr sz="1800">
                        <a:latin typeface="Trebuchet MS" panose="020B0603020202020204"/>
                        <a:cs typeface="Trebuchet MS" panose="020B0603020202020204"/>
                      </a:endParaRPr>
                    </a:p>
                  </a:txBody>
                  <a:tcPr marL="0" marR="0" marT="127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1005"/>
                        </a:spcBef>
                      </a:pPr>
                      <a:r>
                        <a:rPr sz="1800" dirty="0">
                          <a:latin typeface="Trebuchet MS" panose="020B0603020202020204"/>
                          <a:cs typeface="Trebuchet MS" panose="020B0603020202020204"/>
                        </a:rPr>
                        <a:t>Can</a:t>
                      </a:r>
                      <a:r>
                        <a:rPr sz="1800" spc="-60" dirty="0">
                          <a:latin typeface="Trebuchet MS" panose="020B0603020202020204"/>
                          <a:cs typeface="Trebuchet MS" panose="020B0603020202020204"/>
                        </a:rPr>
                        <a:t> </a:t>
                      </a:r>
                      <a:r>
                        <a:rPr sz="1800" dirty="0">
                          <a:latin typeface="Trebuchet MS" panose="020B0603020202020204"/>
                          <a:cs typeface="Trebuchet MS" panose="020B0603020202020204"/>
                        </a:rPr>
                        <a:t>have</a:t>
                      </a:r>
                      <a:r>
                        <a:rPr sz="1800" spc="-55" dirty="0">
                          <a:latin typeface="Trebuchet MS" panose="020B0603020202020204"/>
                          <a:cs typeface="Trebuchet MS" panose="020B0603020202020204"/>
                        </a:rPr>
                        <a:t> </a:t>
                      </a:r>
                      <a:r>
                        <a:rPr sz="1800" dirty="0">
                          <a:latin typeface="Trebuchet MS" panose="020B0603020202020204"/>
                          <a:cs typeface="Trebuchet MS" panose="020B0603020202020204"/>
                        </a:rPr>
                        <a:t>value</a:t>
                      </a:r>
                      <a:r>
                        <a:rPr sz="1800" spc="-35" dirty="0">
                          <a:latin typeface="Trebuchet MS" panose="020B0603020202020204"/>
                          <a:cs typeface="Trebuchet MS" panose="020B0603020202020204"/>
                        </a:rPr>
                        <a:t> </a:t>
                      </a:r>
                      <a:r>
                        <a:rPr sz="1800" dirty="0">
                          <a:latin typeface="Trebuchet MS" panose="020B0603020202020204"/>
                          <a:cs typeface="Trebuchet MS" panose="020B0603020202020204"/>
                        </a:rPr>
                        <a:t>like</a:t>
                      </a:r>
                      <a:r>
                        <a:rPr sz="1800" spc="-100" dirty="0">
                          <a:latin typeface="Trebuchet MS" panose="020B0603020202020204"/>
                          <a:cs typeface="Trebuchet MS" panose="020B0603020202020204"/>
                        </a:rPr>
                        <a:t> </a:t>
                      </a:r>
                      <a:r>
                        <a:rPr sz="1800" dirty="0">
                          <a:latin typeface="Trebuchet MS" panose="020B0603020202020204"/>
                          <a:cs typeface="Trebuchet MS" panose="020B0603020202020204"/>
                        </a:rPr>
                        <a:t>TRUE,</a:t>
                      </a:r>
                      <a:r>
                        <a:rPr sz="1800" spc="-40" dirty="0">
                          <a:latin typeface="Trebuchet MS" panose="020B0603020202020204"/>
                          <a:cs typeface="Trebuchet MS" panose="020B0603020202020204"/>
                        </a:rPr>
                        <a:t> </a:t>
                      </a:r>
                      <a:r>
                        <a:rPr sz="1800" spc="-25" dirty="0">
                          <a:latin typeface="Trebuchet MS" panose="020B0603020202020204"/>
                          <a:cs typeface="Trebuchet MS" panose="020B0603020202020204"/>
                        </a:rPr>
                        <a:t>FALSE</a:t>
                      </a:r>
                      <a:r>
                        <a:rPr sz="1800" spc="-65" dirty="0">
                          <a:latin typeface="Trebuchet MS" panose="020B0603020202020204"/>
                          <a:cs typeface="Trebuchet MS" panose="020B0603020202020204"/>
                        </a:rPr>
                        <a:t> </a:t>
                      </a:r>
                      <a:r>
                        <a:rPr sz="1800" dirty="0">
                          <a:latin typeface="Trebuchet MS" panose="020B0603020202020204"/>
                          <a:cs typeface="Trebuchet MS" panose="020B0603020202020204"/>
                        </a:rPr>
                        <a:t>and</a:t>
                      </a:r>
                      <a:r>
                        <a:rPr sz="1800" spc="-55" dirty="0">
                          <a:latin typeface="Trebuchet MS" panose="020B0603020202020204"/>
                          <a:cs typeface="Trebuchet MS" panose="020B0603020202020204"/>
                        </a:rPr>
                        <a:t> </a:t>
                      </a:r>
                      <a:r>
                        <a:rPr sz="1800" spc="-20" dirty="0">
                          <a:latin typeface="Trebuchet MS" panose="020B0603020202020204"/>
                          <a:cs typeface="Trebuchet MS" panose="020B0603020202020204"/>
                        </a:rPr>
                        <a:t>NULL</a:t>
                      </a:r>
                      <a:endParaRPr sz="1800">
                        <a:latin typeface="Trebuchet MS" panose="020B0603020202020204"/>
                        <a:cs typeface="Trebuchet MS" panose="020B0603020202020204"/>
                      </a:endParaRPr>
                    </a:p>
                  </a:txBody>
                  <a:tcPr marL="0" marR="0" marT="127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52120">
                <a:tc>
                  <a:txBody>
                    <a:bodyPr/>
                    <a:lstStyle/>
                    <a:p>
                      <a:pPr marL="90805">
                        <a:lnSpc>
                          <a:spcPct val="100000"/>
                        </a:lnSpc>
                        <a:spcBef>
                          <a:spcPts val="1005"/>
                        </a:spcBef>
                      </a:pPr>
                      <a:r>
                        <a:rPr sz="1800" b="1" spc="-10" dirty="0">
                          <a:latin typeface="Trebuchet MS" panose="020B0603020202020204"/>
                          <a:cs typeface="Trebuchet MS" panose="020B0603020202020204"/>
                        </a:rPr>
                        <a:t>RowID</a:t>
                      </a:r>
                      <a:endParaRPr sz="1800">
                        <a:latin typeface="Trebuchet MS" panose="020B0603020202020204"/>
                        <a:cs typeface="Trebuchet MS" panose="020B0603020202020204"/>
                      </a:endParaRPr>
                    </a:p>
                  </a:txBody>
                  <a:tcPr marL="0" marR="0" marT="127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005"/>
                        </a:spcBef>
                      </a:pPr>
                      <a:r>
                        <a:rPr sz="1800" b="1" spc="-10" dirty="0">
                          <a:latin typeface="Trebuchet MS" panose="020B0603020202020204"/>
                          <a:cs typeface="Trebuchet MS" panose="020B0603020202020204"/>
                        </a:rPr>
                        <a:t>ROWID</a:t>
                      </a:r>
                      <a:endParaRPr sz="1800">
                        <a:latin typeface="Trebuchet MS" panose="020B0603020202020204"/>
                        <a:cs typeface="Trebuchet MS" panose="020B0603020202020204"/>
                      </a:endParaRPr>
                    </a:p>
                  </a:txBody>
                  <a:tcPr marL="0" marR="0" marT="127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1005"/>
                        </a:spcBef>
                      </a:pPr>
                      <a:r>
                        <a:rPr sz="1800" b="1" dirty="0">
                          <a:latin typeface="Trebuchet MS" panose="020B0603020202020204"/>
                          <a:cs typeface="Trebuchet MS" panose="020B0603020202020204"/>
                        </a:rPr>
                        <a:t>Stores</a:t>
                      </a:r>
                      <a:r>
                        <a:rPr sz="1800" b="1" spc="-30" dirty="0">
                          <a:latin typeface="Trebuchet MS" panose="020B0603020202020204"/>
                          <a:cs typeface="Trebuchet MS" panose="020B0603020202020204"/>
                        </a:rPr>
                        <a:t> </a:t>
                      </a:r>
                      <a:r>
                        <a:rPr sz="1800" b="1" dirty="0">
                          <a:latin typeface="Trebuchet MS" panose="020B0603020202020204"/>
                          <a:cs typeface="Trebuchet MS" panose="020B0603020202020204"/>
                        </a:rPr>
                        <a:t>values</a:t>
                      </a:r>
                      <a:r>
                        <a:rPr sz="1800" b="1" spc="-25" dirty="0">
                          <a:latin typeface="Trebuchet MS" panose="020B0603020202020204"/>
                          <a:cs typeface="Trebuchet MS" panose="020B0603020202020204"/>
                        </a:rPr>
                        <a:t> </a:t>
                      </a:r>
                      <a:r>
                        <a:rPr sz="1800" b="1" dirty="0">
                          <a:latin typeface="Trebuchet MS" panose="020B0603020202020204"/>
                          <a:cs typeface="Trebuchet MS" panose="020B0603020202020204"/>
                        </a:rPr>
                        <a:t>of</a:t>
                      </a:r>
                      <a:r>
                        <a:rPr sz="1800" b="1" spc="-40" dirty="0">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address</a:t>
                      </a:r>
                      <a:r>
                        <a:rPr sz="1800" b="1" spc="-15" dirty="0">
                          <a:highlight>
                            <a:srgbClr val="FFFF00"/>
                          </a:highlight>
                          <a:latin typeface="Trebuchet MS" panose="020B0603020202020204"/>
                          <a:cs typeface="Trebuchet MS" panose="020B0603020202020204"/>
                        </a:rPr>
                        <a:t> </a:t>
                      </a:r>
                      <a:r>
                        <a:rPr sz="1800" b="1" dirty="0">
                          <a:latin typeface="Trebuchet MS" panose="020B0603020202020204"/>
                          <a:cs typeface="Trebuchet MS" panose="020B0603020202020204"/>
                        </a:rPr>
                        <a:t>of</a:t>
                      </a:r>
                      <a:r>
                        <a:rPr sz="1800" b="1" spc="-35" dirty="0">
                          <a:latin typeface="Trebuchet MS" panose="020B0603020202020204"/>
                          <a:cs typeface="Trebuchet MS" panose="020B0603020202020204"/>
                        </a:rPr>
                        <a:t> </a:t>
                      </a:r>
                      <a:r>
                        <a:rPr sz="1800" b="1" dirty="0">
                          <a:highlight>
                            <a:srgbClr val="FFFF00"/>
                          </a:highlight>
                          <a:latin typeface="Trebuchet MS" panose="020B0603020202020204"/>
                          <a:cs typeface="Trebuchet MS" panose="020B0603020202020204"/>
                        </a:rPr>
                        <a:t>each</a:t>
                      </a:r>
                      <a:r>
                        <a:rPr sz="1800" b="1" spc="-30" dirty="0">
                          <a:highlight>
                            <a:srgbClr val="FFFF00"/>
                          </a:highlight>
                          <a:latin typeface="Trebuchet MS" panose="020B0603020202020204"/>
                          <a:cs typeface="Trebuchet MS" panose="020B0603020202020204"/>
                        </a:rPr>
                        <a:t> </a:t>
                      </a:r>
                      <a:r>
                        <a:rPr sz="1800" b="1" spc="-10" dirty="0">
                          <a:highlight>
                            <a:srgbClr val="FFFF00"/>
                          </a:highlight>
                          <a:latin typeface="Trebuchet MS" panose="020B0603020202020204"/>
                          <a:cs typeface="Trebuchet MS" panose="020B0603020202020204"/>
                        </a:rPr>
                        <a:t>record</a:t>
                      </a:r>
                      <a:endParaRPr sz="1800" b="1" spc="-10" dirty="0">
                        <a:highlight>
                          <a:srgbClr val="FFFF00"/>
                        </a:highlight>
                        <a:latin typeface="Trebuchet MS" panose="020B0603020202020204"/>
                        <a:cs typeface="Trebuchet MS" panose="020B0603020202020204"/>
                      </a:endParaRPr>
                    </a:p>
                  </a:txBody>
                  <a:tcPr marL="0" marR="0" marT="127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20522" rIns="0" bIns="0" rtlCol="0">
            <a:spAutoFit/>
          </a:bodyPr>
          <a:lstStyle/>
          <a:p>
            <a:pPr marL="2138680">
              <a:lnSpc>
                <a:spcPct val="100000"/>
              </a:lnSpc>
              <a:spcBef>
                <a:spcPts val="105"/>
              </a:spcBef>
            </a:pPr>
            <a:r>
              <a:rPr sz="4400" b="0" dirty="0">
                <a:latin typeface="Trebuchet MS" panose="020B0603020202020204"/>
                <a:cs typeface="Trebuchet MS" panose="020B0603020202020204"/>
              </a:rPr>
              <a:t>PL/SQL</a:t>
            </a:r>
            <a:r>
              <a:rPr sz="4400" b="0" spc="-220" dirty="0">
                <a:latin typeface="Trebuchet MS" panose="020B0603020202020204"/>
                <a:cs typeface="Trebuchet MS" panose="020B0603020202020204"/>
              </a:rPr>
              <a:t> </a:t>
            </a:r>
            <a:r>
              <a:rPr sz="4400" b="0" spc="-45" dirty="0">
                <a:latin typeface="Trebuchet MS" panose="020B0603020202020204"/>
                <a:cs typeface="Trebuchet MS" panose="020B0603020202020204"/>
              </a:rPr>
              <a:t>CONSTANT</a:t>
            </a:r>
            <a:endParaRPr sz="4400">
              <a:latin typeface="Trebuchet MS" panose="020B0603020202020204"/>
              <a:cs typeface="Trebuchet MS" panose="020B0603020202020204"/>
            </a:endParaRPr>
          </a:p>
        </p:txBody>
      </p:sp>
      <p:sp>
        <p:nvSpPr>
          <p:cNvPr id="3" name="object 3"/>
          <p:cNvSpPr txBox="1"/>
          <p:nvPr/>
        </p:nvSpPr>
        <p:spPr>
          <a:xfrm>
            <a:off x="535940" y="1624330"/>
            <a:ext cx="7767320" cy="4718685"/>
          </a:xfrm>
          <a:prstGeom prst="rect">
            <a:avLst/>
          </a:prstGeom>
        </p:spPr>
        <p:txBody>
          <a:bodyPr vert="horz" wrap="square" lIns="0" tIns="12700" rIns="0" bIns="0" rtlCol="0">
            <a:noAutofit/>
          </a:bodyPr>
          <a:lstStyle/>
          <a:p>
            <a:pPr marL="355600" marR="27940" indent="-342900">
              <a:lnSpc>
                <a:spcPct val="100000"/>
              </a:lnSpc>
              <a:spcBef>
                <a:spcPts val="100"/>
              </a:spcBef>
              <a:buFont typeface="Wingdings" panose="05000000000000000000"/>
              <a:buChar char=""/>
              <a:tabLst>
                <a:tab pos="355600" algn="l"/>
              </a:tabLst>
            </a:pPr>
            <a:r>
              <a:rPr sz="2400" dirty="0">
                <a:latin typeface="Trebuchet MS" panose="020B0603020202020204"/>
                <a:cs typeface="Trebuchet MS" panose="020B0603020202020204"/>
              </a:rPr>
              <a:t>A</a:t>
            </a:r>
            <a:r>
              <a:rPr sz="2400" spc="-180" dirty="0">
                <a:latin typeface="Trebuchet MS" panose="020B0603020202020204"/>
                <a:cs typeface="Trebuchet MS" panose="020B0603020202020204"/>
              </a:rPr>
              <a:t> </a:t>
            </a:r>
            <a:r>
              <a:rPr sz="2400" dirty="0">
                <a:latin typeface="Trebuchet MS" panose="020B0603020202020204"/>
                <a:cs typeface="Trebuchet MS" panose="020B0603020202020204"/>
              </a:rPr>
              <a:t>constant</a:t>
            </a:r>
            <a:r>
              <a:rPr sz="2400" spc="-45"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holds</a:t>
            </a:r>
            <a:r>
              <a:rPr sz="2400" spc="-50"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a</a:t>
            </a:r>
            <a:r>
              <a:rPr sz="2400" spc="-55"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value</a:t>
            </a:r>
            <a:r>
              <a:rPr sz="2400" spc="-35" dirty="0">
                <a:highlight>
                  <a:srgbClr val="FFFF00"/>
                </a:highlight>
                <a:latin typeface="Trebuchet MS" panose="020B0603020202020204"/>
                <a:cs typeface="Trebuchet MS" panose="020B0603020202020204"/>
              </a:rPr>
              <a:t> </a:t>
            </a:r>
            <a:r>
              <a:rPr sz="2400" dirty="0">
                <a:latin typeface="Trebuchet MS" panose="020B0603020202020204"/>
                <a:cs typeface="Trebuchet MS" panose="020B0603020202020204"/>
              </a:rPr>
              <a:t>that</a:t>
            </a:r>
            <a:r>
              <a:rPr sz="2400" spc="-60" dirty="0">
                <a:latin typeface="Trebuchet MS" panose="020B0603020202020204"/>
                <a:cs typeface="Trebuchet MS" panose="020B0603020202020204"/>
              </a:rPr>
              <a:t> </a:t>
            </a:r>
            <a:r>
              <a:rPr sz="2400" dirty="0">
                <a:latin typeface="Trebuchet MS" panose="020B0603020202020204"/>
                <a:cs typeface="Trebuchet MS" panose="020B0603020202020204"/>
              </a:rPr>
              <a:t>once</a:t>
            </a:r>
            <a:r>
              <a:rPr sz="2400" spc="-35" dirty="0">
                <a:latin typeface="Trebuchet MS" panose="020B0603020202020204"/>
                <a:cs typeface="Trebuchet MS" panose="020B0603020202020204"/>
              </a:rPr>
              <a:t> </a:t>
            </a:r>
            <a:r>
              <a:rPr sz="2400" dirty="0">
                <a:latin typeface="Trebuchet MS" panose="020B0603020202020204"/>
                <a:cs typeface="Trebuchet MS" panose="020B0603020202020204"/>
              </a:rPr>
              <a:t>declared,</a:t>
            </a:r>
            <a:r>
              <a:rPr sz="2400" spc="-35" dirty="0">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does</a:t>
            </a:r>
            <a:r>
              <a:rPr sz="2400" spc="-45" dirty="0">
                <a:highlight>
                  <a:srgbClr val="FFFF00"/>
                </a:highlight>
                <a:latin typeface="Trebuchet MS" panose="020B0603020202020204"/>
                <a:cs typeface="Trebuchet MS" panose="020B0603020202020204"/>
              </a:rPr>
              <a:t> </a:t>
            </a:r>
            <a:r>
              <a:rPr sz="2400" spc="-25" dirty="0">
                <a:highlight>
                  <a:srgbClr val="FFFF00"/>
                </a:highlight>
                <a:latin typeface="Trebuchet MS" panose="020B0603020202020204"/>
                <a:cs typeface="Trebuchet MS" panose="020B0603020202020204"/>
              </a:rPr>
              <a:t>not </a:t>
            </a:r>
            <a:r>
              <a:rPr sz="2400" dirty="0">
                <a:highlight>
                  <a:srgbClr val="FFFF00"/>
                </a:highlight>
                <a:latin typeface="Trebuchet MS" panose="020B0603020202020204"/>
                <a:cs typeface="Trebuchet MS" panose="020B0603020202020204"/>
              </a:rPr>
              <a:t>change</a:t>
            </a:r>
            <a:r>
              <a:rPr sz="2400" spc="-40"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in</a:t>
            </a:r>
            <a:r>
              <a:rPr sz="2400" spc="-50"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the</a:t>
            </a:r>
            <a:r>
              <a:rPr sz="2400" spc="-55" dirty="0">
                <a:highlight>
                  <a:srgbClr val="FFFF00"/>
                </a:highlight>
                <a:latin typeface="Trebuchet MS" panose="020B0603020202020204"/>
                <a:cs typeface="Trebuchet MS" panose="020B0603020202020204"/>
              </a:rPr>
              <a:t> </a:t>
            </a:r>
            <a:r>
              <a:rPr sz="2400" spc="-10" dirty="0">
                <a:highlight>
                  <a:srgbClr val="FFFF00"/>
                </a:highlight>
                <a:latin typeface="Trebuchet MS" panose="020B0603020202020204"/>
                <a:cs typeface="Trebuchet MS" panose="020B0603020202020204"/>
              </a:rPr>
              <a:t>program.</a:t>
            </a:r>
            <a:endParaRPr sz="2400">
              <a:highlight>
                <a:srgbClr val="FFFF00"/>
              </a:highlight>
              <a:latin typeface="Trebuchet MS" panose="020B0603020202020204"/>
              <a:cs typeface="Trebuchet MS" panose="020B0603020202020204"/>
            </a:endParaRPr>
          </a:p>
          <a:p>
            <a:pPr marL="355600" marR="151130" indent="-342900">
              <a:lnSpc>
                <a:spcPct val="100000"/>
              </a:lnSpc>
              <a:spcBef>
                <a:spcPts val="580"/>
              </a:spcBef>
              <a:buFont typeface="Wingdings" panose="05000000000000000000"/>
              <a:buChar char=""/>
              <a:tabLst>
                <a:tab pos="355600" algn="l"/>
              </a:tabLst>
            </a:pPr>
            <a:r>
              <a:rPr sz="2400" dirty="0">
                <a:latin typeface="Trebuchet MS" panose="020B0603020202020204"/>
                <a:cs typeface="Trebuchet MS" panose="020B0603020202020204"/>
              </a:rPr>
              <a:t>A</a:t>
            </a:r>
            <a:r>
              <a:rPr sz="2400" spc="-185" dirty="0">
                <a:latin typeface="Trebuchet MS" panose="020B0603020202020204"/>
                <a:cs typeface="Trebuchet MS" panose="020B0603020202020204"/>
              </a:rPr>
              <a:t> </a:t>
            </a:r>
            <a:r>
              <a:rPr sz="2400" dirty="0">
                <a:latin typeface="Trebuchet MS" panose="020B0603020202020204"/>
                <a:cs typeface="Trebuchet MS" panose="020B0603020202020204"/>
              </a:rPr>
              <a:t>constant</a:t>
            </a:r>
            <a:r>
              <a:rPr sz="2400" spc="-75" dirty="0">
                <a:latin typeface="Trebuchet MS" panose="020B0603020202020204"/>
                <a:cs typeface="Trebuchet MS" panose="020B0603020202020204"/>
              </a:rPr>
              <a:t> </a:t>
            </a:r>
            <a:r>
              <a:rPr sz="2400" dirty="0">
                <a:latin typeface="Trebuchet MS" panose="020B0603020202020204"/>
                <a:cs typeface="Trebuchet MS" panose="020B0603020202020204"/>
              </a:rPr>
              <a:t>declaration</a:t>
            </a:r>
            <a:r>
              <a:rPr sz="2400" spc="-45" dirty="0">
                <a:latin typeface="Trebuchet MS" panose="020B0603020202020204"/>
                <a:cs typeface="Trebuchet MS" panose="020B0603020202020204"/>
              </a:rPr>
              <a:t> </a:t>
            </a:r>
            <a:r>
              <a:rPr sz="2400" dirty="0">
                <a:latin typeface="Trebuchet MS" panose="020B0603020202020204"/>
                <a:cs typeface="Trebuchet MS" panose="020B0603020202020204"/>
              </a:rPr>
              <a:t>specifies</a:t>
            </a:r>
            <a:r>
              <a:rPr sz="2400" spc="-60" dirty="0">
                <a:latin typeface="Trebuchet MS" panose="020B0603020202020204"/>
                <a:cs typeface="Trebuchet MS" panose="020B0603020202020204"/>
              </a:rPr>
              <a:t> </a:t>
            </a:r>
            <a:r>
              <a:rPr sz="2400" dirty="0">
                <a:latin typeface="Trebuchet MS" panose="020B0603020202020204"/>
                <a:cs typeface="Trebuchet MS" panose="020B0603020202020204"/>
              </a:rPr>
              <a:t>its</a:t>
            </a:r>
            <a:r>
              <a:rPr sz="2400" spc="-80" dirty="0">
                <a:latin typeface="Trebuchet MS" panose="020B0603020202020204"/>
                <a:cs typeface="Trebuchet MS" panose="020B0603020202020204"/>
              </a:rPr>
              <a:t> </a:t>
            </a:r>
            <a:r>
              <a:rPr sz="2400" dirty="0">
                <a:latin typeface="Trebuchet MS" panose="020B0603020202020204"/>
                <a:cs typeface="Trebuchet MS" panose="020B0603020202020204"/>
              </a:rPr>
              <a:t>name,</a:t>
            </a:r>
            <a:r>
              <a:rPr sz="2400" spc="-60" dirty="0">
                <a:latin typeface="Trebuchet MS" panose="020B0603020202020204"/>
                <a:cs typeface="Trebuchet MS" panose="020B0603020202020204"/>
              </a:rPr>
              <a:t> </a:t>
            </a:r>
            <a:r>
              <a:rPr sz="2400" dirty="0">
                <a:latin typeface="Trebuchet MS" panose="020B0603020202020204"/>
                <a:cs typeface="Trebuchet MS" panose="020B0603020202020204"/>
              </a:rPr>
              <a:t>data</a:t>
            </a:r>
            <a:r>
              <a:rPr sz="2400" spc="-65" dirty="0">
                <a:latin typeface="Trebuchet MS" panose="020B0603020202020204"/>
                <a:cs typeface="Trebuchet MS" panose="020B0603020202020204"/>
              </a:rPr>
              <a:t> </a:t>
            </a:r>
            <a:r>
              <a:rPr sz="2400" spc="-10" dirty="0">
                <a:latin typeface="Trebuchet MS" panose="020B0603020202020204"/>
                <a:cs typeface="Trebuchet MS" panose="020B0603020202020204"/>
              </a:rPr>
              <a:t>type, </a:t>
            </a:r>
            <a:r>
              <a:rPr sz="2400" dirty="0">
                <a:latin typeface="Trebuchet MS" panose="020B0603020202020204"/>
                <a:cs typeface="Trebuchet MS" panose="020B0603020202020204"/>
              </a:rPr>
              <a:t>and</a:t>
            </a:r>
            <a:r>
              <a:rPr sz="2400" spc="-65" dirty="0">
                <a:latin typeface="Trebuchet MS" panose="020B0603020202020204"/>
                <a:cs typeface="Trebuchet MS" panose="020B0603020202020204"/>
              </a:rPr>
              <a:t> </a:t>
            </a:r>
            <a:r>
              <a:rPr sz="2400" dirty="0">
                <a:latin typeface="Trebuchet MS" panose="020B0603020202020204"/>
                <a:cs typeface="Trebuchet MS" panose="020B0603020202020204"/>
              </a:rPr>
              <a:t>value,</a:t>
            </a:r>
            <a:r>
              <a:rPr sz="2400" spc="-50" dirty="0">
                <a:latin typeface="Trebuchet MS" panose="020B0603020202020204"/>
                <a:cs typeface="Trebuchet MS" panose="020B0603020202020204"/>
              </a:rPr>
              <a:t> </a:t>
            </a:r>
            <a:r>
              <a:rPr sz="2400" dirty="0">
                <a:latin typeface="Trebuchet MS" panose="020B0603020202020204"/>
                <a:cs typeface="Trebuchet MS" panose="020B0603020202020204"/>
              </a:rPr>
              <a:t>and</a:t>
            </a:r>
            <a:r>
              <a:rPr sz="2400" spc="-55" dirty="0">
                <a:latin typeface="Trebuchet MS" panose="020B0603020202020204"/>
                <a:cs typeface="Trebuchet MS" panose="020B0603020202020204"/>
              </a:rPr>
              <a:t> </a:t>
            </a:r>
            <a:r>
              <a:rPr sz="2400" dirty="0">
                <a:latin typeface="Trebuchet MS" panose="020B0603020202020204"/>
                <a:cs typeface="Trebuchet MS" panose="020B0603020202020204"/>
              </a:rPr>
              <a:t>allocates</a:t>
            </a:r>
            <a:r>
              <a:rPr sz="2400" spc="-50" dirty="0">
                <a:latin typeface="Trebuchet MS" panose="020B0603020202020204"/>
                <a:cs typeface="Trebuchet MS" panose="020B0603020202020204"/>
              </a:rPr>
              <a:t> </a:t>
            </a:r>
            <a:r>
              <a:rPr sz="2400" dirty="0">
                <a:latin typeface="Trebuchet MS" panose="020B0603020202020204"/>
                <a:cs typeface="Trebuchet MS" panose="020B0603020202020204"/>
              </a:rPr>
              <a:t>storage</a:t>
            </a:r>
            <a:r>
              <a:rPr sz="2400" spc="-55" dirty="0">
                <a:latin typeface="Trebuchet MS" panose="020B0603020202020204"/>
                <a:cs typeface="Trebuchet MS" panose="020B0603020202020204"/>
              </a:rPr>
              <a:t> </a:t>
            </a:r>
            <a:r>
              <a:rPr sz="2400" dirty="0">
                <a:latin typeface="Trebuchet MS" panose="020B0603020202020204"/>
                <a:cs typeface="Trebuchet MS" panose="020B0603020202020204"/>
              </a:rPr>
              <a:t>for</a:t>
            </a:r>
            <a:r>
              <a:rPr sz="2400" spc="-65" dirty="0">
                <a:latin typeface="Trebuchet MS" panose="020B0603020202020204"/>
                <a:cs typeface="Trebuchet MS" panose="020B0603020202020204"/>
              </a:rPr>
              <a:t> </a:t>
            </a:r>
            <a:r>
              <a:rPr sz="2400" spc="-25" dirty="0">
                <a:latin typeface="Trebuchet MS" panose="020B0603020202020204"/>
                <a:cs typeface="Trebuchet MS" panose="020B0603020202020204"/>
              </a:rPr>
              <a:t>it.</a:t>
            </a:r>
            <a:endParaRPr sz="2400">
              <a:latin typeface="Trebuchet MS" panose="020B0603020202020204"/>
              <a:cs typeface="Trebuchet MS" panose="020B0603020202020204"/>
            </a:endParaRPr>
          </a:p>
          <a:p>
            <a:pPr marL="354965" indent="-342265">
              <a:lnSpc>
                <a:spcPct val="100000"/>
              </a:lnSpc>
              <a:spcBef>
                <a:spcPts val="575"/>
              </a:spcBef>
              <a:buFont typeface="Wingdings" panose="05000000000000000000"/>
              <a:buChar char=""/>
              <a:tabLst>
                <a:tab pos="354965" algn="l"/>
              </a:tabLst>
            </a:pPr>
            <a:r>
              <a:rPr sz="2400" dirty="0">
                <a:latin typeface="Trebuchet MS" panose="020B0603020202020204"/>
                <a:cs typeface="Trebuchet MS" panose="020B0603020202020204"/>
              </a:rPr>
              <a:t>The</a:t>
            </a:r>
            <a:r>
              <a:rPr sz="2400" spc="-45" dirty="0">
                <a:latin typeface="Trebuchet MS" panose="020B0603020202020204"/>
                <a:cs typeface="Trebuchet MS" panose="020B0603020202020204"/>
              </a:rPr>
              <a:t> </a:t>
            </a:r>
            <a:r>
              <a:rPr sz="2400" dirty="0">
                <a:latin typeface="Trebuchet MS" panose="020B0603020202020204"/>
                <a:cs typeface="Trebuchet MS" panose="020B0603020202020204"/>
              </a:rPr>
              <a:t>declaration</a:t>
            </a:r>
            <a:r>
              <a:rPr sz="2400" spc="-20" dirty="0">
                <a:latin typeface="Trebuchet MS" panose="020B0603020202020204"/>
                <a:cs typeface="Trebuchet MS" panose="020B0603020202020204"/>
              </a:rPr>
              <a:t> </a:t>
            </a:r>
            <a:r>
              <a:rPr sz="2400" dirty="0">
                <a:latin typeface="Trebuchet MS" panose="020B0603020202020204"/>
                <a:cs typeface="Trebuchet MS" panose="020B0603020202020204"/>
              </a:rPr>
              <a:t>can</a:t>
            </a:r>
            <a:r>
              <a:rPr sz="2400" spc="-40" dirty="0">
                <a:latin typeface="Trebuchet MS" panose="020B0603020202020204"/>
                <a:cs typeface="Trebuchet MS" panose="020B0603020202020204"/>
              </a:rPr>
              <a:t> </a:t>
            </a:r>
            <a:r>
              <a:rPr sz="2400" dirty="0">
                <a:latin typeface="Trebuchet MS" panose="020B0603020202020204"/>
                <a:cs typeface="Trebuchet MS" panose="020B0603020202020204"/>
              </a:rPr>
              <a:t>also</a:t>
            </a:r>
            <a:r>
              <a:rPr sz="2400" spc="-25" dirty="0">
                <a:latin typeface="Trebuchet MS" panose="020B0603020202020204"/>
                <a:cs typeface="Trebuchet MS" panose="020B0603020202020204"/>
              </a:rPr>
              <a:t> </a:t>
            </a:r>
            <a:r>
              <a:rPr sz="2400" dirty="0">
                <a:latin typeface="Trebuchet MS" panose="020B0603020202020204"/>
                <a:cs typeface="Trebuchet MS" panose="020B0603020202020204"/>
              </a:rPr>
              <a:t>impose</a:t>
            </a:r>
            <a:r>
              <a:rPr sz="2400" spc="-40" dirty="0">
                <a:latin typeface="Trebuchet MS" panose="020B0603020202020204"/>
                <a:cs typeface="Trebuchet MS" panose="020B0603020202020204"/>
              </a:rPr>
              <a:t> </a:t>
            </a:r>
            <a:r>
              <a:rPr sz="2400" dirty="0">
                <a:latin typeface="Trebuchet MS" panose="020B0603020202020204"/>
                <a:cs typeface="Trebuchet MS" panose="020B0603020202020204"/>
              </a:rPr>
              <a:t>the</a:t>
            </a:r>
            <a:r>
              <a:rPr sz="2400" spc="-55" dirty="0">
                <a:latin typeface="Trebuchet MS" panose="020B0603020202020204"/>
                <a:cs typeface="Trebuchet MS" panose="020B0603020202020204"/>
              </a:rPr>
              <a:t> </a:t>
            </a:r>
            <a:r>
              <a:rPr sz="2400" b="1" dirty="0">
                <a:highlight>
                  <a:srgbClr val="FFFF00"/>
                </a:highlight>
                <a:latin typeface="Trebuchet MS" panose="020B0603020202020204"/>
                <a:cs typeface="Trebuchet MS" panose="020B0603020202020204"/>
              </a:rPr>
              <a:t>not</a:t>
            </a:r>
            <a:r>
              <a:rPr sz="2400" b="1" spc="-55" dirty="0">
                <a:highlight>
                  <a:srgbClr val="FFFF00"/>
                </a:highlight>
                <a:latin typeface="Trebuchet MS" panose="020B0603020202020204"/>
                <a:cs typeface="Trebuchet MS" panose="020B0603020202020204"/>
              </a:rPr>
              <a:t> </a:t>
            </a:r>
            <a:r>
              <a:rPr sz="2400" b="1" spc="-20" dirty="0">
                <a:highlight>
                  <a:srgbClr val="FFFF00"/>
                </a:highlight>
                <a:latin typeface="Trebuchet MS" panose="020B0603020202020204"/>
                <a:cs typeface="Trebuchet MS" panose="020B0603020202020204"/>
              </a:rPr>
              <a:t>null</a:t>
            </a:r>
            <a:endParaRPr sz="2400">
              <a:latin typeface="Trebuchet MS" panose="020B0603020202020204"/>
              <a:cs typeface="Trebuchet MS" panose="020B0603020202020204"/>
            </a:endParaRPr>
          </a:p>
          <a:p>
            <a:pPr marL="355600">
              <a:lnSpc>
                <a:spcPct val="100000"/>
              </a:lnSpc>
            </a:pPr>
            <a:r>
              <a:rPr sz="2400" b="1" spc="-10" dirty="0">
                <a:solidFill>
                  <a:srgbClr val="FF0000"/>
                </a:solidFill>
                <a:latin typeface="Trebuchet MS" panose="020B0603020202020204"/>
                <a:cs typeface="Trebuchet MS" panose="020B0603020202020204"/>
              </a:rPr>
              <a:t>constraint</a:t>
            </a:r>
            <a:r>
              <a:rPr sz="2400" spc="-10" dirty="0">
                <a:solidFill>
                  <a:srgbClr val="FF0000"/>
                </a:solidFill>
                <a:latin typeface="Trebuchet MS" panose="020B0603020202020204"/>
                <a:cs typeface="Trebuchet MS" panose="020B0603020202020204"/>
              </a:rPr>
              <a:t>.</a:t>
            </a:r>
            <a:endParaRPr sz="2400">
              <a:latin typeface="Trebuchet MS" panose="020B0603020202020204"/>
              <a:cs typeface="Trebuchet MS" panose="020B0603020202020204"/>
            </a:endParaRPr>
          </a:p>
          <a:p>
            <a:pPr marL="354965" indent="-342265">
              <a:lnSpc>
                <a:spcPct val="100000"/>
              </a:lnSpc>
              <a:spcBef>
                <a:spcPts val="575"/>
              </a:spcBef>
              <a:buFont typeface="Wingdings" panose="05000000000000000000"/>
              <a:buChar char=""/>
              <a:tabLst>
                <a:tab pos="354965" algn="l"/>
              </a:tabLst>
            </a:pPr>
            <a:r>
              <a:rPr sz="2400" dirty="0">
                <a:latin typeface="Trebuchet MS" panose="020B0603020202020204"/>
                <a:cs typeface="Trebuchet MS" panose="020B0603020202020204"/>
              </a:rPr>
              <a:t>A</a:t>
            </a:r>
            <a:r>
              <a:rPr sz="2400" spc="-180" dirty="0">
                <a:latin typeface="Trebuchet MS" panose="020B0603020202020204"/>
                <a:cs typeface="Trebuchet MS" panose="020B0603020202020204"/>
              </a:rPr>
              <a:t> </a:t>
            </a:r>
            <a:r>
              <a:rPr sz="2400" dirty="0">
                <a:latin typeface="Trebuchet MS" panose="020B0603020202020204"/>
                <a:cs typeface="Trebuchet MS" panose="020B0603020202020204"/>
              </a:rPr>
              <a:t>constant</a:t>
            </a:r>
            <a:r>
              <a:rPr sz="2400" spc="-50" dirty="0">
                <a:latin typeface="Trebuchet MS" panose="020B0603020202020204"/>
                <a:cs typeface="Trebuchet MS" panose="020B0603020202020204"/>
              </a:rPr>
              <a:t> </a:t>
            </a:r>
            <a:r>
              <a:rPr sz="2400" dirty="0">
                <a:latin typeface="Trebuchet MS" panose="020B0603020202020204"/>
                <a:cs typeface="Trebuchet MS" panose="020B0603020202020204"/>
              </a:rPr>
              <a:t>is</a:t>
            </a:r>
            <a:r>
              <a:rPr sz="2400" spc="-50" dirty="0">
                <a:latin typeface="Trebuchet MS" panose="020B0603020202020204"/>
                <a:cs typeface="Trebuchet MS" panose="020B0603020202020204"/>
              </a:rPr>
              <a:t> </a:t>
            </a:r>
            <a:r>
              <a:rPr sz="2400" dirty="0">
                <a:latin typeface="Trebuchet MS" panose="020B0603020202020204"/>
                <a:cs typeface="Trebuchet MS" panose="020B0603020202020204"/>
              </a:rPr>
              <a:t>declared</a:t>
            </a:r>
            <a:r>
              <a:rPr sz="2400" spc="-35" dirty="0">
                <a:latin typeface="Trebuchet MS" panose="020B0603020202020204"/>
                <a:cs typeface="Trebuchet MS" panose="020B0603020202020204"/>
              </a:rPr>
              <a:t> </a:t>
            </a:r>
            <a:r>
              <a:rPr sz="2400" dirty="0">
                <a:latin typeface="Trebuchet MS" panose="020B0603020202020204"/>
                <a:cs typeface="Trebuchet MS" panose="020B0603020202020204"/>
              </a:rPr>
              <a:t>using</a:t>
            </a:r>
            <a:r>
              <a:rPr sz="2400" spc="-40" dirty="0">
                <a:latin typeface="Trebuchet MS" panose="020B0603020202020204"/>
                <a:cs typeface="Trebuchet MS" panose="020B0603020202020204"/>
              </a:rPr>
              <a:t> </a:t>
            </a:r>
            <a:r>
              <a:rPr sz="2400" dirty="0">
                <a:latin typeface="Trebuchet MS" panose="020B0603020202020204"/>
                <a:cs typeface="Trebuchet MS" panose="020B0603020202020204"/>
              </a:rPr>
              <a:t>the</a:t>
            </a:r>
            <a:r>
              <a:rPr sz="2400" spc="-80" dirty="0">
                <a:latin typeface="Trebuchet MS" panose="020B0603020202020204"/>
                <a:cs typeface="Trebuchet MS" panose="020B0603020202020204"/>
              </a:rPr>
              <a:t> </a:t>
            </a:r>
            <a:r>
              <a:rPr sz="2400" b="1" dirty="0">
                <a:solidFill>
                  <a:srgbClr val="FF0000"/>
                </a:solidFill>
                <a:highlight>
                  <a:srgbClr val="FFFF00"/>
                </a:highlight>
                <a:latin typeface="Trebuchet MS" panose="020B0603020202020204"/>
                <a:cs typeface="Trebuchet MS" panose="020B0603020202020204"/>
              </a:rPr>
              <a:t>constant</a:t>
            </a:r>
            <a:r>
              <a:rPr sz="2400" b="1" spc="-45" dirty="0">
                <a:solidFill>
                  <a:srgbClr val="FF0000"/>
                </a:solidFill>
                <a:highlight>
                  <a:srgbClr val="FFFF00"/>
                </a:highlight>
                <a:latin typeface="Trebuchet MS" panose="020B0603020202020204"/>
                <a:cs typeface="Trebuchet MS" panose="020B0603020202020204"/>
              </a:rPr>
              <a:t> </a:t>
            </a:r>
            <a:r>
              <a:rPr sz="2400" spc="-10" dirty="0">
                <a:highlight>
                  <a:srgbClr val="FFFF00"/>
                </a:highlight>
                <a:latin typeface="Trebuchet MS" panose="020B0603020202020204"/>
                <a:cs typeface="Trebuchet MS" panose="020B0603020202020204"/>
              </a:rPr>
              <a:t>keyword.</a:t>
            </a:r>
            <a:endParaRPr sz="2400">
              <a:latin typeface="Trebuchet MS" panose="020B0603020202020204"/>
              <a:cs typeface="Trebuchet MS" panose="020B0603020202020204"/>
            </a:endParaRPr>
          </a:p>
          <a:p>
            <a:pPr marL="354965" indent="-342265">
              <a:lnSpc>
                <a:spcPct val="100000"/>
              </a:lnSpc>
              <a:spcBef>
                <a:spcPts val="580"/>
              </a:spcBef>
              <a:buFont typeface="Wingdings" panose="05000000000000000000"/>
              <a:buChar char=""/>
              <a:tabLst>
                <a:tab pos="354965" algn="l"/>
              </a:tabLst>
            </a:pPr>
            <a:r>
              <a:rPr sz="2400" spc="-10" dirty="0">
                <a:latin typeface="Trebuchet MS" panose="020B0603020202020204"/>
                <a:cs typeface="Trebuchet MS" panose="020B0603020202020204"/>
              </a:rPr>
              <a:t>Syntax:</a:t>
            </a:r>
            <a:endParaRPr sz="2400">
              <a:latin typeface="Trebuchet MS" panose="020B0603020202020204"/>
              <a:cs typeface="Trebuchet MS" panose="020B0603020202020204"/>
            </a:endParaRPr>
          </a:p>
          <a:p>
            <a:pPr marL="927100">
              <a:lnSpc>
                <a:spcPct val="100000"/>
              </a:lnSpc>
              <a:spcBef>
                <a:spcPts val="575"/>
              </a:spcBef>
            </a:pPr>
            <a:r>
              <a:rPr sz="2400" dirty="0">
                <a:latin typeface="Trebuchet MS" panose="020B0603020202020204"/>
                <a:cs typeface="Trebuchet MS" panose="020B0603020202020204"/>
              </a:rPr>
              <a:t>&lt;constant</a:t>
            </a:r>
            <a:r>
              <a:rPr sz="2400" spc="-45" dirty="0">
                <a:latin typeface="Trebuchet MS" panose="020B0603020202020204"/>
                <a:cs typeface="Trebuchet MS" panose="020B0603020202020204"/>
              </a:rPr>
              <a:t> </a:t>
            </a:r>
            <a:r>
              <a:rPr sz="2400" dirty="0">
                <a:latin typeface="Trebuchet MS" panose="020B0603020202020204"/>
                <a:cs typeface="Trebuchet MS" panose="020B0603020202020204"/>
              </a:rPr>
              <a:t>name&gt;</a:t>
            </a:r>
            <a:r>
              <a:rPr sz="2400" spc="-45" dirty="0">
                <a:latin typeface="Trebuchet MS" panose="020B0603020202020204"/>
                <a:cs typeface="Trebuchet MS" panose="020B0603020202020204"/>
              </a:rPr>
              <a:t>  CONSTATNT</a:t>
            </a:r>
            <a:r>
              <a:rPr sz="2400" spc="-120" dirty="0">
                <a:latin typeface="Trebuchet MS" panose="020B0603020202020204"/>
                <a:cs typeface="Trebuchet MS" panose="020B0603020202020204"/>
              </a:rPr>
              <a:t> </a:t>
            </a:r>
            <a:r>
              <a:rPr sz="2400" spc="-10" dirty="0">
                <a:latin typeface="Trebuchet MS" panose="020B0603020202020204"/>
                <a:cs typeface="Trebuchet MS" panose="020B0603020202020204"/>
              </a:rPr>
              <a:t>&lt;datatype&gt;:=value;</a:t>
            </a:r>
            <a:endParaRPr sz="2400">
              <a:latin typeface="Trebuchet MS" panose="020B0603020202020204"/>
              <a:cs typeface="Trebuchet MS" panose="020B0603020202020204"/>
            </a:endParaRPr>
          </a:p>
          <a:p>
            <a:pPr marL="354965" indent="-342265">
              <a:lnSpc>
                <a:spcPct val="100000"/>
              </a:lnSpc>
              <a:spcBef>
                <a:spcPts val="575"/>
              </a:spcBef>
              <a:buFont typeface="Wingdings" panose="05000000000000000000"/>
              <a:buChar char=""/>
              <a:tabLst>
                <a:tab pos="354965" algn="l"/>
              </a:tabLst>
            </a:pPr>
            <a:r>
              <a:rPr sz="2400" spc="-20" dirty="0">
                <a:latin typeface="Trebuchet MS" panose="020B0603020202020204"/>
                <a:cs typeface="Trebuchet MS" panose="020B0603020202020204"/>
              </a:rPr>
              <a:t>E.G.</a:t>
            </a:r>
            <a:endParaRPr sz="2400">
              <a:latin typeface="Trebuchet MS" panose="020B0603020202020204"/>
              <a:cs typeface="Trebuchet MS" panose="020B0603020202020204"/>
            </a:endParaRPr>
          </a:p>
          <a:p>
            <a:pPr marL="927100">
              <a:lnSpc>
                <a:spcPct val="100000"/>
              </a:lnSpc>
              <a:spcBef>
                <a:spcPts val="580"/>
              </a:spcBef>
            </a:pPr>
            <a:r>
              <a:rPr sz="2400" dirty="0">
                <a:latin typeface="Trebuchet MS" panose="020B0603020202020204"/>
                <a:cs typeface="Trebuchet MS" panose="020B0603020202020204"/>
              </a:rPr>
              <a:t>PI</a:t>
            </a:r>
            <a:r>
              <a:rPr sz="2400" spc="-70" dirty="0">
                <a:latin typeface="Trebuchet MS" panose="020B0603020202020204"/>
                <a:cs typeface="Trebuchet MS" panose="020B0603020202020204"/>
              </a:rPr>
              <a:t> </a:t>
            </a:r>
            <a:r>
              <a:rPr sz="2400" b="1" spc="-45" dirty="0">
                <a:solidFill>
                  <a:srgbClr val="FF0000"/>
                </a:solidFill>
                <a:latin typeface="Trebuchet MS" panose="020B0603020202020204"/>
                <a:cs typeface="Trebuchet MS" panose="020B0603020202020204"/>
              </a:rPr>
              <a:t>CONSTATNT</a:t>
            </a:r>
            <a:r>
              <a:rPr sz="2400" b="1" spc="-55" dirty="0">
                <a:solidFill>
                  <a:srgbClr val="FF0000"/>
                </a:solidFill>
                <a:latin typeface="Trebuchet MS" panose="020B0603020202020204"/>
                <a:cs typeface="Trebuchet MS" panose="020B0603020202020204"/>
              </a:rPr>
              <a:t> </a:t>
            </a:r>
            <a:r>
              <a:rPr sz="2400" spc="-10" dirty="0">
                <a:latin typeface="Trebuchet MS" panose="020B0603020202020204"/>
                <a:cs typeface="Trebuchet MS" panose="020B0603020202020204"/>
              </a:rPr>
              <a:t>number:=3.14;</a:t>
            </a:r>
            <a:endParaRPr sz="2400">
              <a:latin typeface="Trebuchet MS" panose="020B0603020202020204"/>
              <a:cs typeface="Trebuchet MS" panose="020B060302020202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3344545">
              <a:lnSpc>
                <a:spcPct val="100000"/>
              </a:lnSpc>
              <a:spcBef>
                <a:spcPts val="100"/>
              </a:spcBef>
            </a:pPr>
            <a:r>
              <a:rPr sz="4400" spc="-35" dirty="0"/>
              <a:t>Variables</a:t>
            </a:r>
            <a:endParaRPr sz="4400"/>
          </a:p>
        </p:txBody>
      </p:sp>
      <p:sp>
        <p:nvSpPr>
          <p:cNvPr id="3" name="object 3"/>
          <p:cNvSpPr txBox="1"/>
          <p:nvPr/>
        </p:nvSpPr>
        <p:spPr>
          <a:xfrm>
            <a:off x="154939" y="1778254"/>
            <a:ext cx="8691880" cy="4956810"/>
          </a:xfrm>
          <a:prstGeom prst="rect">
            <a:avLst/>
          </a:prstGeom>
        </p:spPr>
        <p:txBody>
          <a:bodyPr vert="horz" wrap="square" lIns="0" tIns="12065" rIns="0" bIns="0" rtlCol="0">
            <a:spAutoFit/>
          </a:bodyPr>
          <a:lstStyle/>
          <a:p>
            <a:pPr marL="355600" marR="13970" indent="-342900">
              <a:lnSpc>
                <a:spcPct val="100000"/>
              </a:lnSpc>
              <a:spcBef>
                <a:spcPts val="95"/>
              </a:spcBef>
              <a:buChar char="•"/>
              <a:tabLst>
                <a:tab pos="355600" algn="l"/>
              </a:tabLst>
            </a:pPr>
            <a:r>
              <a:rPr sz="2200" dirty="0">
                <a:latin typeface="Trebuchet MS" panose="020B0603020202020204"/>
                <a:cs typeface="Trebuchet MS" panose="020B0603020202020204"/>
              </a:rPr>
              <a:t>Variables</a:t>
            </a:r>
            <a:r>
              <a:rPr sz="2200" spc="70" dirty="0">
                <a:latin typeface="Trebuchet MS" panose="020B0603020202020204"/>
                <a:cs typeface="Trebuchet MS" panose="020B0603020202020204"/>
              </a:rPr>
              <a:t> </a:t>
            </a:r>
            <a:r>
              <a:rPr sz="2200" dirty="0">
                <a:latin typeface="Trebuchet MS" panose="020B0603020202020204"/>
                <a:cs typeface="Trebuchet MS" panose="020B0603020202020204"/>
              </a:rPr>
              <a:t>are</a:t>
            </a:r>
            <a:r>
              <a:rPr sz="2200" spc="85" dirty="0">
                <a:latin typeface="Trebuchet MS" panose="020B0603020202020204"/>
                <a:cs typeface="Trebuchet MS" panose="020B0603020202020204"/>
              </a:rPr>
              <a:t> </a:t>
            </a:r>
            <a:r>
              <a:rPr sz="2200" dirty="0">
                <a:latin typeface="Trebuchet MS" panose="020B0603020202020204"/>
                <a:cs typeface="Trebuchet MS" panose="020B0603020202020204"/>
              </a:rPr>
              <a:t>used</a:t>
            </a:r>
            <a:r>
              <a:rPr sz="2200" spc="80" dirty="0">
                <a:latin typeface="Trebuchet MS" panose="020B0603020202020204"/>
                <a:cs typeface="Trebuchet MS" panose="020B0603020202020204"/>
              </a:rPr>
              <a:t> </a:t>
            </a:r>
            <a:r>
              <a:rPr sz="2200" dirty="0">
                <a:latin typeface="Trebuchet MS" panose="020B0603020202020204"/>
                <a:cs typeface="Trebuchet MS" panose="020B0603020202020204"/>
              </a:rPr>
              <a:t>to</a:t>
            </a:r>
            <a:r>
              <a:rPr sz="2200" spc="80" dirty="0">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store</a:t>
            </a:r>
            <a:r>
              <a:rPr sz="2200" spc="8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values</a:t>
            </a:r>
            <a:r>
              <a:rPr sz="2200" spc="80" dirty="0">
                <a:latin typeface="Trebuchet MS" panose="020B0603020202020204"/>
                <a:cs typeface="Trebuchet MS" panose="020B0603020202020204"/>
              </a:rPr>
              <a:t> </a:t>
            </a:r>
            <a:r>
              <a:rPr sz="2200" dirty="0">
                <a:latin typeface="Trebuchet MS" panose="020B0603020202020204"/>
                <a:cs typeface="Trebuchet MS" panose="020B0603020202020204"/>
              </a:rPr>
              <a:t>that</a:t>
            </a:r>
            <a:r>
              <a:rPr sz="2200" spc="85" dirty="0">
                <a:latin typeface="Trebuchet MS" panose="020B0603020202020204"/>
                <a:cs typeface="Trebuchet MS" panose="020B0603020202020204"/>
              </a:rPr>
              <a:t> </a:t>
            </a:r>
            <a:r>
              <a:rPr sz="2200" dirty="0">
                <a:latin typeface="Trebuchet MS" panose="020B0603020202020204"/>
                <a:cs typeface="Trebuchet MS" panose="020B0603020202020204"/>
              </a:rPr>
              <a:t>may</a:t>
            </a:r>
            <a:r>
              <a:rPr sz="2200" spc="75" dirty="0">
                <a:latin typeface="Trebuchet MS" panose="020B0603020202020204"/>
                <a:cs typeface="Trebuchet MS" panose="020B0603020202020204"/>
              </a:rPr>
              <a:t> </a:t>
            </a:r>
            <a:r>
              <a:rPr sz="2200" dirty="0">
                <a:latin typeface="Trebuchet MS" panose="020B0603020202020204"/>
                <a:cs typeface="Trebuchet MS" panose="020B0603020202020204"/>
              </a:rPr>
              <a:t>be</a:t>
            </a:r>
            <a:r>
              <a:rPr sz="2200" spc="85" dirty="0">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change</a:t>
            </a:r>
            <a:r>
              <a:rPr sz="2200" spc="8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during</a:t>
            </a:r>
            <a:r>
              <a:rPr sz="2200" spc="85" dirty="0">
                <a:highlight>
                  <a:srgbClr val="FFFF00"/>
                </a:highlight>
                <a:latin typeface="Trebuchet MS" panose="020B0603020202020204"/>
                <a:cs typeface="Trebuchet MS" panose="020B0603020202020204"/>
              </a:rPr>
              <a:t> </a:t>
            </a:r>
            <a:r>
              <a:rPr sz="2200" spc="-25" dirty="0">
                <a:highlight>
                  <a:srgbClr val="FFFF00"/>
                </a:highlight>
                <a:latin typeface="Trebuchet MS" panose="020B0603020202020204"/>
                <a:cs typeface="Trebuchet MS" panose="020B0603020202020204"/>
              </a:rPr>
              <a:t>the </a:t>
            </a:r>
            <a:r>
              <a:rPr sz="2200" dirty="0">
                <a:highlight>
                  <a:srgbClr val="FFFF00"/>
                </a:highlight>
                <a:latin typeface="Trebuchet MS" panose="020B0603020202020204"/>
                <a:cs typeface="Trebuchet MS" panose="020B0603020202020204"/>
              </a:rPr>
              <a:t>execution</a:t>
            </a:r>
            <a:r>
              <a:rPr sz="2200" spc="-5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of</a:t>
            </a:r>
            <a:r>
              <a:rPr sz="2200" spc="-45" dirty="0">
                <a:highlight>
                  <a:srgbClr val="FFFF00"/>
                </a:highlight>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program.</a:t>
            </a:r>
            <a:endParaRPr sz="2200">
              <a:highlight>
                <a:srgbClr val="FFFF00"/>
              </a:highlight>
              <a:latin typeface="Trebuchet MS" panose="020B0603020202020204"/>
              <a:cs typeface="Trebuchet MS" panose="020B0603020202020204"/>
            </a:endParaRPr>
          </a:p>
          <a:p>
            <a:pPr marL="355600" marR="15875" indent="-342900">
              <a:lnSpc>
                <a:spcPct val="100000"/>
              </a:lnSpc>
              <a:spcBef>
                <a:spcPts val="530"/>
              </a:spcBef>
              <a:buChar char="•"/>
              <a:tabLst>
                <a:tab pos="355600" algn="l"/>
              </a:tabLst>
            </a:pPr>
            <a:r>
              <a:rPr sz="2200" dirty="0">
                <a:latin typeface="Trebuchet MS" panose="020B0603020202020204"/>
                <a:cs typeface="Trebuchet MS" panose="020B0603020202020204"/>
              </a:rPr>
              <a:t>In</a:t>
            </a:r>
            <a:r>
              <a:rPr sz="2200" spc="-50" dirty="0">
                <a:latin typeface="Trebuchet MS" panose="020B0603020202020204"/>
                <a:cs typeface="Trebuchet MS" panose="020B0603020202020204"/>
              </a:rPr>
              <a:t>  </a:t>
            </a:r>
            <a:r>
              <a:rPr sz="2200" dirty="0">
                <a:latin typeface="Trebuchet MS" panose="020B0603020202020204"/>
                <a:cs typeface="Trebuchet MS" panose="020B0603020202020204"/>
              </a:rPr>
              <a:t>PL/SQL,</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variables</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contain</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values</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resulting</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from</a:t>
            </a:r>
            <a:r>
              <a:rPr sz="2200" spc="-45" dirty="0">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queries</a:t>
            </a:r>
            <a:r>
              <a:rPr sz="2200" b="1" spc="-50" dirty="0">
                <a:solidFill>
                  <a:srgbClr val="FF0000"/>
                </a:solidFill>
                <a:latin typeface="Trebuchet MS" panose="020B0603020202020204"/>
                <a:cs typeface="Trebuchet MS" panose="020B0603020202020204"/>
              </a:rPr>
              <a:t>  </a:t>
            </a:r>
            <a:r>
              <a:rPr sz="2200" b="1" spc="-25" dirty="0">
                <a:solidFill>
                  <a:srgbClr val="FF0000"/>
                </a:solidFill>
                <a:latin typeface="Trebuchet MS" panose="020B0603020202020204"/>
                <a:cs typeface="Trebuchet MS" panose="020B0603020202020204"/>
              </a:rPr>
              <a:t>or </a:t>
            </a:r>
            <a:r>
              <a:rPr sz="2200" b="1" spc="-10" dirty="0">
                <a:solidFill>
                  <a:srgbClr val="FF0000"/>
                </a:solidFill>
                <a:latin typeface="Trebuchet MS" panose="020B0603020202020204"/>
                <a:cs typeface="Trebuchet MS" panose="020B0603020202020204"/>
              </a:rPr>
              <a:t>expression</a:t>
            </a:r>
            <a:r>
              <a:rPr sz="2200" spc="-10" dirty="0">
                <a:latin typeface="Trebuchet MS" panose="020B0603020202020204"/>
                <a:cs typeface="Trebuchet MS" panose="020B0603020202020204"/>
              </a:rPr>
              <a:t>.</a:t>
            </a:r>
            <a:endParaRPr sz="2200" spc="-10" dirty="0">
              <a:latin typeface="Trebuchet MS" panose="020B0603020202020204"/>
              <a:cs typeface="Trebuchet MS" panose="020B0603020202020204"/>
            </a:endParaRPr>
          </a:p>
          <a:p>
            <a:pPr marL="355600" marR="15875" indent="-342900">
              <a:lnSpc>
                <a:spcPct val="100000"/>
              </a:lnSpc>
              <a:spcBef>
                <a:spcPts val="530"/>
              </a:spcBef>
              <a:buChar char="•"/>
              <a:tabLst>
                <a:tab pos="355600" algn="l"/>
              </a:tabLst>
            </a:pPr>
            <a:r>
              <a:rPr lang="en-US" altLang="en-US" sz="2200" spc="-10" dirty="0">
                <a:highlight>
                  <a:srgbClr val="00FFFF"/>
                </a:highlight>
                <a:latin typeface="Trebuchet MS" panose="020B0603020202020204"/>
                <a:cs typeface="Trebuchet MS" panose="020B0603020202020204"/>
              </a:rPr>
              <a:t>mainig </a:t>
            </a:r>
            <a:r>
              <a:rPr lang="en-US" altLang="en-US" sz="2200" spc="-10" dirty="0">
                <a:highlight>
                  <a:srgbClr val="FF0000"/>
                </a:highlight>
                <a:latin typeface="Trebuchet MS" panose="020B0603020202020204"/>
                <a:cs typeface="Trebuchet MS" panose="020B0603020202020204"/>
              </a:rPr>
              <a:t>quaries ki value store karta hai </a:t>
            </a:r>
            <a:endParaRPr sz="2200">
              <a:highlight>
                <a:srgbClr val="FF0000"/>
              </a:highlight>
              <a:latin typeface="Trebuchet MS" panose="020B0603020202020204"/>
              <a:cs typeface="Trebuchet MS" panose="020B0603020202020204"/>
            </a:endParaRPr>
          </a:p>
          <a:p>
            <a:pPr marL="355600" marR="5080" indent="-342900">
              <a:lnSpc>
                <a:spcPct val="100000"/>
              </a:lnSpc>
              <a:spcBef>
                <a:spcPts val="530"/>
              </a:spcBef>
              <a:buChar char="•"/>
              <a:tabLst>
                <a:tab pos="355600" algn="l"/>
              </a:tabLst>
            </a:pPr>
            <a:r>
              <a:rPr sz="2200" dirty="0">
                <a:highlight>
                  <a:srgbClr val="FFFF00"/>
                </a:highlight>
                <a:latin typeface="Trebuchet MS" panose="020B0603020202020204"/>
                <a:cs typeface="Trebuchet MS" panose="020B0603020202020204"/>
              </a:rPr>
              <a:t>Variables</a:t>
            </a:r>
            <a:r>
              <a:rPr sz="2200" spc="1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are</a:t>
            </a:r>
            <a:r>
              <a:rPr sz="2200" spc="1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declared</a:t>
            </a:r>
            <a:r>
              <a:rPr sz="2200" spc="20" dirty="0">
                <a:latin typeface="Trebuchet MS" panose="020B0603020202020204"/>
                <a:cs typeface="Trebuchet MS" panose="020B0603020202020204"/>
              </a:rPr>
              <a:t>  </a:t>
            </a:r>
            <a:r>
              <a:rPr sz="2200" dirty="0">
                <a:latin typeface="Trebuchet MS" panose="020B0603020202020204"/>
                <a:cs typeface="Trebuchet MS" panose="020B0603020202020204"/>
              </a:rPr>
              <a:t>in</a:t>
            </a:r>
            <a:r>
              <a:rPr sz="2200" spc="15" dirty="0">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Declaration</a:t>
            </a:r>
            <a:r>
              <a:rPr sz="2200" b="1" spc="15"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section</a:t>
            </a:r>
            <a:r>
              <a:rPr sz="2200" b="1" spc="20" dirty="0">
                <a:solidFill>
                  <a:srgbClr val="FF0000"/>
                </a:solidFill>
                <a:latin typeface="Trebuchet MS" panose="020B0603020202020204"/>
                <a:cs typeface="Trebuchet MS" panose="020B0603020202020204"/>
              </a:rPr>
              <a:t>  </a:t>
            </a:r>
            <a:r>
              <a:rPr sz="2200" dirty="0">
                <a:latin typeface="Trebuchet MS" panose="020B0603020202020204"/>
                <a:cs typeface="Trebuchet MS" panose="020B0603020202020204"/>
              </a:rPr>
              <a:t>of</a:t>
            </a:r>
            <a:r>
              <a:rPr sz="2200" spc="20" dirty="0">
                <a:latin typeface="Trebuchet MS" panose="020B0603020202020204"/>
                <a:cs typeface="Trebuchet MS" panose="020B0603020202020204"/>
              </a:rPr>
              <a:t>  </a:t>
            </a:r>
            <a:r>
              <a:rPr sz="2200" dirty="0">
                <a:latin typeface="Trebuchet MS" panose="020B0603020202020204"/>
                <a:cs typeface="Trebuchet MS" panose="020B0603020202020204"/>
              </a:rPr>
              <a:t>the</a:t>
            </a:r>
            <a:r>
              <a:rPr sz="2200" spc="30" dirty="0">
                <a:latin typeface="Trebuchet MS" panose="020B0603020202020204"/>
                <a:cs typeface="Trebuchet MS" panose="020B0603020202020204"/>
              </a:rPr>
              <a:t>  </a:t>
            </a:r>
            <a:r>
              <a:rPr sz="2200" spc="-10" dirty="0">
                <a:latin typeface="Trebuchet MS" panose="020B0603020202020204"/>
                <a:cs typeface="Trebuchet MS" panose="020B0603020202020204"/>
              </a:rPr>
              <a:t>PL/SQL block.</a:t>
            </a:r>
            <a:endParaRPr sz="2200" spc="-10" dirty="0">
              <a:latin typeface="Trebuchet MS" panose="020B0603020202020204"/>
              <a:cs typeface="Trebuchet MS" panose="020B0603020202020204"/>
            </a:endParaRPr>
          </a:p>
          <a:p>
            <a:pPr marL="355600" marR="5080" indent="-342900">
              <a:lnSpc>
                <a:spcPct val="100000"/>
              </a:lnSpc>
              <a:spcBef>
                <a:spcPts val="530"/>
              </a:spcBef>
              <a:buChar char="•"/>
              <a:tabLst>
                <a:tab pos="355600" algn="l"/>
              </a:tabLst>
            </a:pPr>
            <a:r>
              <a:rPr lang="en-US" altLang="en-US" sz="2200" spc="-10" dirty="0">
                <a:highlight>
                  <a:srgbClr val="00FFFF"/>
                </a:highlight>
                <a:latin typeface="Trebuchet MS" panose="020B0603020202020204"/>
                <a:cs typeface="Trebuchet MS" panose="020B0603020202020204"/>
              </a:rPr>
              <a:t>maing </a:t>
            </a:r>
            <a:r>
              <a:rPr lang="en-US" altLang="en-US" sz="2200" spc="-10" dirty="0">
                <a:highlight>
                  <a:srgbClr val="FF0000"/>
                </a:highlight>
                <a:latin typeface="Trebuchet MS" panose="020B0603020202020204"/>
                <a:cs typeface="Trebuchet MS" panose="020B0603020202020204"/>
              </a:rPr>
              <a:t>DECLARE ke andar declare karte hai </a:t>
            </a:r>
            <a:endParaRPr sz="2200" spc="-10" dirty="0">
              <a:highlight>
                <a:srgbClr val="FF0000"/>
              </a:highlight>
              <a:latin typeface="Trebuchet MS" panose="020B0603020202020204"/>
              <a:cs typeface="Trebuchet MS" panose="020B0603020202020204"/>
            </a:endParaRPr>
          </a:p>
          <a:p>
            <a:pPr marL="355600" marR="5080" indent="-342900">
              <a:lnSpc>
                <a:spcPct val="100000"/>
              </a:lnSpc>
              <a:spcBef>
                <a:spcPts val="530"/>
              </a:spcBef>
              <a:buChar char="•"/>
              <a:tabLst>
                <a:tab pos="355600" algn="l"/>
              </a:tabLst>
            </a:pPr>
            <a:r>
              <a:rPr lang="en-US" altLang="en-US" sz="2200" spc="-10" dirty="0">
                <a:latin typeface="Trebuchet MS" panose="020B0603020202020204"/>
                <a:cs typeface="Trebuchet MS" panose="020B0603020202020204"/>
              </a:rPr>
              <a:t>eg.</a:t>
            </a:r>
            <a:r>
              <a:rPr lang="en-US" altLang="en-US" sz="2200" spc="-10" dirty="0">
                <a:latin typeface="Trebuchet MS" panose="020B0603020202020204"/>
                <a:cs typeface="Trebuchet MS" panose="020B0603020202020204"/>
              </a:rPr>
              <a:t>DECLARE</a:t>
            </a:r>
            <a:endParaRPr lang="en-US" altLang="en-US" sz="2200" spc="-10" dirty="0">
              <a:latin typeface="Trebuchet MS" panose="020B0603020202020204"/>
              <a:cs typeface="Trebuchet MS" panose="020B0603020202020204"/>
            </a:endParaRPr>
          </a:p>
          <a:p>
            <a:pPr marL="355600" marR="5080" indent="-342900">
              <a:lnSpc>
                <a:spcPct val="100000"/>
              </a:lnSpc>
              <a:spcBef>
                <a:spcPts val="530"/>
              </a:spcBef>
              <a:buChar char="•"/>
              <a:tabLst>
                <a:tab pos="355600" algn="l"/>
              </a:tabLst>
            </a:pPr>
            <a:r>
              <a:rPr lang="en-US" altLang="en-US" sz="2200" spc="-10" dirty="0">
                <a:latin typeface="Trebuchet MS" panose="020B0603020202020204"/>
                <a:cs typeface="Trebuchet MS" panose="020B0603020202020204"/>
              </a:rPr>
              <a:t>    variable_name data_type;</a:t>
            </a:r>
            <a:endParaRPr lang="en-US" altLang="en-US" sz="2200" spc="-10" dirty="0">
              <a:latin typeface="Trebuchet MS" panose="020B0603020202020204"/>
              <a:cs typeface="Trebuchet MS" panose="020B0603020202020204"/>
            </a:endParaRPr>
          </a:p>
          <a:p>
            <a:pPr marL="355600" marR="5080" indent="-342900">
              <a:lnSpc>
                <a:spcPct val="100000"/>
              </a:lnSpc>
              <a:spcBef>
                <a:spcPts val="530"/>
              </a:spcBef>
              <a:buChar char="•"/>
              <a:tabLst>
                <a:tab pos="355600" algn="l"/>
              </a:tabLst>
            </a:pPr>
            <a:endParaRPr lang="en-US" altLang="en-US" sz="2200" spc="-10" dirty="0">
              <a:latin typeface="Trebuchet MS" panose="020B0603020202020204"/>
              <a:cs typeface="Trebuchet MS" panose="020B0603020202020204"/>
            </a:endParaRPr>
          </a:p>
          <a:p>
            <a:pPr marL="355600" marR="17145" indent="-342900">
              <a:lnSpc>
                <a:spcPct val="100000"/>
              </a:lnSpc>
              <a:spcBef>
                <a:spcPts val="530"/>
              </a:spcBef>
              <a:buChar char="•"/>
              <a:tabLst>
                <a:tab pos="355600" algn="l"/>
              </a:tabLst>
            </a:pPr>
            <a:r>
              <a:rPr sz="2200" dirty="0">
                <a:latin typeface="Trebuchet MS" panose="020B0603020202020204"/>
                <a:cs typeface="Trebuchet MS" panose="020B0603020202020204"/>
              </a:rPr>
              <a:t>It</a:t>
            </a:r>
            <a:r>
              <a:rPr sz="2200" spc="75" dirty="0">
                <a:latin typeface="Trebuchet MS" panose="020B0603020202020204"/>
                <a:cs typeface="Trebuchet MS" panose="020B0603020202020204"/>
              </a:rPr>
              <a:t>  </a:t>
            </a:r>
            <a:r>
              <a:rPr sz="2200" dirty="0">
                <a:latin typeface="Trebuchet MS" panose="020B0603020202020204"/>
                <a:cs typeface="Trebuchet MS" panose="020B0603020202020204"/>
              </a:rPr>
              <a:t>can</a:t>
            </a:r>
            <a:r>
              <a:rPr sz="2200" spc="70" dirty="0">
                <a:latin typeface="Trebuchet MS" panose="020B0603020202020204"/>
                <a:cs typeface="Trebuchet MS" panose="020B0603020202020204"/>
              </a:rPr>
              <a:t>  </a:t>
            </a:r>
            <a:r>
              <a:rPr sz="2200" dirty="0">
                <a:latin typeface="Trebuchet MS" panose="020B0603020202020204"/>
                <a:cs typeface="Trebuchet MS" panose="020B0603020202020204"/>
              </a:rPr>
              <a:t>assign</a:t>
            </a:r>
            <a:r>
              <a:rPr sz="2200" spc="70" dirty="0">
                <a:latin typeface="Trebuchet MS" panose="020B0603020202020204"/>
                <a:cs typeface="Trebuchet MS" panose="020B0603020202020204"/>
              </a:rPr>
              <a:t>  </a:t>
            </a:r>
            <a:r>
              <a:rPr sz="2200" dirty="0">
                <a:latin typeface="Trebuchet MS" panose="020B0603020202020204"/>
                <a:cs typeface="Trebuchet MS" panose="020B0603020202020204"/>
              </a:rPr>
              <a:t>valid</a:t>
            </a:r>
            <a:r>
              <a:rPr sz="2200" spc="80" dirty="0">
                <a:latin typeface="Trebuchet MS" panose="020B0603020202020204"/>
                <a:cs typeface="Trebuchet MS" panose="020B0603020202020204"/>
              </a:rPr>
              <a:t>  </a:t>
            </a:r>
            <a:r>
              <a:rPr sz="2200" dirty="0">
                <a:latin typeface="Trebuchet MS" panose="020B0603020202020204"/>
                <a:cs typeface="Trebuchet MS" panose="020B0603020202020204"/>
              </a:rPr>
              <a:t>data</a:t>
            </a:r>
            <a:r>
              <a:rPr sz="2200" spc="70" dirty="0">
                <a:latin typeface="Trebuchet MS" panose="020B0603020202020204"/>
                <a:cs typeface="Trebuchet MS" panose="020B0603020202020204"/>
              </a:rPr>
              <a:t>  </a:t>
            </a:r>
            <a:r>
              <a:rPr sz="2200" dirty="0">
                <a:latin typeface="Trebuchet MS" panose="020B0603020202020204"/>
                <a:cs typeface="Trebuchet MS" panose="020B0603020202020204"/>
              </a:rPr>
              <a:t>type</a:t>
            </a:r>
            <a:r>
              <a:rPr sz="2200" spc="75" dirty="0">
                <a:latin typeface="Trebuchet MS" panose="020B0603020202020204"/>
                <a:cs typeface="Trebuchet MS" panose="020B0603020202020204"/>
              </a:rPr>
              <a:t>  </a:t>
            </a:r>
            <a:r>
              <a:rPr sz="2200" dirty="0">
                <a:latin typeface="Trebuchet MS" panose="020B0603020202020204"/>
                <a:cs typeface="Trebuchet MS" panose="020B0603020202020204"/>
              </a:rPr>
              <a:t>and</a:t>
            </a:r>
            <a:r>
              <a:rPr sz="2200" spc="75" dirty="0">
                <a:latin typeface="Trebuchet MS" panose="020B0603020202020204"/>
                <a:cs typeface="Trebuchet MS" panose="020B0603020202020204"/>
              </a:rPr>
              <a:t>  </a:t>
            </a:r>
            <a:r>
              <a:rPr sz="2200" dirty="0">
                <a:latin typeface="Trebuchet MS" panose="020B0603020202020204"/>
                <a:cs typeface="Trebuchet MS" panose="020B0603020202020204"/>
              </a:rPr>
              <a:t>can</a:t>
            </a:r>
            <a:r>
              <a:rPr sz="2200" spc="75" dirty="0">
                <a:latin typeface="Trebuchet MS" panose="020B0603020202020204"/>
                <a:cs typeface="Trebuchet MS" panose="020B0603020202020204"/>
              </a:rPr>
              <a:t>  </a:t>
            </a:r>
            <a:r>
              <a:rPr sz="2200" dirty="0">
                <a:latin typeface="Trebuchet MS" panose="020B0603020202020204"/>
                <a:cs typeface="Trebuchet MS" panose="020B0603020202020204"/>
              </a:rPr>
              <a:t>also</a:t>
            </a:r>
            <a:r>
              <a:rPr sz="2200" spc="70" dirty="0">
                <a:latin typeface="Trebuchet MS" panose="020B0603020202020204"/>
                <a:cs typeface="Trebuchet MS" panose="020B0603020202020204"/>
              </a:rPr>
              <a:t>  </a:t>
            </a:r>
            <a:r>
              <a:rPr sz="2200" dirty="0">
                <a:latin typeface="Trebuchet MS" panose="020B0603020202020204"/>
                <a:cs typeface="Trebuchet MS" panose="020B0603020202020204"/>
              </a:rPr>
              <a:t>be</a:t>
            </a:r>
            <a:r>
              <a:rPr sz="2200" spc="75" dirty="0">
                <a:latin typeface="Trebuchet MS" panose="020B0603020202020204"/>
                <a:cs typeface="Trebuchet MS" panose="020B0603020202020204"/>
              </a:rPr>
              <a:t>  </a:t>
            </a:r>
            <a:r>
              <a:rPr sz="2200" dirty="0">
                <a:latin typeface="Trebuchet MS" panose="020B0603020202020204"/>
                <a:cs typeface="Trebuchet MS" panose="020B0603020202020204"/>
              </a:rPr>
              <a:t>initialized</a:t>
            </a:r>
            <a:r>
              <a:rPr sz="2200" spc="75" dirty="0">
                <a:latin typeface="Trebuchet MS" panose="020B0603020202020204"/>
                <a:cs typeface="Trebuchet MS" panose="020B0603020202020204"/>
              </a:rPr>
              <a:t>  </a:t>
            </a:r>
            <a:r>
              <a:rPr sz="2200" spc="-25" dirty="0">
                <a:latin typeface="Trebuchet MS" panose="020B0603020202020204"/>
                <a:cs typeface="Trebuchet MS" panose="020B0603020202020204"/>
              </a:rPr>
              <a:t>if </a:t>
            </a:r>
            <a:r>
              <a:rPr sz="2200" spc="-10" dirty="0">
                <a:latin typeface="Trebuchet MS" panose="020B0603020202020204"/>
                <a:cs typeface="Trebuchet MS" panose="020B0603020202020204"/>
              </a:rPr>
              <a:t>necessary.</a:t>
            </a:r>
            <a:r>
              <a:rPr lang="en-US" altLang="en-US" sz="2200" spc="-10" dirty="0">
                <a:latin typeface="Trebuchet MS" panose="020B0603020202020204"/>
                <a:cs typeface="Trebuchet MS" panose="020B0603020202020204"/>
              </a:rPr>
              <a:t> </a:t>
            </a:r>
            <a:r>
              <a:rPr lang="en-US" altLang="en-US" sz="2200" spc="-10" dirty="0">
                <a:highlight>
                  <a:srgbClr val="00FFFF"/>
                </a:highlight>
                <a:latin typeface="Trebuchet MS" panose="020B0603020202020204"/>
                <a:cs typeface="Trebuchet MS" panose="020B0603020202020204"/>
              </a:rPr>
              <a:t>maing </a:t>
            </a:r>
            <a:r>
              <a:rPr lang="en-US" altLang="en-US" sz="2200" spc="-10" dirty="0">
                <a:highlight>
                  <a:srgbClr val="FF0000"/>
                </a:highlight>
                <a:latin typeface="Trebuchet MS" panose="020B0603020202020204"/>
                <a:cs typeface="Trebuchet MS" panose="020B0603020202020204"/>
              </a:rPr>
              <a:t>any valid data tyle di ja sakti hai</a:t>
            </a:r>
            <a:r>
              <a:rPr lang="en-US" altLang="en-US" sz="2200" spc="-10" dirty="0">
                <a:latin typeface="Trebuchet MS" panose="020B0603020202020204"/>
                <a:cs typeface="Trebuchet MS" panose="020B0603020202020204"/>
              </a:rPr>
              <a:t> </a:t>
            </a:r>
            <a:endParaRPr lang="en-US" altLang="en-US" sz="2200" spc="-10" dirty="0">
              <a:latin typeface="Trebuchet MS" panose="020B0603020202020204"/>
              <a:cs typeface="Trebuchet MS" panose="020B0603020202020204"/>
            </a:endParaRPr>
          </a:p>
        </p:txBody>
      </p:sp>
      <p:sp>
        <p:nvSpPr>
          <p:cNvPr id="4" name="object 4"/>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43</a:t>
            </a:r>
            <a:endParaRPr sz="1400">
              <a:latin typeface="Arial MT"/>
              <a:cs typeface="Arial M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3344545">
              <a:lnSpc>
                <a:spcPct val="100000"/>
              </a:lnSpc>
              <a:spcBef>
                <a:spcPts val="100"/>
              </a:spcBef>
            </a:pPr>
            <a:r>
              <a:rPr sz="4400" spc="-35" dirty="0"/>
              <a:t>Variables</a:t>
            </a:r>
            <a:endParaRPr sz="4400"/>
          </a:p>
        </p:txBody>
      </p:sp>
      <p:sp>
        <p:nvSpPr>
          <p:cNvPr id="3" name="object 3"/>
          <p:cNvSpPr txBox="1"/>
          <p:nvPr/>
        </p:nvSpPr>
        <p:spPr>
          <a:xfrm>
            <a:off x="236931" y="1474597"/>
            <a:ext cx="2609850" cy="1343025"/>
          </a:xfrm>
          <a:prstGeom prst="rect">
            <a:avLst/>
          </a:prstGeom>
        </p:spPr>
        <p:txBody>
          <a:bodyPr vert="horz" wrap="square" lIns="0" tIns="12700" rIns="0" bIns="0" rtlCol="0">
            <a:spAutoFit/>
          </a:bodyPr>
          <a:lstStyle/>
          <a:p>
            <a:pPr marL="12700" marR="5080">
              <a:lnSpc>
                <a:spcPct val="120000"/>
              </a:lnSpc>
              <a:spcBef>
                <a:spcPts val="100"/>
              </a:spcBef>
            </a:pPr>
            <a:r>
              <a:rPr sz="2400" b="1" dirty="0">
                <a:latin typeface="Trebuchet MS" panose="020B0603020202020204"/>
                <a:cs typeface="Trebuchet MS" panose="020B0603020202020204"/>
              </a:rPr>
              <a:t>Declare</a:t>
            </a:r>
            <a:r>
              <a:rPr sz="2400" b="1" spc="-15" dirty="0">
                <a:latin typeface="Trebuchet MS" panose="020B0603020202020204"/>
                <a:cs typeface="Trebuchet MS" panose="020B0603020202020204"/>
              </a:rPr>
              <a:t> </a:t>
            </a:r>
            <a:r>
              <a:rPr sz="2400" b="1" dirty="0">
                <a:latin typeface="Trebuchet MS" panose="020B0603020202020204"/>
                <a:cs typeface="Trebuchet MS" panose="020B0603020202020204"/>
              </a:rPr>
              <a:t>a</a:t>
            </a:r>
            <a:r>
              <a:rPr sz="2400" b="1" spc="-10" dirty="0">
                <a:latin typeface="Trebuchet MS" panose="020B0603020202020204"/>
                <a:cs typeface="Trebuchet MS" panose="020B0603020202020204"/>
              </a:rPr>
              <a:t> </a:t>
            </a:r>
            <a:r>
              <a:rPr sz="2400" b="1" spc="-30" dirty="0">
                <a:latin typeface="Trebuchet MS" panose="020B0603020202020204"/>
                <a:cs typeface="Trebuchet MS" panose="020B0603020202020204"/>
              </a:rPr>
              <a:t>Variable </a:t>
            </a:r>
            <a:r>
              <a:rPr sz="2400" b="1" spc="-10" dirty="0">
                <a:latin typeface="Trebuchet MS" panose="020B0603020202020204"/>
                <a:cs typeface="Trebuchet MS" panose="020B0603020202020204"/>
              </a:rPr>
              <a:t>Syntax:</a:t>
            </a:r>
            <a:endParaRPr sz="2400">
              <a:latin typeface="Trebuchet MS" panose="020B0603020202020204"/>
              <a:cs typeface="Trebuchet MS" panose="020B0603020202020204"/>
            </a:endParaRPr>
          </a:p>
          <a:p>
            <a:pPr marL="360045">
              <a:lnSpc>
                <a:spcPct val="100000"/>
              </a:lnSpc>
              <a:spcBef>
                <a:spcPts val="575"/>
              </a:spcBef>
            </a:pPr>
            <a:r>
              <a:rPr sz="2400" b="1" spc="-10" dirty="0">
                <a:latin typeface="Trebuchet MS" panose="020B0603020202020204"/>
                <a:cs typeface="Trebuchet MS" panose="020B0603020202020204"/>
              </a:rPr>
              <a:t>variableName</a:t>
            </a:r>
            <a:endParaRPr sz="2400">
              <a:latin typeface="Trebuchet MS" panose="020B0603020202020204"/>
              <a:cs typeface="Trebuchet MS" panose="020B0603020202020204"/>
            </a:endParaRPr>
          </a:p>
        </p:txBody>
      </p:sp>
      <p:sp>
        <p:nvSpPr>
          <p:cNvPr id="4" name="object 4"/>
          <p:cNvSpPr txBox="1"/>
          <p:nvPr/>
        </p:nvSpPr>
        <p:spPr>
          <a:xfrm>
            <a:off x="2902711" y="2426334"/>
            <a:ext cx="5796915" cy="391160"/>
          </a:xfrm>
          <a:prstGeom prst="rect">
            <a:avLst/>
          </a:prstGeom>
        </p:spPr>
        <p:txBody>
          <a:bodyPr vert="horz" wrap="square" lIns="0" tIns="12700" rIns="0" bIns="0" rtlCol="0">
            <a:spAutoFit/>
          </a:bodyPr>
          <a:lstStyle/>
          <a:p>
            <a:pPr marL="12700">
              <a:lnSpc>
                <a:spcPct val="100000"/>
              </a:lnSpc>
              <a:spcBef>
                <a:spcPts val="100"/>
              </a:spcBef>
              <a:tabLst>
                <a:tab pos="1544320" algn="l"/>
                <a:tab pos="4069715" algn="l"/>
              </a:tabLst>
            </a:pPr>
            <a:r>
              <a:rPr sz="2400" b="1" spc="-10" dirty="0">
                <a:solidFill>
                  <a:srgbClr val="FF0000"/>
                </a:solidFill>
                <a:latin typeface="Trebuchet MS" panose="020B0603020202020204"/>
                <a:cs typeface="Trebuchet MS" panose="020B0603020202020204"/>
              </a:rPr>
              <a:t>datatype</a:t>
            </a:r>
            <a:r>
              <a:rPr sz="2400" b="1" dirty="0">
                <a:solidFill>
                  <a:srgbClr val="FF0000"/>
                </a:solidFill>
                <a:latin typeface="Trebuchet MS" panose="020B0603020202020204"/>
                <a:cs typeface="Trebuchet MS" panose="020B0603020202020204"/>
              </a:rPr>
              <a:t>	</a:t>
            </a:r>
            <a:r>
              <a:rPr sz="2400" b="1" dirty="0">
                <a:latin typeface="Trebuchet MS" panose="020B0603020202020204"/>
                <a:cs typeface="Trebuchet MS" panose="020B0603020202020204"/>
              </a:rPr>
              <a:t>[ NOT</a:t>
            </a:r>
            <a:r>
              <a:rPr sz="2400" b="1" spc="-55" dirty="0">
                <a:latin typeface="Trebuchet MS" panose="020B0603020202020204"/>
                <a:cs typeface="Trebuchet MS" panose="020B0603020202020204"/>
              </a:rPr>
              <a:t> </a:t>
            </a:r>
            <a:r>
              <a:rPr sz="2400" b="1" dirty="0">
                <a:latin typeface="Trebuchet MS" panose="020B0603020202020204"/>
                <a:cs typeface="Trebuchet MS" panose="020B0603020202020204"/>
              </a:rPr>
              <a:t>NULL]</a:t>
            </a:r>
            <a:r>
              <a:rPr sz="2400" b="1" spc="-5" dirty="0">
                <a:latin typeface="Trebuchet MS" panose="020B0603020202020204"/>
                <a:cs typeface="Trebuchet MS" panose="020B0603020202020204"/>
              </a:rPr>
              <a:t>  </a:t>
            </a:r>
            <a:r>
              <a:rPr sz="2400" b="1" spc="-25" dirty="0">
                <a:latin typeface="Trebuchet MS" panose="020B0603020202020204"/>
                <a:cs typeface="Trebuchet MS" panose="020B0603020202020204"/>
              </a:rPr>
              <a:t>:=</a:t>
            </a:r>
            <a:r>
              <a:rPr sz="2400" b="1" dirty="0">
                <a:latin typeface="Trebuchet MS" panose="020B0603020202020204"/>
                <a:cs typeface="Trebuchet MS" panose="020B0603020202020204"/>
              </a:rPr>
              <a:t>	</a:t>
            </a:r>
            <a:r>
              <a:rPr sz="2400" b="1" spc="-10" dirty="0">
                <a:latin typeface="Trebuchet MS" panose="020B0603020202020204"/>
                <a:cs typeface="Trebuchet MS" panose="020B0603020202020204"/>
              </a:rPr>
              <a:t>initialValue;</a:t>
            </a:r>
            <a:endParaRPr sz="2400">
              <a:latin typeface="Trebuchet MS" panose="020B0603020202020204"/>
              <a:cs typeface="Trebuchet MS" panose="020B0603020202020204"/>
            </a:endParaRPr>
          </a:p>
        </p:txBody>
      </p:sp>
      <p:sp>
        <p:nvSpPr>
          <p:cNvPr id="5" name="object 5"/>
          <p:cNvSpPr txBox="1"/>
          <p:nvPr/>
        </p:nvSpPr>
        <p:spPr>
          <a:xfrm>
            <a:off x="236931" y="3230435"/>
            <a:ext cx="8681085" cy="4002405"/>
          </a:xfrm>
          <a:prstGeom prst="rect">
            <a:avLst/>
          </a:prstGeom>
        </p:spPr>
        <p:txBody>
          <a:bodyPr vert="horz" wrap="square" lIns="0" tIns="86360" rIns="0" bIns="0" rtlCol="0">
            <a:spAutoFit/>
          </a:bodyPr>
          <a:lstStyle/>
          <a:p>
            <a:pPr marL="354965" indent="-342265" algn="just">
              <a:lnSpc>
                <a:spcPct val="100000"/>
              </a:lnSpc>
              <a:spcBef>
                <a:spcPts val="680"/>
              </a:spcBef>
              <a:buFont typeface="Wingdings" panose="05000000000000000000"/>
              <a:buChar char=""/>
              <a:tabLst>
                <a:tab pos="354965" algn="l"/>
              </a:tabLst>
            </a:pPr>
            <a:r>
              <a:rPr sz="2400" b="1" dirty="0">
                <a:latin typeface="Trebuchet MS" panose="020B0603020202020204"/>
                <a:cs typeface="Trebuchet MS" panose="020B0603020202020204"/>
              </a:rPr>
              <a:t>datatype</a:t>
            </a:r>
            <a:r>
              <a:rPr sz="2400" b="1" spc="-85" dirty="0">
                <a:latin typeface="Trebuchet MS" panose="020B0603020202020204"/>
                <a:cs typeface="Trebuchet MS" panose="020B0603020202020204"/>
              </a:rPr>
              <a:t> </a:t>
            </a:r>
            <a:r>
              <a:rPr sz="2400" dirty="0">
                <a:latin typeface="Trebuchet MS" panose="020B0603020202020204"/>
                <a:cs typeface="Trebuchet MS" panose="020B0603020202020204"/>
              </a:rPr>
              <a:t>can</a:t>
            </a:r>
            <a:r>
              <a:rPr sz="2400" spc="-50" dirty="0">
                <a:latin typeface="Trebuchet MS" panose="020B0603020202020204"/>
                <a:cs typeface="Trebuchet MS" panose="020B0603020202020204"/>
              </a:rPr>
              <a:t> </a:t>
            </a:r>
            <a:r>
              <a:rPr sz="2400" dirty="0">
                <a:latin typeface="Trebuchet MS" panose="020B0603020202020204"/>
                <a:cs typeface="Trebuchet MS" panose="020B0603020202020204"/>
              </a:rPr>
              <a:t>be</a:t>
            </a:r>
            <a:r>
              <a:rPr sz="2400" spc="-30" dirty="0">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any</a:t>
            </a:r>
            <a:r>
              <a:rPr sz="2400" spc="-40"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valid</a:t>
            </a:r>
            <a:r>
              <a:rPr sz="2400" spc="-50"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data</a:t>
            </a:r>
            <a:r>
              <a:rPr sz="2400" spc="-30"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type</a:t>
            </a:r>
            <a:r>
              <a:rPr sz="2400" spc="-50"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supported</a:t>
            </a:r>
            <a:r>
              <a:rPr sz="2400" spc="-25"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by</a:t>
            </a:r>
            <a:r>
              <a:rPr sz="2400" spc="-40" dirty="0">
                <a:highlight>
                  <a:srgbClr val="FFFF00"/>
                </a:highlight>
                <a:latin typeface="Trebuchet MS" panose="020B0603020202020204"/>
                <a:cs typeface="Trebuchet MS" panose="020B0603020202020204"/>
              </a:rPr>
              <a:t> </a:t>
            </a:r>
            <a:r>
              <a:rPr sz="2400" spc="-10" dirty="0">
                <a:highlight>
                  <a:srgbClr val="FFFF00"/>
                </a:highlight>
                <a:latin typeface="Trebuchet MS" panose="020B0603020202020204"/>
                <a:cs typeface="Trebuchet MS" panose="020B0603020202020204"/>
              </a:rPr>
              <a:t>PL/SQL.</a:t>
            </a:r>
            <a:endParaRPr sz="2400">
              <a:highlight>
                <a:srgbClr val="FFFF00"/>
              </a:highlight>
              <a:latin typeface="Trebuchet MS" panose="020B0603020202020204"/>
              <a:cs typeface="Trebuchet MS" panose="020B0603020202020204"/>
            </a:endParaRPr>
          </a:p>
          <a:p>
            <a:pPr marL="354965" indent="-342265" algn="just">
              <a:lnSpc>
                <a:spcPct val="100000"/>
              </a:lnSpc>
              <a:spcBef>
                <a:spcPts val="575"/>
              </a:spcBef>
              <a:buFont typeface="Wingdings" panose="05000000000000000000"/>
              <a:buChar char=""/>
              <a:tabLst>
                <a:tab pos="354965" algn="l"/>
              </a:tabLst>
            </a:pPr>
            <a:r>
              <a:rPr sz="2400" b="1" dirty="0">
                <a:latin typeface="Trebuchet MS" panose="020B0603020202020204"/>
                <a:cs typeface="Trebuchet MS" panose="020B0603020202020204"/>
              </a:rPr>
              <a:t>‘:=</a:t>
            </a:r>
            <a:r>
              <a:rPr sz="2400" b="1" spc="-10" dirty="0">
                <a:latin typeface="Trebuchet MS" panose="020B0603020202020204"/>
                <a:cs typeface="Trebuchet MS" panose="020B0603020202020204"/>
              </a:rPr>
              <a:t> </a:t>
            </a:r>
            <a:r>
              <a:rPr sz="2400" b="1" dirty="0">
                <a:latin typeface="Trebuchet MS" panose="020B0603020202020204"/>
                <a:cs typeface="Trebuchet MS" panose="020B0603020202020204"/>
              </a:rPr>
              <a:t>‘</a:t>
            </a:r>
            <a:r>
              <a:rPr sz="2400" b="1" spc="-40" dirty="0">
                <a:latin typeface="Trebuchet MS" panose="020B0603020202020204"/>
                <a:cs typeface="Trebuchet MS" panose="020B0603020202020204"/>
              </a:rPr>
              <a:t> </a:t>
            </a:r>
            <a:r>
              <a:rPr sz="2400" dirty="0">
                <a:latin typeface="Trebuchet MS" panose="020B0603020202020204"/>
                <a:cs typeface="Trebuchet MS" panose="020B0603020202020204"/>
              </a:rPr>
              <a:t>used</a:t>
            </a:r>
            <a:r>
              <a:rPr sz="2400" spc="-30" dirty="0">
                <a:latin typeface="Trebuchet MS" panose="020B0603020202020204"/>
                <a:cs typeface="Trebuchet MS" panose="020B0603020202020204"/>
              </a:rPr>
              <a:t> </a:t>
            </a:r>
            <a:r>
              <a:rPr sz="2400" dirty="0">
                <a:latin typeface="Trebuchet MS" panose="020B0603020202020204"/>
                <a:cs typeface="Trebuchet MS" panose="020B0603020202020204"/>
              </a:rPr>
              <a:t>as</a:t>
            </a:r>
            <a:r>
              <a:rPr sz="2400" spc="-30" dirty="0">
                <a:latin typeface="Trebuchet MS" panose="020B0603020202020204"/>
                <a:cs typeface="Trebuchet MS" panose="020B0603020202020204"/>
              </a:rPr>
              <a:t> </a:t>
            </a:r>
            <a:r>
              <a:rPr sz="2400" b="1" dirty="0">
                <a:solidFill>
                  <a:srgbClr val="FF0000"/>
                </a:solidFill>
                <a:latin typeface="Trebuchet MS" panose="020B0603020202020204"/>
                <a:cs typeface="Trebuchet MS" panose="020B0603020202020204"/>
              </a:rPr>
              <a:t>assignment</a:t>
            </a:r>
            <a:r>
              <a:rPr sz="2400" b="1" spc="-45" dirty="0">
                <a:solidFill>
                  <a:srgbClr val="FF0000"/>
                </a:solidFill>
                <a:latin typeface="Trebuchet MS" panose="020B0603020202020204"/>
                <a:cs typeface="Trebuchet MS" panose="020B0603020202020204"/>
              </a:rPr>
              <a:t> </a:t>
            </a:r>
            <a:r>
              <a:rPr sz="2400" b="1" spc="-10" dirty="0">
                <a:solidFill>
                  <a:srgbClr val="FF0000"/>
                </a:solidFill>
                <a:latin typeface="Trebuchet MS" panose="020B0603020202020204"/>
                <a:cs typeface="Trebuchet MS" panose="020B0603020202020204"/>
              </a:rPr>
              <a:t>operator</a:t>
            </a:r>
            <a:r>
              <a:rPr sz="2400" spc="-10" dirty="0">
                <a:solidFill>
                  <a:srgbClr val="FF0000"/>
                </a:solidFill>
                <a:latin typeface="Trebuchet MS" panose="020B0603020202020204"/>
                <a:cs typeface="Trebuchet MS" panose="020B0603020202020204"/>
              </a:rPr>
              <a:t>.</a:t>
            </a:r>
            <a:endParaRPr sz="2400" spc="-10" dirty="0">
              <a:solidFill>
                <a:srgbClr val="FF0000"/>
              </a:solidFill>
              <a:latin typeface="Trebuchet MS" panose="020B0603020202020204"/>
              <a:cs typeface="Trebuchet MS" panose="020B0603020202020204"/>
            </a:endParaRPr>
          </a:p>
          <a:p>
            <a:pPr marL="12700" indent="0" algn="just">
              <a:lnSpc>
                <a:spcPct val="100000"/>
              </a:lnSpc>
              <a:spcBef>
                <a:spcPts val="575"/>
              </a:spcBef>
              <a:buFont typeface="Wingdings" panose="05000000000000000000"/>
              <a:buNone/>
              <a:tabLst>
                <a:tab pos="354965" algn="l"/>
              </a:tabLst>
            </a:pPr>
            <a:r>
              <a:rPr lang="en-US" altLang="en-US" sz="2400">
                <a:latin typeface="Trebuchet MS" panose="020B0603020202020204"/>
                <a:cs typeface="Trebuchet MS" panose="020B0603020202020204"/>
              </a:rPr>
              <a:t>                       eg. </a:t>
            </a:r>
            <a:r>
              <a:rPr lang="en-US" altLang="en-US" sz="2400">
                <a:latin typeface="Trebuchet MS" panose="020B0603020202020204"/>
                <a:cs typeface="Trebuchet MS" panose="020B0603020202020204"/>
              </a:rPr>
              <a:t>v_age := 19;</a:t>
            </a:r>
            <a:endParaRPr lang="en-US" altLang="en-US" sz="2400">
              <a:latin typeface="Trebuchet MS" panose="020B0603020202020204"/>
              <a:cs typeface="Trebuchet MS" panose="020B0603020202020204"/>
            </a:endParaRPr>
          </a:p>
          <a:p>
            <a:pPr marL="355600" marR="5080" indent="-342900" algn="just">
              <a:lnSpc>
                <a:spcPct val="100000"/>
              </a:lnSpc>
              <a:spcBef>
                <a:spcPts val="580"/>
              </a:spcBef>
              <a:buFont typeface="Wingdings" panose="05000000000000000000"/>
              <a:buChar char=""/>
              <a:tabLst>
                <a:tab pos="355600" algn="l"/>
              </a:tabLst>
            </a:pPr>
            <a:r>
              <a:rPr sz="2400" dirty="0">
                <a:latin typeface="Trebuchet MS" panose="020B0603020202020204"/>
                <a:cs typeface="Trebuchet MS" panose="020B0603020202020204"/>
              </a:rPr>
              <a:t>If</a:t>
            </a:r>
            <a:r>
              <a:rPr sz="2400" spc="360" dirty="0">
                <a:latin typeface="Trebuchet MS" panose="020B0603020202020204"/>
                <a:cs typeface="Trebuchet MS" panose="020B0603020202020204"/>
              </a:rPr>
              <a:t> </a:t>
            </a:r>
            <a:r>
              <a:rPr sz="2400" dirty="0">
                <a:latin typeface="Trebuchet MS" panose="020B0603020202020204"/>
                <a:cs typeface="Trebuchet MS" panose="020B0603020202020204"/>
              </a:rPr>
              <a:t>variable</a:t>
            </a:r>
            <a:r>
              <a:rPr sz="2400" spc="375" dirty="0">
                <a:latin typeface="Trebuchet MS" panose="020B0603020202020204"/>
                <a:cs typeface="Trebuchet MS" panose="020B0603020202020204"/>
              </a:rPr>
              <a:t> </a:t>
            </a:r>
            <a:r>
              <a:rPr sz="2400" dirty="0">
                <a:latin typeface="Trebuchet MS" panose="020B0603020202020204"/>
                <a:cs typeface="Trebuchet MS" panose="020B0603020202020204"/>
              </a:rPr>
              <a:t>need</a:t>
            </a:r>
            <a:r>
              <a:rPr sz="2400" spc="355" dirty="0">
                <a:latin typeface="Trebuchet MS" panose="020B0603020202020204"/>
                <a:cs typeface="Trebuchet MS" panose="020B0603020202020204"/>
              </a:rPr>
              <a:t> </a:t>
            </a:r>
            <a:r>
              <a:rPr sz="2400" dirty="0">
                <a:latin typeface="Trebuchet MS" panose="020B0603020202020204"/>
                <a:cs typeface="Trebuchet MS" panose="020B0603020202020204"/>
              </a:rPr>
              <a:t>to</a:t>
            </a:r>
            <a:r>
              <a:rPr sz="2400" spc="365" dirty="0">
                <a:latin typeface="Trebuchet MS" panose="020B0603020202020204"/>
                <a:cs typeface="Trebuchet MS" panose="020B0603020202020204"/>
              </a:rPr>
              <a:t> </a:t>
            </a:r>
            <a:r>
              <a:rPr sz="2400" dirty="0">
                <a:latin typeface="Trebuchet MS" panose="020B0603020202020204"/>
                <a:cs typeface="Trebuchet MS" panose="020B0603020202020204"/>
              </a:rPr>
              <a:t>be</a:t>
            </a:r>
            <a:r>
              <a:rPr sz="2400" spc="360" dirty="0">
                <a:latin typeface="Trebuchet MS" panose="020B0603020202020204"/>
                <a:cs typeface="Trebuchet MS" panose="020B0603020202020204"/>
              </a:rPr>
              <a:t> </a:t>
            </a:r>
            <a:r>
              <a:rPr sz="2400" dirty="0">
                <a:latin typeface="Trebuchet MS" panose="020B0603020202020204"/>
                <a:cs typeface="Trebuchet MS" panose="020B0603020202020204"/>
              </a:rPr>
              <a:t>initialized</a:t>
            </a:r>
            <a:r>
              <a:rPr sz="2400" spc="360" dirty="0">
                <a:latin typeface="Trebuchet MS" panose="020B0603020202020204"/>
                <a:cs typeface="Trebuchet MS" panose="020B0603020202020204"/>
              </a:rPr>
              <a:t> </a:t>
            </a:r>
            <a:r>
              <a:rPr sz="2400" dirty="0">
                <a:latin typeface="Trebuchet MS" panose="020B0603020202020204"/>
                <a:cs typeface="Trebuchet MS" panose="020B0603020202020204"/>
              </a:rPr>
              <a:t>then</a:t>
            </a:r>
            <a:r>
              <a:rPr sz="2400" spc="365" dirty="0">
                <a:latin typeface="Trebuchet MS" panose="020B0603020202020204"/>
                <a:cs typeface="Trebuchet MS" panose="020B0603020202020204"/>
              </a:rPr>
              <a:t> </a:t>
            </a:r>
            <a:r>
              <a:rPr sz="2400" b="1" dirty="0">
                <a:solidFill>
                  <a:srgbClr val="FF0000"/>
                </a:solidFill>
                <a:highlight>
                  <a:srgbClr val="FFFF00"/>
                </a:highlight>
                <a:latin typeface="Trebuchet MS" panose="020B0603020202020204"/>
                <a:cs typeface="Trebuchet MS" panose="020B0603020202020204"/>
              </a:rPr>
              <a:t>initialValue</a:t>
            </a:r>
            <a:r>
              <a:rPr sz="2400" b="1" spc="350" dirty="0">
                <a:solidFill>
                  <a:srgbClr val="FF0000"/>
                </a:solidFill>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can</a:t>
            </a:r>
            <a:r>
              <a:rPr sz="2400" spc="355" dirty="0">
                <a:highlight>
                  <a:srgbClr val="FFFF00"/>
                </a:highlight>
                <a:latin typeface="Trebuchet MS" panose="020B0603020202020204"/>
                <a:cs typeface="Trebuchet MS" panose="020B0603020202020204"/>
              </a:rPr>
              <a:t> </a:t>
            </a:r>
            <a:r>
              <a:rPr sz="2400" spc="-25" dirty="0">
                <a:highlight>
                  <a:srgbClr val="FFFF00"/>
                </a:highlight>
                <a:latin typeface="Trebuchet MS" panose="020B0603020202020204"/>
                <a:cs typeface="Trebuchet MS" panose="020B0603020202020204"/>
              </a:rPr>
              <a:t>be </a:t>
            </a:r>
            <a:r>
              <a:rPr sz="2400" dirty="0">
                <a:highlight>
                  <a:srgbClr val="FFFF00"/>
                </a:highlight>
                <a:latin typeface="Trebuchet MS" panose="020B0603020202020204"/>
                <a:cs typeface="Trebuchet MS" panose="020B0603020202020204"/>
              </a:rPr>
              <a:t>assigned</a:t>
            </a:r>
            <a:r>
              <a:rPr sz="2400" spc="-70"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at</a:t>
            </a:r>
            <a:r>
              <a:rPr sz="2400" spc="-95"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declaration</a:t>
            </a:r>
            <a:r>
              <a:rPr sz="2400" spc="-60" dirty="0">
                <a:highlight>
                  <a:srgbClr val="FFFF00"/>
                </a:highlight>
                <a:latin typeface="Trebuchet MS" panose="020B0603020202020204"/>
                <a:cs typeface="Trebuchet MS" panose="020B0603020202020204"/>
              </a:rPr>
              <a:t> </a:t>
            </a:r>
            <a:r>
              <a:rPr sz="2400" spc="-10" dirty="0">
                <a:highlight>
                  <a:srgbClr val="FFFF00"/>
                </a:highlight>
                <a:latin typeface="Trebuchet MS" panose="020B0603020202020204"/>
                <a:cs typeface="Trebuchet MS" panose="020B0603020202020204"/>
              </a:rPr>
              <a:t>time.</a:t>
            </a:r>
            <a:endParaRPr sz="2400" spc="-10" dirty="0">
              <a:highlight>
                <a:srgbClr val="FFFF00"/>
              </a:highlight>
              <a:latin typeface="Trebuchet MS" panose="020B0603020202020204"/>
              <a:cs typeface="Trebuchet MS" panose="020B0603020202020204"/>
            </a:endParaRPr>
          </a:p>
          <a:p>
            <a:pPr marL="355600" marR="5080" indent="-342900" algn="just">
              <a:lnSpc>
                <a:spcPct val="100000"/>
              </a:lnSpc>
              <a:spcBef>
                <a:spcPts val="580"/>
              </a:spcBef>
              <a:buFont typeface="Wingdings" panose="05000000000000000000"/>
              <a:buChar char=""/>
              <a:tabLst>
                <a:tab pos="355600" algn="l"/>
              </a:tabLst>
            </a:pPr>
            <a:r>
              <a:rPr lang="en-US" altLang="en-US" sz="2400" spc="-10" dirty="0">
                <a:highlight>
                  <a:srgbClr val="FFFF00"/>
                </a:highlight>
                <a:latin typeface="Trebuchet MS" panose="020B0603020202020204"/>
                <a:cs typeface="Trebuchet MS" panose="020B0603020202020204"/>
              </a:rPr>
              <a:t>eg. </a:t>
            </a:r>
            <a:r>
              <a:rPr lang="en-US" altLang="en-US" sz="2400" spc="-10" dirty="0">
                <a:highlight>
                  <a:srgbClr val="FFFF00"/>
                </a:highlight>
                <a:latin typeface="Trebuchet MS" panose="020B0603020202020204"/>
                <a:cs typeface="Trebuchet MS" panose="020B0603020202020204"/>
              </a:rPr>
              <a:t>v_age NUMBER := 19;</a:t>
            </a:r>
            <a:endParaRPr lang="en-US" altLang="en-US" sz="2400" spc="-10" dirty="0">
              <a:highlight>
                <a:srgbClr val="FFFF00"/>
              </a:highlight>
              <a:latin typeface="Trebuchet MS" panose="020B0603020202020204"/>
              <a:cs typeface="Trebuchet MS" panose="020B0603020202020204"/>
            </a:endParaRPr>
          </a:p>
          <a:p>
            <a:pPr marL="355600" marR="5080" indent="-342900" algn="just">
              <a:lnSpc>
                <a:spcPct val="100000"/>
              </a:lnSpc>
              <a:spcBef>
                <a:spcPts val="575"/>
              </a:spcBef>
              <a:buFont typeface="Wingdings" panose="05000000000000000000"/>
              <a:buChar char=""/>
              <a:tabLst>
                <a:tab pos="355600" algn="l"/>
              </a:tabLst>
            </a:pPr>
            <a:r>
              <a:rPr sz="2000" dirty="0">
                <a:latin typeface="Trebuchet MS" panose="020B0603020202020204"/>
                <a:cs typeface="Trebuchet MS" panose="020B0603020202020204"/>
              </a:rPr>
              <a:t>If</a:t>
            </a:r>
            <a:r>
              <a:rPr sz="2000" spc="-40" dirty="0">
                <a:latin typeface="Trebuchet MS" panose="020B0603020202020204"/>
                <a:cs typeface="Trebuchet MS" panose="020B0603020202020204"/>
              </a:rPr>
              <a:t>  </a:t>
            </a:r>
            <a:r>
              <a:rPr sz="2000" b="1" dirty="0">
                <a:solidFill>
                  <a:srgbClr val="FF0000"/>
                </a:solidFill>
                <a:latin typeface="Trebuchet MS" panose="020B0603020202020204"/>
                <a:cs typeface="Trebuchet MS" panose="020B0603020202020204"/>
              </a:rPr>
              <a:t>NOT</a:t>
            </a:r>
            <a:r>
              <a:rPr sz="2000" b="1" spc="590" dirty="0">
                <a:solidFill>
                  <a:srgbClr val="FF0000"/>
                </a:solidFill>
                <a:latin typeface="Trebuchet MS" panose="020B0603020202020204"/>
                <a:cs typeface="Trebuchet MS" panose="020B0603020202020204"/>
              </a:rPr>
              <a:t> </a:t>
            </a:r>
            <a:r>
              <a:rPr sz="2000" b="1" dirty="0">
                <a:solidFill>
                  <a:srgbClr val="FF0000"/>
                </a:solidFill>
                <a:latin typeface="Trebuchet MS" panose="020B0603020202020204"/>
                <a:cs typeface="Trebuchet MS" panose="020B0603020202020204"/>
              </a:rPr>
              <a:t>NULL</a:t>
            </a:r>
            <a:r>
              <a:rPr sz="2000" b="1" spc="575" dirty="0">
                <a:solidFill>
                  <a:srgbClr val="FF0000"/>
                </a:solidFill>
                <a:latin typeface="Trebuchet MS" panose="020B0603020202020204"/>
                <a:cs typeface="Trebuchet MS" panose="020B0603020202020204"/>
              </a:rPr>
              <a:t> </a:t>
            </a:r>
            <a:r>
              <a:rPr sz="2000" dirty="0">
                <a:latin typeface="Trebuchet MS" panose="020B0603020202020204"/>
                <a:cs typeface="Trebuchet MS" panose="020B0603020202020204"/>
              </a:rPr>
              <a:t>is</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included</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in</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declaration,</a:t>
            </a:r>
            <a:r>
              <a:rPr sz="2000" spc="-25" dirty="0">
                <a:latin typeface="Trebuchet MS" panose="020B0603020202020204"/>
                <a:cs typeface="Trebuchet MS" panose="020B0603020202020204"/>
              </a:rPr>
              <a:t>  </a:t>
            </a:r>
            <a:r>
              <a:rPr sz="2000" dirty="0">
                <a:latin typeface="Trebuchet MS" panose="020B0603020202020204"/>
                <a:cs typeface="Trebuchet MS" panose="020B0603020202020204"/>
              </a:rPr>
              <a:t>variable</a:t>
            </a:r>
            <a:r>
              <a:rPr sz="2000" spc="-25" dirty="0">
                <a:latin typeface="Trebuchet MS" panose="020B0603020202020204"/>
                <a:cs typeface="Trebuchet MS" panose="020B0603020202020204"/>
              </a:rPr>
              <a:t>  </a:t>
            </a:r>
            <a:r>
              <a:rPr sz="2000" spc="-10" dirty="0">
                <a:latin typeface="Trebuchet MS" panose="020B0603020202020204"/>
                <a:cs typeface="Trebuchet MS" panose="020B0603020202020204"/>
              </a:rPr>
              <a:t>cannot </a:t>
            </a:r>
            <a:r>
              <a:rPr sz="2000" dirty="0">
                <a:latin typeface="Trebuchet MS" panose="020B0603020202020204"/>
                <a:cs typeface="Trebuchet MS" panose="020B0603020202020204"/>
              </a:rPr>
              <a:t>have</a:t>
            </a:r>
            <a:r>
              <a:rPr sz="2000" spc="254" dirty="0">
                <a:latin typeface="Trebuchet MS" panose="020B0603020202020204"/>
                <a:cs typeface="Trebuchet MS" panose="020B0603020202020204"/>
              </a:rPr>
              <a:t> </a:t>
            </a:r>
            <a:r>
              <a:rPr sz="2000" spc="254"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NULL</a:t>
            </a:r>
            <a:r>
              <a:rPr sz="2000" spc="21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value</a:t>
            </a:r>
            <a:r>
              <a:rPr sz="2000" spc="260"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during</a:t>
            </a:r>
            <a:r>
              <a:rPr sz="2000" spc="254"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program</a:t>
            </a:r>
            <a:r>
              <a:rPr sz="2000" spc="254" dirty="0">
                <a:highlight>
                  <a:srgbClr val="FFFF00"/>
                </a:highlight>
                <a:latin typeface="Trebuchet MS" panose="020B0603020202020204"/>
                <a:cs typeface="Trebuchet MS" panose="020B0603020202020204"/>
              </a:rPr>
              <a:t>  </a:t>
            </a:r>
            <a:r>
              <a:rPr sz="2000" dirty="0">
                <a:highlight>
                  <a:srgbClr val="FFFF00"/>
                </a:highlight>
                <a:latin typeface="Trebuchet MS" panose="020B0603020202020204"/>
                <a:cs typeface="Trebuchet MS" panose="020B0603020202020204"/>
              </a:rPr>
              <a:t>execution</a:t>
            </a:r>
            <a:r>
              <a:rPr sz="2000" spc="260" dirty="0">
                <a:latin typeface="Trebuchet MS" panose="020B0603020202020204"/>
                <a:cs typeface="Trebuchet MS" panose="020B0603020202020204"/>
              </a:rPr>
              <a:t>  </a:t>
            </a:r>
            <a:r>
              <a:rPr sz="2000" dirty="0">
                <a:latin typeface="Trebuchet MS" panose="020B0603020202020204"/>
                <a:cs typeface="Trebuchet MS" panose="020B0603020202020204"/>
              </a:rPr>
              <a:t>and</a:t>
            </a:r>
            <a:r>
              <a:rPr sz="2000" spc="250" dirty="0">
                <a:latin typeface="Trebuchet MS" panose="020B0603020202020204"/>
                <a:cs typeface="Trebuchet MS" panose="020B0603020202020204"/>
              </a:rPr>
              <a:t>  </a:t>
            </a:r>
            <a:r>
              <a:rPr sz="2000" spc="-20" dirty="0">
                <a:latin typeface="Trebuchet MS" panose="020B0603020202020204"/>
                <a:cs typeface="Trebuchet MS" panose="020B0603020202020204"/>
              </a:rPr>
              <a:t>such </a:t>
            </a:r>
            <a:r>
              <a:rPr sz="2000" b="1" dirty="0">
                <a:latin typeface="Trebuchet MS" panose="020B0603020202020204"/>
                <a:cs typeface="Trebuchet MS" panose="020B0603020202020204"/>
              </a:rPr>
              <a:t>variable</a:t>
            </a:r>
            <a:r>
              <a:rPr sz="2000" b="1" spc="-25" dirty="0">
                <a:latin typeface="Trebuchet MS" panose="020B0603020202020204"/>
                <a:cs typeface="Trebuchet MS" panose="020B0603020202020204"/>
              </a:rPr>
              <a:t> </a:t>
            </a:r>
            <a:r>
              <a:rPr sz="2000" b="1" dirty="0">
                <a:latin typeface="Trebuchet MS" panose="020B0603020202020204"/>
                <a:cs typeface="Trebuchet MS" panose="020B0603020202020204"/>
              </a:rPr>
              <a:t>must</a:t>
            </a:r>
            <a:r>
              <a:rPr sz="2000" b="1" spc="-15" dirty="0">
                <a:latin typeface="Trebuchet MS" panose="020B0603020202020204"/>
                <a:cs typeface="Trebuchet MS" panose="020B0603020202020204"/>
              </a:rPr>
              <a:t> </a:t>
            </a:r>
            <a:r>
              <a:rPr sz="2000" b="1" dirty="0">
                <a:latin typeface="Trebuchet MS" panose="020B0603020202020204"/>
                <a:cs typeface="Trebuchet MS" panose="020B0603020202020204"/>
              </a:rPr>
              <a:t>be</a:t>
            </a:r>
            <a:r>
              <a:rPr sz="2000" b="1" spc="5" dirty="0">
                <a:latin typeface="Trebuchet MS" panose="020B0603020202020204"/>
                <a:cs typeface="Trebuchet MS" panose="020B0603020202020204"/>
              </a:rPr>
              <a:t> </a:t>
            </a:r>
            <a:r>
              <a:rPr sz="2000" b="1" spc="-10" dirty="0">
                <a:latin typeface="Trebuchet MS" panose="020B0603020202020204"/>
                <a:cs typeface="Trebuchet MS" panose="020B0603020202020204"/>
              </a:rPr>
              <a:t>initialized</a:t>
            </a:r>
            <a:r>
              <a:rPr sz="2000" spc="-10" dirty="0">
                <a:latin typeface="Trebuchet MS" panose="020B0603020202020204"/>
                <a:cs typeface="Trebuchet MS" panose="020B0603020202020204"/>
              </a:rPr>
              <a:t>.</a:t>
            </a:r>
            <a:endParaRPr sz="2000">
              <a:latin typeface="Trebuchet MS" panose="020B0603020202020204"/>
              <a:cs typeface="Trebuchet MS" panose="020B0603020202020204"/>
            </a:endParaRPr>
          </a:p>
          <a:p>
            <a:pPr marR="315595" algn="r">
              <a:lnSpc>
                <a:spcPct val="100000"/>
              </a:lnSpc>
              <a:spcBef>
                <a:spcPts val="1495"/>
              </a:spcBef>
            </a:pPr>
            <a:r>
              <a:rPr sz="1400" spc="-25" dirty="0">
                <a:latin typeface="Arial MT"/>
                <a:cs typeface="Arial MT"/>
              </a:rPr>
              <a:t>44</a:t>
            </a:r>
            <a:endParaRPr sz="1400">
              <a:latin typeface="Arial MT"/>
              <a:cs typeface="Arial M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3344545">
              <a:lnSpc>
                <a:spcPct val="100000"/>
              </a:lnSpc>
              <a:spcBef>
                <a:spcPts val="100"/>
              </a:spcBef>
            </a:pPr>
            <a:r>
              <a:rPr sz="4400" spc="-35" dirty="0"/>
              <a:t>Variables</a:t>
            </a:r>
            <a:endParaRPr sz="4400"/>
          </a:p>
        </p:txBody>
      </p:sp>
      <p:sp>
        <p:nvSpPr>
          <p:cNvPr id="3" name="object 3"/>
          <p:cNvSpPr txBox="1"/>
          <p:nvPr/>
        </p:nvSpPr>
        <p:spPr>
          <a:xfrm>
            <a:off x="231140" y="1779079"/>
            <a:ext cx="1346835" cy="904875"/>
          </a:xfrm>
          <a:prstGeom prst="rect">
            <a:avLst/>
          </a:prstGeom>
        </p:spPr>
        <p:txBody>
          <a:bodyPr vert="horz" wrap="square" lIns="0" tIns="86360" rIns="0" bIns="0" rtlCol="0">
            <a:spAutoFit/>
          </a:bodyPr>
          <a:lstStyle/>
          <a:p>
            <a:pPr marR="5080" algn="r">
              <a:lnSpc>
                <a:spcPct val="100000"/>
              </a:lnSpc>
              <a:spcBef>
                <a:spcPts val="680"/>
              </a:spcBef>
            </a:pPr>
            <a:r>
              <a:rPr sz="2400" b="1" spc="-10" dirty="0">
                <a:latin typeface="Trebuchet MS" panose="020B0603020202020204"/>
                <a:cs typeface="Trebuchet MS" panose="020B0603020202020204"/>
              </a:rPr>
              <a:t>Example:</a:t>
            </a:r>
            <a:endParaRPr sz="2400">
              <a:latin typeface="Trebuchet MS" panose="020B0603020202020204"/>
              <a:cs typeface="Trebuchet MS" panose="020B0603020202020204"/>
            </a:endParaRPr>
          </a:p>
          <a:p>
            <a:pPr marR="81280" algn="r">
              <a:lnSpc>
                <a:spcPct val="100000"/>
              </a:lnSpc>
              <a:spcBef>
                <a:spcPts val="580"/>
              </a:spcBef>
            </a:pPr>
            <a:r>
              <a:rPr sz="2400" spc="-25" dirty="0">
                <a:latin typeface="Trebuchet MS" panose="020B0603020202020204"/>
                <a:cs typeface="Trebuchet MS" panose="020B0603020202020204"/>
              </a:rPr>
              <a:t>no</a:t>
            </a:r>
            <a:endParaRPr sz="2400">
              <a:latin typeface="Trebuchet MS" panose="020B0603020202020204"/>
              <a:cs typeface="Trebuchet MS" panose="020B0603020202020204"/>
            </a:endParaRPr>
          </a:p>
        </p:txBody>
      </p:sp>
      <p:sp>
        <p:nvSpPr>
          <p:cNvPr id="4" name="object 4"/>
          <p:cNvSpPr txBox="1"/>
          <p:nvPr/>
        </p:nvSpPr>
        <p:spPr>
          <a:xfrm>
            <a:off x="1752345" y="2292222"/>
            <a:ext cx="1716405" cy="391160"/>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Trebuchet MS" panose="020B0603020202020204"/>
                <a:cs typeface="Trebuchet MS" panose="020B0603020202020204"/>
              </a:rPr>
              <a:t>NUMBER(3);</a:t>
            </a:r>
            <a:endParaRPr sz="2400">
              <a:latin typeface="Trebuchet MS" panose="020B0603020202020204"/>
              <a:cs typeface="Trebuchet MS" panose="020B0603020202020204"/>
            </a:endParaRPr>
          </a:p>
        </p:txBody>
      </p:sp>
      <p:sp>
        <p:nvSpPr>
          <p:cNvPr id="5" name="object 5"/>
          <p:cNvSpPr txBox="1"/>
          <p:nvPr/>
        </p:nvSpPr>
        <p:spPr>
          <a:xfrm>
            <a:off x="1145844" y="2657982"/>
            <a:ext cx="770890" cy="1342390"/>
          </a:xfrm>
          <a:prstGeom prst="rect">
            <a:avLst/>
          </a:prstGeom>
        </p:spPr>
        <p:txBody>
          <a:bodyPr vert="horz" wrap="square" lIns="0" tIns="12700" rIns="0" bIns="0" rtlCol="0">
            <a:spAutoFit/>
          </a:bodyPr>
          <a:lstStyle/>
          <a:p>
            <a:pPr marL="12700" marR="5080">
              <a:lnSpc>
                <a:spcPct val="120000"/>
              </a:lnSpc>
              <a:spcBef>
                <a:spcPts val="100"/>
              </a:spcBef>
            </a:pPr>
            <a:r>
              <a:rPr sz="2400" spc="-10" dirty="0">
                <a:latin typeface="Trebuchet MS" panose="020B0603020202020204"/>
                <a:cs typeface="Trebuchet MS" panose="020B0603020202020204"/>
              </a:rPr>
              <a:t>value </a:t>
            </a:r>
            <a:r>
              <a:rPr sz="2400" spc="-20" dirty="0">
                <a:latin typeface="Trebuchet MS" panose="020B0603020202020204"/>
                <a:cs typeface="Trebuchet MS" panose="020B0603020202020204"/>
              </a:rPr>
              <a:t>city name</a:t>
            </a:r>
            <a:endParaRPr sz="2400">
              <a:latin typeface="Trebuchet MS" panose="020B0603020202020204"/>
              <a:cs typeface="Trebuchet MS" panose="020B0603020202020204"/>
            </a:endParaRPr>
          </a:p>
        </p:txBody>
      </p:sp>
      <p:sp>
        <p:nvSpPr>
          <p:cNvPr id="6" name="object 6"/>
          <p:cNvSpPr txBox="1"/>
          <p:nvPr/>
        </p:nvSpPr>
        <p:spPr>
          <a:xfrm>
            <a:off x="1932177" y="2657982"/>
            <a:ext cx="2272030" cy="1342390"/>
          </a:xfrm>
          <a:prstGeom prst="rect">
            <a:avLst/>
          </a:prstGeom>
        </p:spPr>
        <p:txBody>
          <a:bodyPr vert="horz" wrap="square" lIns="0" tIns="12700" rIns="0" bIns="0" rtlCol="0">
            <a:spAutoFit/>
          </a:bodyPr>
          <a:lstStyle/>
          <a:p>
            <a:pPr marL="12700" marR="685800" indent="222250">
              <a:lnSpc>
                <a:spcPct val="120000"/>
              </a:lnSpc>
              <a:spcBef>
                <a:spcPts val="100"/>
              </a:spcBef>
            </a:pPr>
            <a:r>
              <a:rPr sz="2400" b="1" spc="-10" dirty="0">
                <a:latin typeface="Trebuchet MS" panose="020B0603020202020204"/>
                <a:cs typeface="Trebuchet MS" panose="020B0603020202020204"/>
              </a:rPr>
              <a:t>DECIMAL; CHAR(10);</a:t>
            </a:r>
            <a:endParaRPr sz="2400">
              <a:latin typeface="Trebuchet MS" panose="020B0603020202020204"/>
              <a:cs typeface="Trebuchet MS" panose="020B0603020202020204"/>
            </a:endParaRPr>
          </a:p>
          <a:p>
            <a:pPr marL="248920">
              <a:lnSpc>
                <a:spcPct val="100000"/>
              </a:lnSpc>
              <a:spcBef>
                <a:spcPts val="575"/>
              </a:spcBef>
            </a:pPr>
            <a:r>
              <a:rPr sz="2400" b="1" spc="-20" dirty="0">
                <a:latin typeface="Trebuchet MS" panose="020B0603020202020204"/>
                <a:cs typeface="Trebuchet MS" panose="020B0603020202020204"/>
              </a:rPr>
              <a:t>VARCHAR(10);</a:t>
            </a:r>
            <a:endParaRPr sz="2400">
              <a:latin typeface="Trebuchet MS" panose="020B0603020202020204"/>
              <a:cs typeface="Trebuchet MS" panose="020B0603020202020204"/>
            </a:endParaRPr>
          </a:p>
        </p:txBody>
      </p:sp>
      <p:sp>
        <p:nvSpPr>
          <p:cNvPr id="7" name="object 7"/>
          <p:cNvSpPr txBox="1"/>
          <p:nvPr/>
        </p:nvSpPr>
        <p:spPr>
          <a:xfrm>
            <a:off x="1145844" y="4048125"/>
            <a:ext cx="5388610" cy="391160"/>
          </a:xfrm>
          <a:prstGeom prst="rect">
            <a:avLst/>
          </a:prstGeom>
        </p:spPr>
        <p:txBody>
          <a:bodyPr vert="horz" wrap="square" lIns="0" tIns="12700" rIns="0" bIns="0" rtlCol="0">
            <a:spAutoFit/>
          </a:bodyPr>
          <a:lstStyle/>
          <a:p>
            <a:pPr marL="12700">
              <a:lnSpc>
                <a:spcPct val="100000"/>
              </a:lnSpc>
              <a:spcBef>
                <a:spcPts val="100"/>
              </a:spcBef>
              <a:tabLst>
                <a:tab pos="1343025" algn="l"/>
                <a:tab pos="3199765" algn="l"/>
              </a:tabLst>
            </a:pPr>
            <a:r>
              <a:rPr sz="2400" spc="-10" dirty="0">
                <a:latin typeface="Trebuchet MS" panose="020B0603020202020204"/>
                <a:cs typeface="Trebuchet MS" panose="020B0603020202020204"/>
              </a:rPr>
              <a:t>counter</a:t>
            </a:r>
            <a:r>
              <a:rPr sz="2400" dirty="0">
                <a:latin typeface="Trebuchet MS" panose="020B0603020202020204"/>
                <a:cs typeface="Trebuchet MS" panose="020B0603020202020204"/>
              </a:rPr>
              <a:t>	</a:t>
            </a:r>
            <a:r>
              <a:rPr sz="2400" b="1" spc="-10" dirty="0">
                <a:latin typeface="Trebuchet MS" panose="020B0603020202020204"/>
                <a:cs typeface="Trebuchet MS" panose="020B0603020202020204"/>
              </a:rPr>
              <a:t>NUMBER(2)</a:t>
            </a:r>
            <a:r>
              <a:rPr sz="2400" b="1" dirty="0">
                <a:latin typeface="Trebuchet MS" panose="020B0603020202020204"/>
                <a:cs typeface="Trebuchet MS" panose="020B0603020202020204"/>
              </a:rPr>
              <a:t>	NOTNULL</a:t>
            </a:r>
            <a:r>
              <a:rPr sz="2400" b="1" spc="-65" dirty="0">
                <a:latin typeface="Trebuchet MS" panose="020B0603020202020204"/>
                <a:cs typeface="Trebuchet MS" panose="020B0603020202020204"/>
              </a:rPr>
              <a:t>  </a:t>
            </a:r>
            <a:r>
              <a:rPr sz="2400" b="1" dirty="0">
                <a:latin typeface="Trebuchet MS" panose="020B0603020202020204"/>
                <a:cs typeface="Trebuchet MS" panose="020B0603020202020204"/>
              </a:rPr>
              <a:t>:=</a:t>
            </a:r>
            <a:r>
              <a:rPr sz="2400" b="1" spc="-5" dirty="0">
                <a:latin typeface="Trebuchet MS" panose="020B0603020202020204"/>
                <a:cs typeface="Trebuchet MS" panose="020B0603020202020204"/>
              </a:rPr>
              <a:t>  </a:t>
            </a:r>
            <a:r>
              <a:rPr sz="2400" b="1" spc="-50" dirty="0">
                <a:latin typeface="Trebuchet MS" panose="020B0603020202020204"/>
                <a:cs typeface="Trebuchet MS" panose="020B0603020202020204"/>
              </a:rPr>
              <a:t>0</a:t>
            </a:r>
            <a:endParaRPr sz="2400">
              <a:latin typeface="Trebuchet MS" panose="020B0603020202020204"/>
              <a:cs typeface="Trebuchet MS" panose="020B0603020202020204"/>
            </a:endParaRPr>
          </a:p>
        </p:txBody>
      </p:sp>
      <p:sp>
        <p:nvSpPr>
          <p:cNvPr id="8" name="object 8"/>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45</a:t>
            </a:r>
            <a:endParaRPr sz="1400">
              <a:latin typeface="Arial MT"/>
              <a:cs typeface="Arial M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1757" y="-125476"/>
            <a:ext cx="8860485" cy="1003935"/>
          </a:xfrm>
          <a:prstGeom prst="rect">
            <a:avLst/>
          </a:prstGeom>
        </p:spPr>
        <p:txBody>
          <a:bodyPr vert="horz" wrap="square" lIns="0" tIns="283972" rIns="0" bIns="0" rtlCol="0">
            <a:spAutoFit/>
          </a:bodyPr>
          <a:lstStyle/>
          <a:p>
            <a:pPr marL="756285">
              <a:lnSpc>
                <a:spcPct val="130000"/>
              </a:lnSpc>
              <a:spcBef>
                <a:spcPts val="100"/>
              </a:spcBef>
            </a:pPr>
            <a:r>
              <a:rPr sz="3600" dirty="0"/>
              <a:t>Anchored</a:t>
            </a:r>
            <a:r>
              <a:rPr lang="en-US" sz="3600" dirty="0"/>
              <a:t>/Attach</a:t>
            </a:r>
            <a:r>
              <a:rPr sz="3600" spc="-180" dirty="0"/>
              <a:t> </a:t>
            </a:r>
            <a:r>
              <a:rPr sz="3600" dirty="0"/>
              <a:t>Data</a:t>
            </a:r>
            <a:r>
              <a:rPr sz="3600" spc="-210" dirty="0"/>
              <a:t> </a:t>
            </a:r>
            <a:r>
              <a:rPr sz="3600" spc="-10" dirty="0"/>
              <a:t>Type</a:t>
            </a:r>
            <a:r>
              <a:rPr sz="3600" spc="-165" dirty="0"/>
              <a:t> </a:t>
            </a:r>
            <a:r>
              <a:rPr sz="3600" spc="-20" dirty="0"/>
              <a:t>Variable</a:t>
            </a:r>
            <a:endParaRPr sz="3600" spc="-20" dirty="0"/>
          </a:p>
        </p:txBody>
      </p:sp>
      <p:sp>
        <p:nvSpPr>
          <p:cNvPr id="3" name="object 3"/>
          <p:cNvSpPr txBox="1"/>
          <p:nvPr/>
        </p:nvSpPr>
        <p:spPr>
          <a:xfrm>
            <a:off x="243840" y="1557655"/>
            <a:ext cx="8682990" cy="5217795"/>
          </a:xfrm>
          <a:prstGeom prst="rect">
            <a:avLst/>
          </a:prstGeom>
        </p:spPr>
        <p:txBody>
          <a:bodyPr vert="horz" wrap="square" lIns="0" tIns="80010" rIns="0" bIns="0" rtlCol="0">
            <a:noAutofit/>
          </a:bodyPr>
          <a:lstStyle/>
          <a:p>
            <a:pPr marL="354965" indent="-342265">
              <a:lnSpc>
                <a:spcPct val="100000"/>
              </a:lnSpc>
              <a:spcBef>
                <a:spcPts val="630"/>
              </a:spcBef>
              <a:buChar char="•"/>
              <a:tabLst>
                <a:tab pos="354965" algn="l"/>
              </a:tabLst>
            </a:pPr>
            <a:r>
              <a:rPr sz="2200" dirty="0">
                <a:latin typeface="Trebuchet MS" panose="020B0603020202020204"/>
                <a:cs typeface="Trebuchet MS" panose="020B0603020202020204"/>
              </a:rPr>
              <a:t>A</a:t>
            </a:r>
            <a:r>
              <a:rPr sz="2200" spc="-160" dirty="0">
                <a:latin typeface="Trebuchet MS" panose="020B0603020202020204"/>
                <a:cs typeface="Trebuchet MS" panose="020B0603020202020204"/>
              </a:rPr>
              <a:t> </a:t>
            </a:r>
            <a:r>
              <a:rPr sz="2200" dirty="0">
                <a:latin typeface="Trebuchet MS" panose="020B0603020202020204"/>
                <a:cs typeface="Trebuchet MS" panose="020B0603020202020204"/>
              </a:rPr>
              <a:t>variable</a:t>
            </a:r>
            <a:r>
              <a:rPr sz="2200" spc="-35" dirty="0">
                <a:latin typeface="Trebuchet MS" panose="020B0603020202020204"/>
                <a:cs typeface="Trebuchet MS" panose="020B0603020202020204"/>
              </a:rPr>
              <a:t> </a:t>
            </a:r>
            <a:r>
              <a:rPr sz="2200" dirty="0">
                <a:latin typeface="Trebuchet MS" panose="020B0603020202020204"/>
                <a:cs typeface="Trebuchet MS" panose="020B0603020202020204"/>
              </a:rPr>
              <a:t>can</a:t>
            </a:r>
            <a:r>
              <a:rPr sz="2200" spc="-35" dirty="0">
                <a:latin typeface="Trebuchet MS" panose="020B0603020202020204"/>
                <a:cs typeface="Trebuchet MS" panose="020B0603020202020204"/>
              </a:rPr>
              <a:t> </a:t>
            </a:r>
            <a:r>
              <a:rPr sz="2200" dirty="0">
                <a:latin typeface="Trebuchet MS" panose="020B0603020202020204"/>
                <a:cs typeface="Trebuchet MS" panose="020B0603020202020204"/>
              </a:rPr>
              <a:t>be</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declared</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as</a:t>
            </a:r>
            <a:r>
              <a:rPr sz="2200" spc="-40" dirty="0">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anchored</a:t>
            </a:r>
            <a:r>
              <a:rPr sz="2200" b="1" spc="-25"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data</a:t>
            </a:r>
            <a:r>
              <a:rPr sz="2200" b="1" spc="-30" dirty="0">
                <a:solidFill>
                  <a:srgbClr val="FF0000"/>
                </a:solidFill>
                <a:highlight>
                  <a:srgbClr val="FFFF00"/>
                </a:highlight>
                <a:latin typeface="Trebuchet MS" panose="020B0603020202020204"/>
                <a:cs typeface="Trebuchet MS" panose="020B0603020202020204"/>
              </a:rPr>
              <a:t> </a:t>
            </a:r>
            <a:r>
              <a:rPr sz="2200" b="1" spc="-10" dirty="0">
                <a:solidFill>
                  <a:srgbClr val="FF0000"/>
                </a:solidFill>
                <a:highlight>
                  <a:srgbClr val="FFFF00"/>
                </a:highlight>
                <a:latin typeface="Trebuchet MS" panose="020B0603020202020204"/>
                <a:cs typeface="Trebuchet MS" panose="020B0603020202020204"/>
              </a:rPr>
              <a:t>type</a:t>
            </a:r>
            <a:r>
              <a:rPr sz="2200" b="1" spc="-10" dirty="0">
                <a:latin typeface="Trebuchet MS" panose="020B0603020202020204"/>
                <a:cs typeface="Trebuchet MS" panose="020B0603020202020204"/>
              </a:rPr>
              <a:t>.</a:t>
            </a:r>
            <a:endParaRPr sz="2200">
              <a:latin typeface="Trebuchet MS" panose="020B0603020202020204"/>
              <a:cs typeface="Trebuchet MS" panose="020B0603020202020204"/>
            </a:endParaRPr>
          </a:p>
          <a:p>
            <a:pPr marL="355600" marR="5715" indent="-342900">
              <a:lnSpc>
                <a:spcPct val="100000"/>
              </a:lnSpc>
              <a:spcBef>
                <a:spcPts val="530"/>
              </a:spcBef>
              <a:buChar char="•"/>
              <a:tabLst>
                <a:tab pos="355600" algn="l"/>
              </a:tabLst>
            </a:pPr>
            <a:r>
              <a:rPr sz="2200" dirty="0">
                <a:latin typeface="Trebuchet MS" panose="020B0603020202020204"/>
                <a:cs typeface="Trebuchet MS" panose="020B0603020202020204"/>
              </a:rPr>
              <a:t>It means, </a:t>
            </a:r>
            <a:r>
              <a:rPr sz="2200" b="1" dirty="0">
                <a:highlight>
                  <a:srgbClr val="FFFF00"/>
                </a:highlight>
                <a:latin typeface="Trebuchet MS" panose="020B0603020202020204"/>
                <a:cs typeface="Trebuchet MS" panose="020B0603020202020204"/>
              </a:rPr>
              <a:t>datatype </a:t>
            </a:r>
            <a:r>
              <a:rPr sz="2200" dirty="0">
                <a:highlight>
                  <a:srgbClr val="FFFF00"/>
                </a:highlight>
                <a:latin typeface="Trebuchet MS" panose="020B0603020202020204"/>
                <a:cs typeface="Trebuchet MS" panose="020B0603020202020204"/>
              </a:rPr>
              <a:t>for</a:t>
            </a:r>
            <a:r>
              <a:rPr sz="2200" spc="1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variable</a:t>
            </a:r>
            <a:r>
              <a:rPr sz="2200" spc="10" dirty="0">
                <a:latin typeface="Trebuchet MS" panose="020B0603020202020204"/>
                <a:cs typeface="Trebuchet MS" panose="020B0603020202020204"/>
              </a:rPr>
              <a:t> </a:t>
            </a:r>
            <a:r>
              <a:rPr sz="2200" dirty="0">
                <a:latin typeface="Trebuchet MS" panose="020B0603020202020204"/>
                <a:cs typeface="Trebuchet MS" panose="020B0603020202020204"/>
              </a:rPr>
              <a:t>is</a:t>
            </a:r>
            <a:r>
              <a:rPr sz="2200" spc="-5" dirty="0">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determined based</a:t>
            </a:r>
            <a:r>
              <a:rPr sz="2200" b="1" spc="-5"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on the </a:t>
            </a:r>
            <a:r>
              <a:rPr sz="2200" b="1" spc="-20" dirty="0">
                <a:highlight>
                  <a:srgbClr val="FFFF00"/>
                </a:highlight>
                <a:latin typeface="Trebuchet MS" panose="020B0603020202020204"/>
                <a:cs typeface="Trebuchet MS" panose="020B0603020202020204"/>
              </a:rPr>
              <a:t>data </a:t>
            </a:r>
            <a:r>
              <a:rPr sz="2200" b="1" dirty="0">
                <a:highlight>
                  <a:srgbClr val="FFFF00"/>
                </a:highlight>
                <a:latin typeface="Trebuchet MS" panose="020B0603020202020204"/>
                <a:cs typeface="Trebuchet MS" panose="020B0603020202020204"/>
              </a:rPr>
              <a:t>type</a:t>
            </a:r>
            <a:r>
              <a:rPr sz="2200" b="1" spc="-25"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of</a:t>
            </a:r>
            <a:r>
              <a:rPr sz="2200" b="1" spc="-30"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the</a:t>
            </a:r>
            <a:r>
              <a:rPr sz="2200" b="1" spc="-35"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other</a:t>
            </a:r>
            <a:r>
              <a:rPr sz="2200" b="1" spc="-20" dirty="0">
                <a:highlight>
                  <a:srgbClr val="FFFF00"/>
                </a:highlight>
                <a:latin typeface="Trebuchet MS" panose="020B0603020202020204"/>
                <a:cs typeface="Trebuchet MS" panose="020B0603020202020204"/>
              </a:rPr>
              <a:t> </a:t>
            </a:r>
            <a:r>
              <a:rPr sz="2200" b="1" spc="-10" dirty="0">
                <a:highlight>
                  <a:srgbClr val="FFFF00"/>
                </a:highlight>
                <a:latin typeface="Trebuchet MS" panose="020B0603020202020204"/>
                <a:cs typeface="Trebuchet MS" panose="020B0603020202020204"/>
              </a:rPr>
              <a:t>object.</a:t>
            </a:r>
            <a:endParaRPr sz="2200">
              <a:highlight>
                <a:srgbClr val="FFFF00"/>
              </a:highlight>
              <a:latin typeface="Trebuchet MS" panose="020B0603020202020204"/>
              <a:cs typeface="Trebuchet MS" panose="020B0603020202020204"/>
            </a:endParaRPr>
          </a:p>
          <a:p>
            <a:pPr marL="354965" indent="-342265">
              <a:lnSpc>
                <a:spcPct val="100000"/>
              </a:lnSpc>
              <a:spcBef>
                <a:spcPts val="530"/>
              </a:spcBef>
              <a:buChar char="•"/>
              <a:tabLst>
                <a:tab pos="354965" algn="l"/>
              </a:tabLst>
            </a:pPr>
            <a:r>
              <a:rPr sz="2200" dirty="0">
                <a:latin typeface="Trebuchet MS" panose="020B0603020202020204"/>
                <a:cs typeface="Trebuchet MS" panose="020B0603020202020204"/>
              </a:rPr>
              <a:t>This</a:t>
            </a:r>
            <a:r>
              <a:rPr sz="2200" spc="-60" dirty="0">
                <a:latin typeface="Trebuchet MS" panose="020B0603020202020204"/>
                <a:cs typeface="Trebuchet MS" panose="020B0603020202020204"/>
              </a:rPr>
              <a:t> </a:t>
            </a:r>
            <a:r>
              <a:rPr sz="2200" dirty="0">
                <a:latin typeface="Trebuchet MS" panose="020B0603020202020204"/>
                <a:cs typeface="Trebuchet MS" panose="020B0603020202020204"/>
              </a:rPr>
              <a:t>object</a:t>
            </a:r>
            <a:r>
              <a:rPr sz="2200" spc="-15" dirty="0">
                <a:latin typeface="Trebuchet MS" panose="020B0603020202020204"/>
                <a:cs typeface="Trebuchet MS" panose="020B0603020202020204"/>
              </a:rPr>
              <a:t> </a:t>
            </a:r>
            <a:r>
              <a:rPr sz="2200" dirty="0">
                <a:latin typeface="Trebuchet MS" panose="020B0603020202020204"/>
                <a:cs typeface="Trebuchet MS" panose="020B0603020202020204"/>
              </a:rPr>
              <a:t>can</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be</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other</a:t>
            </a:r>
            <a:r>
              <a:rPr sz="2200" spc="-45" dirty="0">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variable</a:t>
            </a:r>
            <a:r>
              <a:rPr sz="2200" b="1" spc="-10"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or</a:t>
            </a:r>
            <a:r>
              <a:rPr sz="2200" b="1" spc="-50"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a</a:t>
            </a:r>
            <a:r>
              <a:rPr sz="2200" b="1" spc="-40"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column</a:t>
            </a:r>
            <a:r>
              <a:rPr sz="2200" b="1" spc="-25" dirty="0">
                <a:latin typeface="Trebuchet MS" panose="020B0603020202020204"/>
                <a:cs typeface="Trebuchet MS" panose="020B0603020202020204"/>
              </a:rPr>
              <a:t> </a:t>
            </a:r>
            <a:r>
              <a:rPr sz="2200" b="1" dirty="0">
                <a:latin typeface="Trebuchet MS" panose="020B0603020202020204"/>
                <a:cs typeface="Trebuchet MS" panose="020B0603020202020204"/>
              </a:rPr>
              <a:t>of</a:t>
            </a:r>
            <a:r>
              <a:rPr sz="2200" b="1" spc="-40" dirty="0">
                <a:latin typeface="Trebuchet MS" panose="020B0603020202020204"/>
                <a:cs typeface="Trebuchet MS" panose="020B0603020202020204"/>
              </a:rPr>
              <a:t> </a:t>
            </a:r>
            <a:r>
              <a:rPr sz="2200" b="1" dirty="0">
                <a:latin typeface="Trebuchet MS" panose="020B0603020202020204"/>
                <a:cs typeface="Trebuchet MS" panose="020B0603020202020204"/>
              </a:rPr>
              <a:t>the</a:t>
            </a:r>
            <a:r>
              <a:rPr sz="2200" b="1" spc="-50" dirty="0">
                <a:latin typeface="Trebuchet MS" panose="020B0603020202020204"/>
                <a:cs typeface="Trebuchet MS" panose="020B0603020202020204"/>
              </a:rPr>
              <a:t> </a:t>
            </a:r>
            <a:r>
              <a:rPr sz="2200" b="1" spc="-10" dirty="0">
                <a:latin typeface="Trebuchet MS" panose="020B0603020202020204"/>
                <a:cs typeface="Trebuchet MS" panose="020B0603020202020204"/>
              </a:rPr>
              <a:t>table.</a:t>
            </a:r>
            <a:endParaRPr sz="2200">
              <a:latin typeface="Trebuchet MS" panose="020B0603020202020204"/>
              <a:cs typeface="Trebuchet MS" panose="020B0603020202020204"/>
            </a:endParaRPr>
          </a:p>
          <a:p>
            <a:pPr marL="354965" indent="-342265">
              <a:lnSpc>
                <a:spcPct val="100000"/>
              </a:lnSpc>
              <a:spcBef>
                <a:spcPts val="525"/>
              </a:spcBef>
              <a:buChar char="•"/>
              <a:tabLst>
                <a:tab pos="354965" algn="l"/>
              </a:tabLst>
            </a:pPr>
            <a:r>
              <a:rPr sz="2200" dirty="0">
                <a:latin typeface="Trebuchet MS" panose="020B0603020202020204"/>
                <a:cs typeface="Trebuchet MS" panose="020B0603020202020204"/>
              </a:rPr>
              <a:t>This</a:t>
            </a:r>
            <a:r>
              <a:rPr sz="2200" spc="360" dirty="0">
                <a:latin typeface="Trebuchet MS" panose="020B0603020202020204"/>
                <a:cs typeface="Trebuchet MS" panose="020B0603020202020204"/>
              </a:rPr>
              <a:t> </a:t>
            </a:r>
            <a:r>
              <a:rPr sz="2200" dirty="0">
                <a:latin typeface="Trebuchet MS" panose="020B0603020202020204"/>
                <a:cs typeface="Trebuchet MS" panose="020B0603020202020204"/>
              </a:rPr>
              <a:t>provides</a:t>
            </a:r>
            <a:r>
              <a:rPr sz="2200" spc="360" dirty="0">
                <a:latin typeface="Trebuchet MS" panose="020B0603020202020204"/>
                <a:cs typeface="Trebuchet MS" panose="020B0603020202020204"/>
              </a:rPr>
              <a:t> </a:t>
            </a:r>
            <a:r>
              <a:rPr sz="2200" dirty="0">
                <a:latin typeface="Trebuchet MS" panose="020B0603020202020204"/>
                <a:cs typeface="Trebuchet MS" panose="020B0603020202020204"/>
              </a:rPr>
              <a:t>ability</a:t>
            </a:r>
            <a:r>
              <a:rPr sz="2200" spc="365" dirty="0">
                <a:latin typeface="Trebuchet MS" panose="020B0603020202020204"/>
                <a:cs typeface="Trebuchet MS" panose="020B0603020202020204"/>
              </a:rPr>
              <a:t> </a:t>
            </a:r>
            <a:r>
              <a:rPr sz="2200" dirty="0">
                <a:latin typeface="Trebuchet MS" panose="020B0603020202020204"/>
                <a:cs typeface="Trebuchet MS" panose="020B0603020202020204"/>
              </a:rPr>
              <a:t>to</a:t>
            </a:r>
            <a:r>
              <a:rPr sz="2200" spc="365" dirty="0">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match</a:t>
            </a:r>
            <a:r>
              <a:rPr sz="2200" spc="375" dirty="0">
                <a:latin typeface="Trebuchet MS" panose="020B0603020202020204"/>
                <a:cs typeface="Trebuchet MS" panose="020B0603020202020204"/>
              </a:rPr>
              <a:t> </a:t>
            </a:r>
            <a:r>
              <a:rPr sz="2200" dirty="0">
                <a:latin typeface="Trebuchet MS" panose="020B0603020202020204"/>
                <a:cs typeface="Trebuchet MS" panose="020B0603020202020204"/>
              </a:rPr>
              <a:t>the</a:t>
            </a:r>
            <a:r>
              <a:rPr sz="2200" spc="370" dirty="0">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data</a:t>
            </a:r>
            <a:r>
              <a:rPr sz="2200" b="1" spc="365"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types</a:t>
            </a:r>
            <a:r>
              <a:rPr sz="2200" b="1" spc="370"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of</a:t>
            </a:r>
            <a:r>
              <a:rPr sz="2200" b="1" spc="370"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the</a:t>
            </a:r>
            <a:r>
              <a:rPr sz="2200" b="1" spc="360" dirty="0">
                <a:highlight>
                  <a:srgbClr val="FFFF00"/>
                </a:highlight>
                <a:latin typeface="Trebuchet MS" panose="020B0603020202020204"/>
                <a:cs typeface="Trebuchet MS" panose="020B0603020202020204"/>
              </a:rPr>
              <a:t> </a:t>
            </a:r>
            <a:r>
              <a:rPr sz="2200" b="1" spc="-10" dirty="0">
                <a:highlight>
                  <a:srgbClr val="FFFF00"/>
                </a:highlight>
                <a:latin typeface="Trebuchet MS" panose="020B0603020202020204"/>
                <a:cs typeface="Trebuchet MS" panose="020B0603020202020204"/>
              </a:rPr>
              <a:t>variables</a:t>
            </a:r>
            <a:endParaRPr sz="2200">
              <a:latin typeface="Trebuchet MS" panose="020B0603020202020204"/>
              <a:cs typeface="Trebuchet MS" panose="020B0603020202020204"/>
            </a:endParaRPr>
          </a:p>
          <a:p>
            <a:pPr marL="355600">
              <a:lnSpc>
                <a:spcPct val="100000"/>
              </a:lnSpc>
            </a:pPr>
            <a:r>
              <a:rPr sz="2200" dirty="0">
                <a:latin typeface="Trebuchet MS" panose="020B0603020202020204"/>
                <a:cs typeface="Trebuchet MS" panose="020B0603020202020204"/>
              </a:rPr>
              <a:t>with</a:t>
            </a:r>
            <a:r>
              <a:rPr sz="2200" spc="-35" dirty="0">
                <a:latin typeface="Trebuchet MS" panose="020B0603020202020204"/>
                <a:cs typeface="Trebuchet MS" panose="020B0603020202020204"/>
              </a:rPr>
              <a:t> </a:t>
            </a:r>
            <a:r>
              <a:rPr sz="2200" dirty="0">
                <a:latin typeface="Trebuchet MS" panose="020B0603020202020204"/>
                <a:cs typeface="Trebuchet MS" panose="020B0603020202020204"/>
              </a:rPr>
              <a:t>the</a:t>
            </a:r>
            <a:r>
              <a:rPr sz="2200" spc="-35"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data</a:t>
            </a:r>
            <a:r>
              <a:rPr sz="2200" b="1" spc="-25"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types</a:t>
            </a:r>
            <a:r>
              <a:rPr sz="2200" b="1" spc="-30"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of</a:t>
            </a:r>
            <a:r>
              <a:rPr sz="2200" b="1" spc="-40"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the</a:t>
            </a:r>
            <a:r>
              <a:rPr sz="2200" b="1" spc="-50"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columns</a:t>
            </a:r>
            <a:r>
              <a:rPr sz="2200" b="1" spc="-3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defined</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in</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the</a:t>
            </a:r>
            <a:r>
              <a:rPr sz="2200" spc="-35" dirty="0">
                <a:latin typeface="Trebuchet MS" panose="020B0603020202020204"/>
                <a:cs typeface="Trebuchet MS" panose="020B0603020202020204"/>
              </a:rPr>
              <a:t> </a:t>
            </a:r>
            <a:r>
              <a:rPr sz="2200" spc="-10" dirty="0">
                <a:latin typeface="Trebuchet MS" panose="020B0603020202020204"/>
                <a:cs typeface="Trebuchet MS" panose="020B0603020202020204"/>
              </a:rPr>
              <a:t>database.</a:t>
            </a:r>
            <a:endParaRPr sz="2200">
              <a:latin typeface="Trebuchet MS" panose="020B0603020202020204"/>
              <a:cs typeface="Trebuchet MS" panose="020B0603020202020204"/>
            </a:endParaRPr>
          </a:p>
          <a:p>
            <a:pPr marL="355600" marR="6985" indent="-342900">
              <a:lnSpc>
                <a:spcPct val="100000"/>
              </a:lnSpc>
              <a:spcBef>
                <a:spcPts val="530"/>
              </a:spcBef>
              <a:buChar char="•"/>
              <a:tabLst>
                <a:tab pos="355600" algn="l"/>
              </a:tabLst>
            </a:pPr>
            <a:r>
              <a:rPr sz="2200" dirty="0">
                <a:latin typeface="Trebuchet MS" panose="020B0603020202020204"/>
                <a:cs typeface="Trebuchet MS" panose="020B0603020202020204"/>
              </a:rPr>
              <a:t>If</a:t>
            </a:r>
            <a:r>
              <a:rPr sz="2200" spc="60" dirty="0">
                <a:latin typeface="Trebuchet MS" panose="020B0603020202020204"/>
                <a:cs typeface="Trebuchet MS" panose="020B0603020202020204"/>
              </a:rPr>
              <a:t> </a:t>
            </a:r>
            <a:r>
              <a:rPr sz="2200" dirty="0">
                <a:latin typeface="Trebuchet MS" panose="020B0603020202020204"/>
                <a:cs typeface="Trebuchet MS" panose="020B0603020202020204"/>
              </a:rPr>
              <a:t>data</a:t>
            </a:r>
            <a:r>
              <a:rPr sz="2200" spc="65" dirty="0">
                <a:latin typeface="Trebuchet MS" panose="020B0603020202020204"/>
                <a:cs typeface="Trebuchet MS" panose="020B0603020202020204"/>
              </a:rPr>
              <a:t> </a:t>
            </a:r>
            <a:r>
              <a:rPr sz="2200" dirty="0">
                <a:latin typeface="Trebuchet MS" panose="020B0603020202020204"/>
                <a:cs typeface="Trebuchet MS" panose="020B0603020202020204"/>
              </a:rPr>
              <a:t>type</a:t>
            </a:r>
            <a:r>
              <a:rPr sz="2200" spc="70" dirty="0">
                <a:latin typeface="Trebuchet MS" panose="020B0603020202020204"/>
                <a:cs typeface="Trebuchet MS" panose="020B0603020202020204"/>
              </a:rPr>
              <a:t> </a:t>
            </a:r>
            <a:r>
              <a:rPr sz="2200" dirty="0">
                <a:latin typeface="Trebuchet MS" panose="020B0603020202020204"/>
                <a:cs typeface="Trebuchet MS" panose="020B0603020202020204"/>
              </a:rPr>
              <a:t>of</a:t>
            </a:r>
            <a:r>
              <a:rPr sz="2200" spc="6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column</a:t>
            </a:r>
            <a:r>
              <a:rPr sz="2200" spc="7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is</a:t>
            </a:r>
            <a:r>
              <a:rPr sz="2200" spc="6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changed</a:t>
            </a:r>
            <a:r>
              <a:rPr sz="2200" dirty="0">
                <a:latin typeface="Trebuchet MS" panose="020B0603020202020204"/>
                <a:cs typeface="Trebuchet MS" panose="020B0603020202020204"/>
              </a:rPr>
              <a:t>,</a:t>
            </a:r>
            <a:r>
              <a:rPr sz="2200" spc="60" dirty="0">
                <a:latin typeface="Trebuchet MS" panose="020B0603020202020204"/>
                <a:cs typeface="Trebuchet MS" panose="020B0603020202020204"/>
              </a:rPr>
              <a:t> </a:t>
            </a:r>
            <a:r>
              <a:rPr sz="2200" dirty="0">
                <a:latin typeface="Trebuchet MS" panose="020B0603020202020204"/>
                <a:cs typeface="Trebuchet MS" panose="020B0603020202020204"/>
              </a:rPr>
              <a:t>then</a:t>
            </a:r>
            <a:r>
              <a:rPr sz="2200" spc="65" dirty="0">
                <a:latin typeface="Trebuchet MS" panose="020B0603020202020204"/>
                <a:cs typeface="Trebuchet MS" panose="020B0603020202020204"/>
              </a:rPr>
              <a:t> </a:t>
            </a:r>
            <a:r>
              <a:rPr sz="2200" dirty="0">
                <a:latin typeface="Trebuchet MS" panose="020B0603020202020204"/>
                <a:cs typeface="Trebuchet MS" panose="020B0603020202020204"/>
              </a:rPr>
              <a:t>the</a:t>
            </a:r>
            <a:r>
              <a:rPr sz="2200" spc="6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data</a:t>
            </a:r>
            <a:r>
              <a:rPr sz="2200" spc="6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type</a:t>
            </a:r>
            <a:r>
              <a:rPr sz="2200" spc="8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of</a:t>
            </a:r>
            <a:r>
              <a:rPr sz="2200" spc="75" dirty="0">
                <a:highlight>
                  <a:srgbClr val="FFFF00"/>
                </a:highlight>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variable </a:t>
            </a:r>
            <a:r>
              <a:rPr sz="2200" dirty="0">
                <a:latin typeface="Trebuchet MS" panose="020B0603020202020204"/>
                <a:cs typeface="Trebuchet MS" panose="020B0603020202020204"/>
              </a:rPr>
              <a:t>will</a:t>
            </a:r>
            <a:r>
              <a:rPr sz="2200" spc="-40" dirty="0">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also</a:t>
            </a:r>
            <a:r>
              <a:rPr sz="2200" spc="-55" dirty="0">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changed</a:t>
            </a:r>
            <a:r>
              <a:rPr sz="2200" b="1" spc="-35" dirty="0">
                <a:solidFill>
                  <a:srgbClr val="FF0000"/>
                </a:solidFill>
                <a:highlight>
                  <a:srgbClr val="FFFF00"/>
                </a:highlight>
                <a:latin typeface="Trebuchet MS" panose="020B0603020202020204"/>
                <a:cs typeface="Trebuchet MS" panose="020B0603020202020204"/>
              </a:rPr>
              <a:t> </a:t>
            </a:r>
            <a:r>
              <a:rPr sz="2200" b="1" spc="-10" dirty="0">
                <a:solidFill>
                  <a:srgbClr val="FF0000"/>
                </a:solidFill>
                <a:highlight>
                  <a:srgbClr val="FFFF00"/>
                </a:highlight>
                <a:latin typeface="Trebuchet MS" panose="020B0603020202020204"/>
                <a:cs typeface="Trebuchet MS" panose="020B0603020202020204"/>
              </a:rPr>
              <a:t>automatically</a:t>
            </a:r>
            <a:r>
              <a:rPr sz="2200" spc="-10" dirty="0">
                <a:highlight>
                  <a:srgbClr val="FFFF00"/>
                </a:highlight>
                <a:latin typeface="Trebuchet MS" panose="020B0603020202020204"/>
                <a:cs typeface="Trebuchet MS" panose="020B0603020202020204"/>
              </a:rPr>
              <a:t>.</a:t>
            </a:r>
            <a:endParaRPr sz="2200">
              <a:latin typeface="Trebuchet MS" panose="020B0603020202020204"/>
              <a:cs typeface="Trebuchet MS" panose="020B0603020202020204"/>
            </a:endParaRPr>
          </a:p>
          <a:p>
            <a:pPr marL="12700">
              <a:lnSpc>
                <a:spcPct val="100000"/>
              </a:lnSpc>
              <a:spcBef>
                <a:spcPts val="530"/>
              </a:spcBef>
            </a:pPr>
            <a:r>
              <a:rPr sz="2200" b="1" dirty="0">
                <a:latin typeface="Trebuchet MS" panose="020B0603020202020204"/>
                <a:cs typeface="Trebuchet MS" panose="020B0603020202020204"/>
              </a:rPr>
              <a:t>Advantage:</a:t>
            </a:r>
            <a:r>
              <a:rPr sz="2200" b="1" spc="315" dirty="0">
                <a:latin typeface="Trebuchet MS" panose="020B0603020202020204"/>
                <a:cs typeface="Trebuchet MS" panose="020B0603020202020204"/>
              </a:rPr>
              <a:t> </a:t>
            </a:r>
            <a:r>
              <a:rPr sz="2200" dirty="0">
                <a:latin typeface="Trebuchet MS" panose="020B0603020202020204"/>
                <a:cs typeface="Trebuchet MS" panose="020B0603020202020204"/>
              </a:rPr>
              <a:t>It</a:t>
            </a:r>
            <a:r>
              <a:rPr sz="2200" spc="315" dirty="0">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reduces</a:t>
            </a:r>
            <a:r>
              <a:rPr sz="2200" b="1" spc="320"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maintenance</a:t>
            </a:r>
            <a:r>
              <a:rPr sz="2200" b="1" spc="320"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cost</a:t>
            </a:r>
            <a:r>
              <a:rPr sz="2200" b="1" spc="320" dirty="0">
                <a:solidFill>
                  <a:srgbClr val="FF0000"/>
                </a:solidFill>
                <a:latin typeface="Trebuchet MS" panose="020B0603020202020204"/>
                <a:cs typeface="Trebuchet MS" panose="020B0603020202020204"/>
              </a:rPr>
              <a:t> </a:t>
            </a:r>
            <a:r>
              <a:rPr sz="2200" dirty="0">
                <a:latin typeface="Trebuchet MS" panose="020B0603020202020204"/>
                <a:cs typeface="Trebuchet MS" panose="020B0603020202020204"/>
              </a:rPr>
              <a:t>and</a:t>
            </a:r>
            <a:r>
              <a:rPr sz="2200" spc="305" dirty="0">
                <a:latin typeface="Trebuchet MS" panose="020B0603020202020204"/>
                <a:cs typeface="Trebuchet MS" panose="020B0603020202020204"/>
              </a:rPr>
              <a:t> </a:t>
            </a:r>
            <a:r>
              <a:rPr sz="2200" dirty="0">
                <a:latin typeface="Trebuchet MS" panose="020B0603020202020204"/>
                <a:cs typeface="Trebuchet MS" panose="020B0603020202020204"/>
              </a:rPr>
              <a:t>allow</a:t>
            </a:r>
            <a:r>
              <a:rPr sz="2200" spc="305" dirty="0">
                <a:latin typeface="Trebuchet MS" panose="020B0603020202020204"/>
                <a:cs typeface="Trebuchet MS" panose="020B0603020202020204"/>
              </a:rPr>
              <a:t> </a:t>
            </a:r>
            <a:r>
              <a:rPr sz="2200" dirty="0">
                <a:latin typeface="Trebuchet MS" panose="020B0603020202020204"/>
                <a:cs typeface="Trebuchet MS" panose="020B0603020202020204"/>
              </a:rPr>
              <a:t>a</a:t>
            </a:r>
            <a:r>
              <a:rPr sz="2200" spc="305" dirty="0">
                <a:latin typeface="Trebuchet MS" panose="020B0603020202020204"/>
                <a:cs typeface="Trebuchet MS" panose="020B0603020202020204"/>
              </a:rPr>
              <a:t> </a:t>
            </a:r>
            <a:r>
              <a:rPr sz="2200" dirty="0">
                <a:latin typeface="Trebuchet MS" panose="020B0603020202020204"/>
                <a:cs typeface="Trebuchet MS" panose="020B0603020202020204"/>
              </a:rPr>
              <a:t>program</a:t>
            </a:r>
            <a:r>
              <a:rPr sz="2200" spc="310" dirty="0">
                <a:latin typeface="Trebuchet MS" panose="020B0603020202020204"/>
                <a:cs typeface="Trebuchet MS" panose="020B0603020202020204"/>
              </a:rPr>
              <a:t> </a:t>
            </a:r>
            <a:r>
              <a:rPr sz="2200" spc="-25" dirty="0">
                <a:latin typeface="Trebuchet MS" panose="020B0603020202020204"/>
                <a:cs typeface="Trebuchet MS" panose="020B0603020202020204"/>
              </a:rPr>
              <a:t>to</a:t>
            </a:r>
            <a:endParaRPr sz="2200">
              <a:latin typeface="Trebuchet MS" panose="020B0603020202020204"/>
              <a:cs typeface="Trebuchet MS" panose="020B0603020202020204"/>
            </a:endParaRPr>
          </a:p>
          <a:p>
            <a:pPr marL="1434465">
              <a:lnSpc>
                <a:spcPct val="100000"/>
              </a:lnSpc>
            </a:pPr>
            <a:r>
              <a:rPr sz="2200" dirty="0">
                <a:highlight>
                  <a:srgbClr val="FFFF00"/>
                </a:highlight>
                <a:latin typeface="Trebuchet MS" panose="020B0603020202020204"/>
                <a:cs typeface="Trebuchet MS" panose="020B0603020202020204"/>
              </a:rPr>
              <a:t>adapt</a:t>
            </a:r>
            <a:r>
              <a:rPr sz="2200" spc="-15" dirty="0">
                <a:highlight>
                  <a:srgbClr val="FFFF00"/>
                </a:highlight>
                <a:latin typeface="Trebuchet MS" panose="020B0603020202020204"/>
                <a:cs typeface="Trebuchet MS" panose="020B0603020202020204"/>
              </a:rPr>
              <a:t> </a:t>
            </a:r>
            <a:r>
              <a:rPr sz="2200" dirty="0">
                <a:latin typeface="Trebuchet MS" panose="020B0603020202020204"/>
                <a:cs typeface="Trebuchet MS" panose="020B0603020202020204"/>
              </a:rPr>
              <a:t>changes</a:t>
            </a:r>
            <a:r>
              <a:rPr sz="2200" spc="-30" dirty="0">
                <a:latin typeface="Trebuchet MS" panose="020B0603020202020204"/>
                <a:cs typeface="Trebuchet MS" panose="020B0603020202020204"/>
              </a:rPr>
              <a:t> </a:t>
            </a:r>
            <a:r>
              <a:rPr sz="2200" dirty="0">
                <a:latin typeface="Trebuchet MS" panose="020B0603020202020204"/>
                <a:cs typeface="Trebuchet MS" panose="020B0603020202020204"/>
              </a:rPr>
              <a:t>made</a:t>
            </a:r>
            <a:r>
              <a:rPr sz="2200" spc="-15" dirty="0">
                <a:latin typeface="Trebuchet MS" panose="020B0603020202020204"/>
                <a:cs typeface="Trebuchet MS" panose="020B0603020202020204"/>
              </a:rPr>
              <a:t> </a:t>
            </a:r>
            <a:r>
              <a:rPr sz="2200" dirty="0">
                <a:latin typeface="Trebuchet MS" panose="020B0603020202020204"/>
                <a:cs typeface="Trebuchet MS" panose="020B0603020202020204"/>
              </a:rPr>
              <a:t>in</a:t>
            </a:r>
            <a:r>
              <a:rPr sz="2200" spc="-5" dirty="0">
                <a:latin typeface="Trebuchet MS" panose="020B0603020202020204"/>
                <a:cs typeface="Trebuchet MS" panose="020B0603020202020204"/>
              </a:rPr>
              <a:t> </a:t>
            </a:r>
            <a:r>
              <a:rPr sz="2200" spc="-10" dirty="0">
                <a:latin typeface="Trebuchet MS" panose="020B0603020202020204"/>
                <a:cs typeface="Trebuchet MS" panose="020B0603020202020204"/>
              </a:rPr>
              <a:t>tables</a:t>
            </a:r>
            <a:endParaRPr sz="2200" spc="-10" dirty="0">
              <a:latin typeface="Trebuchet MS" panose="020B0603020202020204"/>
              <a:cs typeface="Trebuchet MS" panose="020B0603020202020204"/>
            </a:endParaRPr>
          </a:p>
          <a:p>
            <a:pPr marL="1434465">
              <a:lnSpc>
                <a:spcPct val="100000"/>
              </a:lnSpc>
            </a:pPr>
            <a:r>
              <a:rPr lang="en-US" altLang="en-US" sz="2200" spc="-10" dirty="0">
                <a:latin typeface="Trebuchet MS" panose="020B0603020202020204"/>
                <a:cs typeface="Trebuchet MS" panose="020B0603020202020204"/>
              </a:rPr>
              <a:t>Syntax</a:t>
            </a:r>
            <a:r>
              <a:rPr sz="2200" spc="-10" dirty="0">
                <a:latin typeface="Trebuchet MS" panose="020B0603020202020204"/>
                <a:cs typeface="Trebuchet MS" panose="020B0603020202020204"/>
              </a:rPr>
              <a:t>.</a:t>
            </a:r>
            <a:endParaRPr sz="2200" spc="-10" dirty="0">
              <a:latin typeface="Trebuchet MS" panose="020B0603020202020204"/>
              <a:cs typeface="Trebuchet MS" panose="020B0603020202020204"/>
            </a:endParaRPr>
          </a:p>
          <a:p>
            <a:pPr marL="1434465">
              <a:lnSpc>
                <a:spcPct val="100000"/>
              </a:lnSpc>
            </a:pPr>
            <a:r>
              <a:rPr lang="en-US" altLang="en-US" sz="2200" spc="-10" dirty="0">
                <a:highlight>
                  <a:srgbClr val="FFFF00"/>
                </a:highlight>
                <a:latin typeface="Trebuchet MS" panose="020B0603020202020204"/>
                <a:cs typeface="Trebuchet MS" panose="020B0603020202020204"/>
              </a:rPr>
              <a:t>.variable_name table_name.column_name%TYPE;</a:t>
            </a:r>
            <a:endParaRPr lang="en-US" altLang="en-US" sz="2200" spc="-10" dirty="0">
              <a:highlight>
                <a:srgbClr val="FFFF00"/>
              </a:highlight>
              <a:latin typeface="Trebuchet MS" panose="020B0603020202020204"/>
              <a:cs typeface="Trebuchet MS" panose="020B0603020202020204"/>
            </a:endParaRPr>
          </a:p>
          <a:p>
            <a:pPr marL="1434465">
              <a:lnSpc>
                <a:spcPct val="100000"/>
              </a:lnSpc>
            </a:pPr>
            <a:r>
              <a:rPr lang="en-US" altLang="en-US" sz="2200" spc="-10" dirty="0">
                <a:highlight>
                  <a:srgbClr val="FFFF00"/>
                </a:highlight>
                <a:latin typeface="Trebuchet MS" panose="020B0603020202020204"/>
                <a:cs typeface="Trebuchet MS" panose="020B0603020202020204"/>
              </a:rPr>
              <a:t>.v_salary EMP.SAL%TYPE;</a:t>
            </a:r>
            <a:endParaRPr lang="en-US" altLang="en-US" sz="2200" spc="-10" dirty="0">
              <a:highlight>
                <a:srgbClr val="FFFF00"/>
              </a:highlight>
              <a:latin typeface="Trebuchet MS" panose="020B0603020202020204"/>
              <a:cs typeface="Trebuchet MS" panose="020B0603020202020204"/>
            </a:endParaRPr>
          </a:p>
          <a:p>
            <a:pPr marL="1434465">
              <a:lnSpc>
                <a:spcPct val="100000"/>
              </a:lnSpc>
            </a:pPr>
            <a:r>
              <a:rPr lang="en-US" altLang="en-US" sz="2200" spc="-10" dirty="0">
                <a:highlight>
                  <a:srgbClr val="FFFF00"/>
                </a:highlight>
                <a:latin typeface="Trebuchet MS" panose="020B0603020202020204"/>
                <a:cs typeface="Trebuchet MS" panose="020B0603020202020204"/>
              </a:rPr>
              <a:t>%TYPE(refrence)</a:t>
            </a:r>
            <a:endParaRPr lang="en-US" altLang="en-US" sz="2200" spc="-10" dirty="0">
              <a:highlight>
                <a:srgbClr val="FFFF00"/>
              </a:highlight>
              <a:latin typeface="Trebuchet MS" panose="020B0603020202020204"/>
              <a:cs typeface="Trebuchet MS" panose="020B0603020202020204"/>
            </a:endParaRPr>
          </a:p>
        </p:txBody>
      </p:sp>
      <p:sp>
        <p:nvSpPr>
          <p:cNvPr id="4" name="object 4"/>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46</a:t>
            </a:r>
            <a:endParaRPr sz="1400">
              <a:latin typeface="Arial MT"/>
              <a:cs typeface="Arial M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1757" y="-125476"/>
            <a:ext cx="8860485" cy="1107440"/>
          </a:xfrm>
        </p:spPr>
        <p:txBody>
          <a:bodyPr/>
          <a:p>
            <a:pPr algn="ctr">
              <a:lnSpc>
                <a:spcPct val="180000"/>
              </a:lnSpc>
            </a:pPr>
            <a:r>
              <a:rPr lang="en-US"/>
              <a:t>slaid 50 samary</a:t>
            </a:r>
            <a:endParaRPr lang="en-US"/>
          </a:p>
        </p:txBody>
      </p:sp>
      <p:sp>
        <p:nvSpPr>
          <p:cNvPr id="3" name="Text Placeholder 2"/>
          <p:cNvSpPr>
            <a:spLocks noGrp="1"/>
          </p:cNvSpPr>
          <p:nvPr>
            <p:ph type="body" idx="1"/>
          </p:nvPr>
        </p:nvSpPr>
        <p:spPr>
          <a:xfrm>
            <a:off x="269240" y="1399155"/>
            <a:ext cx="8682990" cy="2215515"/>
          </a:xfrm>
        </p:spPr>
        <p:txBody>
          <a:bodyPr/>
          <a:p>
            <a:r>
              <a:rPr lang="en-US" altLang="en-US"/>
              <a:t>Anchored Data Type Variable mein variable ka datatype kisi existing variable ya table ke column se liya jata hai. Isse variable aur database column ke datatype match rahte hain, aur column ka datatype change hone par variable bhi automatically us change ko follow karta hai. Isliye maintenance kam hoti hai.</a:t>
            </a:r>
            <a:endParaRPr lang="en-US"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1757" y="-125476"/>
            <a:ext cx="8860485" cy="916305"/>
          </a:xfrm>
          <a:prstGeom prst="rect">
            <a:avLst/>
          </a:prstGeom>
        </p:spPr>
        <p:txBody>
          <a:bodyPr vert="horz" wrap="square" lIns="0" tIns="12065" rIns="0" bIns="0" rtlCol="0">
            <a:spAutoFit/>
          </a:bodyPr>
          <a:lstStyle/>
          <a:p>
            <a:pPr marL="190500" algn="ctr">
              <a:lnSpc>
                <a:spcPct val="210000"/>
              </a:lnSpc>
              <a:spcBef>
                <a:spcPts val="95"/>
              </a:spcBef>
            </a:pPr>
            <a:r>
              <a:rPr sz="2800" dirty="0"/>
              <a:t>Anchored</a:t>
            </a:r>
            <a:r>
              <a:rPr sz="2800" spc="-105" dirty="0"/>
              <a:t> </a:t>
            </a:r>
            <a:r>
              <a:rPr sz="2800" dirty="0"/>
              <a:t>Data</a:t>
            </a:r>
            <a:r>
              <a:rPr sz="2800" spc="-210" dirty="0"/>
              <a:t> </a:t>
            </a:r>
            <a:r>
              <a:rPr sz="2800" spc="-20" dirty="0"/>
              <a:t>Type</a:t>
            </a:r>
            <a:r>
              <a:rPr lang="en-US" sz="2800" spc="-20" dirty="0"/>
              <a:t> </a:t>
            </a:r>
            <a:r>
              <a:rPr sz="2800" spc="-10" dirty="0"/>
              <a:t>Variables</a:t>
            </a:r>
            <a:endParaRPr sz="2800" spc="-10" dirty="0"/>
          </a:p>
        </p:txBody>
      </p:sp>
      <p:sp>
        <p:nvSpPr>
          <p:cNvPr id="3" name="object 3"/>
          <p:cNvSpPr txBox="1">
            <a:spLocks noGrp="1"/>
          </p:cNvSpPr>
          <p:nvPr>
            <p:ph type="body" idx="1"/>
          </p:nvPr>
        </p:nvSpPr>
        <p:spPr>
          <a:xfrm>
            <a:off x="269240" y="1399155"/>
            <a:ext cx="8682990" cy="4767580"/>
          </a:xfrm>
          <a:prstGeom prst="rect">
            <a:avLst/>
          </a:prstGeom>
        </p:spPr>
        <p:txBody>
          <a:bodyPr vert="horz" wrap="square" lIns="0" tIns="162586" rIns="0" bIns="0" rtlCol="0">
            <a:spAutoFit/>
          </a:bodyPr>
          <a:lstStyle/>
          <a:p>
            <a:pPr marL="12700">
              <a:lnSpc>
                <a:spcPct val="100000"/>
              </a:lnSpc>
              <a:spcBef>
                <a:spcPts val="625"/>
              </a:spcBef>
            </a:pPr>
            <a:r>
              <a:rPr sz="2200" spc="-10" dirty="0"/>
              <a:t>Syntax:</a:t>
            </a:r>
            <a:endParaRPr sz="2200"/>
          </a:p>
          <a:p>
            <a:pPr marL="355600">
              <a:lnSpc>
                <a:spcPct val="100000"/>
              </a:lnSpc>
              <a:spcBef>
                <a:spcPts val="525"/>
              </a:spcBef>
              <a:tabLst>
                <a:tab pos="2397760" algn="l"/>
                <a:tab pos="4344035" algn="l"/>
              </a:tabLst>
            </a:pPr>
            <a:r>
              <a:rPr sz="2200" spc="-10" dirty="0"/>
              <a:t>variableName</a:t>
            </a:r>
            <a:r>
              <a:rPr sz="2200" dirty="0"/>
              <a:t>	</a:t>
            </a:r>
            <a:r>
              <a:rPr sz="2200" spc="-10" dirty="0">
                <a:solidFill>
                  <a:srgbClr val="FF0000"/>
                </a:solidFill>
              </a:rPr>
              <a:t>object%TYPE</a:t>
            </a:r>
            <a:r>
              <a:rPr sz="2200" dirty="0">
                <a:solidFill>
                  <a:srgbClr val="FF0000"/>
                </a:solidFill>
              </a:rPr>
              <a:t>	</a:t>
            </a:r>
            <a:r>
              <a:rPr sz="2200" dirty="0"/>
              <a:t>[</a:t>
            </a:r>
            <a:r>
              <a:rPr sz="2200" spc="-40" dirty="0"/>
              <a:t> </a:t>
            </a:r>
            <a:r>
              <a:rPr sz="2200" dirty="0"/>
              <a:t>NOTNULL]</a:t>
            </a:r>
            <a:r>
              <a:rPr sz="2200" spc="-40" dirty="0"/>
              <a:t>  </a:t>
            </a:r>
            <a:r>
              <a:rPr sz="2200" dirty="0"/>
              <a:t>:=</a:t>
            </a:r>
            <a:r>
              <a:rPr sz="2200" spc="-40" dirty="0"/>
              <a:t>  </a:t>
            </a:r>
            <a:r>
              <a:rPr sz="2200" spc="-10" dirty="0"/>
              <a:t>initialValue</a:t>
            </a:r>
            <a:r>
              <a:rPr sz="2200" spc="5" dirty="0"/>
              <a:t> </a:t>
            </a:r>
            <a:r>
              <a:rPr sz="2200" spc="-50" dirty="0"/>
              <a:t>;</a:t>
            </a:r>
            <a:endParaRPr sz="2200"/>
          </a:p>
          <a:p>
            <a:pPr marL="355600" marR="6985" indent="-342900">
              <a:lnSpc>
                <a:spcPct val="100000"/>
              </a:lnSpc>
              <a:spcBef>
                <a:spcPts val="535"/>
              </a:spcBef>
              <a:buFont typeface="Wingdings" panose="05000000000000000000"/>
              <a:buChar char=""/>
              <a:tabLst>
                <a:tab pos="355600" algn="l"/>
              </a:tabLst>
            </a:pPr>
            <a:r>
              <a:rPr sz="2200" dirty="0"/>
              <a:t>object</a:t>
            </a:r>
            <a:r>
              <a:rPr sz="2200" spc="380" dirty="0"/>
              <a:t> </a:t>
            </a:r>
            <a:r>
              <a:rPr sz="2200" b="0" dirty="0">
                <a:latin typeface="Trebuchet MS" panose="020B0603020202020204"/>
                <a:cs typeface="Trebuchet MS" panose="020B0603020202020204"/>
              </a:rPr>
              <a:t>can</a:t>
            </a:r>
            <a:r>
              <a:rPr sz="2200" b="0" spc="375" dirty="0">
                <a:latin typeface="Trebuchet MS" panose="020B0603020202020204"/>
                <a:cs typeface="Trebuchet MS" panose="020B0603020202020204"/>
              </a:rPr>
              <a:t> </a:t>
            </a:r>
            <a:r>
              <a:rPr sz="2200" b="0" dirty="0">
                <a:latin typeface="Trebuchet MS" panose="020B0603020202020204"/>
                <a:cs typeface="Trebuchet MS" panose="020B0603020202020204"/>
              </a:rPr>
              <a:t>be</a:t>
            </a:r>
            <a:r>
              <a:rPr sz="2200" b="0" spc="365" dirty="0">
                <a:latin typeface="Trebuchet MS" panose="020B0603020202020204"/>
                <a:cs typeface="Trebuchet MS" panose="020B0603020202020204"/>
              </a:rPr>
              <a:t> </a:t>
            </a:r>
            <a:r>
              <a:rPr sz="2200" b="0" dirty="0">
                <a:latin typeface="Trebuchet MS" panose="020B0603020202020204"/>
                <a:cs typeface="Trebuchet MS" panose="020B0603020202020204"/>
              </a:rPr>
              <a:t>any</a:t>
            </a:r>
            <a:r>
              <a:rPr sz="2200" b="0" spc="370" dirty="0">
                <a:latin typeface="Trebuchet MS" panose="020B0603020202020204"/>
                <a:cs typeface="Trebuchet MS" panose="020B0603020202020204"/>
              </a:rPr>
              <a:t> </a:t>
            </a:r>
            <a:r>
              <a:rPr sz="2200" b="0" dirty="0">
                <a:latin typeface="Trebuchet MS" panose="020B0603020202020204"/>
                <a:cs typeface="Trebuchet MS" panose="020B0603020202020204"/>
              </a:rPr>
              <a:t>variable</a:t>
            </a:r>
            <a:r>
              <a:rPr sz="2200" b="0" spc="365" dirty="0">
                <a:latin typeface="Trebuchet MS" panose="020B0603020202020204"/>
                <a:cs typeface="Trebuchet MS" panose="020B0603020202020204"/>
              </a:rPr>
              <a:t> </a:t>
            </a:r>
            <a:r>
              <a:rPr sz="2200" b="0" dirty="0">
                <a:highlight>
                  <a:srgbClr val="FFFF00"/>
                </a:highlight>
                <a:latin typeface="Trebuchet MS" panose="020B0603020202020204"/>
                <a:cs typeface="Trebuchet MS" panose="020B0603020202020204"/>
              </a:rPr>
              <a:t>declared</a:t>
            </a:r>
            <a:r>
              <a:rPr sz="2200" b="0" spc="365" dirty="0">
                <a:highlight>
                  <a:srgbClr val="FFFF00"/>
                </a:highlight>
                <a:latin typeface="Trebuchet MS" panose="020B0603020202020204"/>
                <a:cs typeface="Trebuchet MS" panose="020B0603020202020204"/>
              </a:rPr>
              <a:t> </a:t>
            </a:r>
            <a:r>
              <a:rPr sz="2200" b="0" dirty="0">
                <a:highlight>
                  <a:srgbClr val="FFFF00"/>
                </a:highlight>
                <a:latin typeface="Trebuchet MS" panose="020B0603020202020204"/>
                <a:cs typeface="Trebuchet MS" panose="020B0603020202020204"/>
              </a:rPr>
              <a:t>previously</a:t>
            </a:r>
            <a:r>
              <a:rPr sz="2200" b="0" spc="360" dirty="0">
                <a:latin typeface="Trebuchet MS" panose="020B0603020202020204"/>
                <a:cs typeface="Trebuchet MS" panose="020B0603020202020204"/>
              </a:rPr>
              <a:t> </a:t>
            </a:r>
            <a:r>
              <a:rPr sz="2200" b="0" dirty="0">
                <a:latin typeface="Trebuchet MS" panose="020B0603020202020204"/>
                <a:cs typeface="Trebuchet MS" panose="020B0603020202020204"/>
              </a:rPr>
              <a:t>or</a:t>
            </a:r>
            <a:r>
              <a:rPr sz="2200" b="0" spc="370" dirty="0">
                <a:latin typeface="Trebuchet MS" panose="020B0603020202020204"/>
                <a:cs typeface="Trebuchet MS" panose="020B0603020202020204"/>
              </a:rPr>
              <a:t> </a:t>
            </a:r>
            <a:r>
              <a:rPr sz="2200" b="0" dirty="0">
                <a:latin typeface="Trebuchet MS" panose="020B0603020202020204"/>
                <a:cs typeface="Trebuchet MS" panose="020B0603020202020204"/>
              </a:rPr>
              <a:t>column</a:t>
            </a:r>
            <a:r>
              <a:rPr sz="2200" b="0" spc="365" dirty="0">
                <a:latin typeface="Trebuchet MS" panose="020B0603020202020204"/>
                <a:cs typeface="Trebuchet MS" panose="020B0603020202020204"/>
              </a:rPr>
              <a:t> </a:t>
            </a:r>
            <a:r>
              <a:rPr sz="2200" b="0" dirty="0">
                <a:latin typeface="Trebuchet MS" panose="020B0603020202020204"/>
                <a:cs typeface="Trebuchet MS" panose="020B0603020202020204"/>
              </a:rPr>
              <a:t>of</a:t>
            </a:r>
            <a:r>
              <a:rPr sz="2200" b="0" spc="365" dirty="0">
                <a:latin typeface="Trebuchet MS" panose="020B0603020202020204"/>
                <a:cs typeface="Trebuchet MS" panose="020B0603020202020204"/>
              </a:rPr>
              <a:t> </a:t>
            </a:r>
            <a:r>
              <a:rPr sz="2200" b="0" spc="-50" dirty="0">
                <a:latin typeface="Trebuchet MS" panose="020B0603020202020204"/>
                <a:cs typeface="Trebuchet MS" panose="020B0603020202020204"/>
              </a:rPr>
              <a:t>a </a:t>
            </a:r>
            <a:r>
              <a:rPr sz="2200" b="0" spc="-10" dirty="0">
                <a:highlight>
                  <a:srgbClr val="FFFF00"/>
                </a:highlight>
                <a:latin typeface="Trebuchet MS" panose="020B0603020202020204"/>
                <a:cs typeface="Trebuchet MS" panose="020B0603020202020204"/>
              </a:rPr>
              <a:t>database.</a:t>
            </a:r>
            <a:endParaRPr sz="2200">
              <a:latin typeface="Trebuchet MS" panose="020B0603020202020204"/>
              <a:cs typeface="Trebuchet MS" panose="020B0603020202020204"/>
            </a:endParaRPr>
          </a:p>
          <a:p>
            <a:pPr marL="354965" indent="-342265">
              <a:lnSpc>
                <a:spcPct val="100000"/>
              </a:lnSpc>
              <a:spcBef>
                <a:spcPts val="525"/>
              </a:spcBef>
              <a:buFont typeface="Wingdings" panose="05000000000000000000"/>
              <a:buChar char=""/>
              <a:tabLst>
                <a:tab pos="354965" algn="l"/>
              </a:tabLst>
            </a:pPr>
            <a:r>
              <a:rPr sz="2200" b="0" dirty="0">
                <a:latin typeface="Trebuchet MS" panose="020B0603020202020204"/>
                <a:cs typeface="Trebuchet MS" panose="020B0603020202020204"/>
              </a:rPr>
              <a:t>To</a:t>
            </a:r>
            <a:r>
              <a:rPr sz="2200" b="0" spc="250" dirty="0">
                <a:latin typeface="Trebuchet MS" panose="020B0603020202020204"/>
                <a:cs typeface="Trebuchet MS" panose="020B0603020202020204"/>
              </a:rPr>
              <a:t> </a:t>
            </a:r>
            <a:r>
              <a:rPr sz="2200" b="0" dirty="0">
                <a:latin typeface="Trebuchet MS" panose="020B0603020202020204"/>
                <a:cs typeface="Trebuchet MS" panose="020B0603020202020204"/>
              </a:rPr>
              <a:t>refer</a:t>
            </a:r>
            <a:r>
              <a:rPr sz="2200" b="0" spc="260" dirty="0">
                <a:latin typeface="Trebuchet MS" panose="020B0603020202020204"/>
                <a:cs typeface="Trebuchet MS" panose="020B0603020202020204"/>
              </a:rPr>
              <a:t> </a:t>
            </a:r>
            <a:r>
              <a:rPr sz="2200" b="0" dirty="0">
                <a:latin typeface="Trebuchet MS" panose="020B0603020202020204"/>
                <a:cs typeface="Trebuchet MS" panose="020B0603020202020204"/>
              </a:rPr>
              <a:t>of</a:t>
            </a:r>
            <a:r>
              <a:rPr sz="2200" b="0" spc="245" dirty="0">
                <a:latin typeface="Trebuchet MS" panose="020B0603020202020204"/>
                <a:cs typeface="Trebuchet MS" panose="020B0603020202020204"/>
              </a:rPr>
              <a:t> </a:t>
            </a:r>
            <a:r>
              <a:rPr sz="2200" b="0" dirty="0">
                <a:latin typeface="Trebuchet MS" panose="020B0603020202020204"/>
                <a:cs typeface="Trebuchet MS" panose="020B0603020202020204"/>
              </a:rPr>
              <a:t>a</a:t>
            </a:r>
            <a:r>
              <a:rPr sz="2200" b="0" spc="250" dirty="0">
                <a:latin typeface="Trebuchet MS" panose="020B0603020202020204"/>
                <a:cs typeface="Trebuchet MS" panose="020B0603020202020204"/>
              </a:rPr>
              <a:t> </a:t>
            </a:r>
            <a:r>
              <a:rPr sz="2200" b="0" dirty="0">
                <a:latin typeface="Trebuchet MS" panose="020B0603020202020204"/>
                <a:cs typeface="Trebuchet MS" panose="020B0603020202020204"/>
              </a:rPr>
              <a:t>column</a:t>
            </a:r>
            <a:r>
              <a:rPr sz="2200" b="0" spc="260" dirty="0">
                <a:latin typeface="Trebuchet MS" panose="020B0603020202020204"/>
                <a:cs typeface="Trebuchet MS" panose="020B0603020202020204"/>
              </a:rPr>
              <a:t> </a:t>
            </a:r>
            <a:r>
              <a:rPr sz="2200" b="0" dirty="0">
                <a:latin typeface="Trebuchet MS" panose="020B0603020202020204"/>
                <a:cs typeface="Trebuchet MS" panose="020B0603020202020204"/>
              </a:rPr>
              <a:t>of</a:t>
            </a:r>
            <a:r>
              <a:rPr sz="2200" b="0" spc="245" dirty="0">
                <a:latin typeface="Trebuchet MS" panose="020B0603020202020204"/>
                <a:cs typeface="Trebuchet MS" panose="020B0603020202020204"/>
              </a:rPr>
              <a:t> </a:t>
            </a:r>
            <a:r>
              <a:rPr sz="2200" b="0" dirty="0">
                <a:highlight>
                  <a:srgbClr val="FFFF00"/>
                </a:highlight>
                <a:latin typeface="Trebuchet MS" panose="020B0603020202020204"/>
                <a:cs typeface="Trebuchet MS" panose="020B0603020202020204"/>
              </a:rPr>
              <a:t>particular</a:t>
            </a:r>
            <a:r>
              <a:rPr sz="2200" b="0" spc="240" dirty="0">
                <a:highlight>
                  <a:srgbClr val="FFFF00"/>
                </a:highlight>
                <a:latin typeface="Trebuchet MS" panose="020B0603020202020204"/>
                <a:cs typeface="Trebuchet MS" panose="020B0603020202020204"/>
              </a:rPr>
              <a:t> </a:t>
            </a:r>
            <a:r>
              <a:rPr sz="2200" b="0" dirty="0">
                <a:highlight>
                  <a:srgbClr val="FFFF00"/>
                </a:highlight>
                <a:latin typeface="Trebuchet MS" panose="020B0603020202020204"/>
                <a:cs typeface="Trebuchet MS" panose="020B0603020202020204"/>
              </a:rPr>
              <a:t>table</a:t>
            </a:r>
            <a:r>
              <a:rPr sz="2200" b="0" dirty="0">
                <a:latin typeface="Trebuchet MS" panose="020B0603020202020204"/>
                <a:cs typeface="Trebuchet MS" panose="020B0603020202020204"/>
              </a:rPr>
              <a:t>,</a:t>
            </a:r>
            <a:r>
              <a:rPr sz="2200" b="0" spc="254" dirty="0">
                <a:latin typeface="Trebuchet MS" panose="020B0603020202020204"/>
                <a:cs typeface="Trebuchet MS" panose="020B0603020202020204"/>
              </a:rPr>
              <a:t> </a:t>
            </a:r>
            <a:r>
              <a:rPr sz="2200" b="0" dirty="0">
                <a:highlight>
                  <a:srgbClr val="FFFF00"/>
                </a:highlight>
                <a:latin typeface="Trebuchet MS" panose="020B0603020202020204"/>
                <a:cs typeface="Trebuchet MS" panose="020B0603020202020204"/>
              </a:rPr>
              <a:t>column</a:t>
            </a:r>
            <a:r>
              <a:rPr sz="2200" b="0" spc="260" dirty="0">
                <a:highlight>
                  <a:srgbClr val="FFFF00"/>
                </a:highlight>
                <a:latin typeface="Trebuchet MS" panose="020B0603020202020204"/>
                <a:cs typeface="Trebuchet MS" panose="020B0603020202020204"/>
              </a:rPr>
              <a:t> </a:t>
            </a:r>
            <a:r>
              <a:rPr sz="2200" b="0" dirty="0">
                <a:highlight>
                  <a:srgbClr val="FFFF00"/>
                </a:highlight>
                <a:latin typeface="Trebuchet MS" panose="020B0603020202020204"/>
                <a:cs typeface="Trebuchet MS" panose="020B0603020202020204"/>
              </a:rPr>
              <a:t>name</a:t>
            </a:r>
            <a:r>
              <a:rPr sz="2200" b="0" spc="250" dirty="0">
                <a:highlight>
                  <a:srgbClr val="FFFF00"/>
                </a:highlight>
                <a:latin typeface="Trebuchet MS" panose="020B0603020202020204"/>
                <a:cs typeface="Trebuchet MS" panose="020B0603020202020204"/>
              </a:rPr>
              <a:t> </a:t>
            </a:r>
            <a:r>
              <a:rPr sz="2200" b="0" dirty="0">
                <a:highlight>
                  <a:srgbClr val="FFFF00"/>
                </a:highlight>
                <a:latin typeface="Trebuchet MS" panose="020B0603020202020204"/>
                <a:cs typeface="Trebuchet MS" panose="020B0603020202020204"/>
              </a:rPr>
              <a:t>must</a:t>
            </a:r>
            <a:r>
              <a:rPr sz="2200" b="0" spc="265" dirty="0">
                <a:highlight>
                  <a:srgbClr val="FFFF00"/>
                </a:highlight>
                <a:latin typeface="Trebuchet MS" panose="020B0603020202020204"/>
                <a:cs typeface="Trebuchet MS" panose="020B0603020202020204"/>
              </a:rPr>
              <a:t> </a:t>
            </a:r>
            <a:r>
              <a:rPr sz="2200" b="0" spc="-25" dirty="0">
                <a:highlight>
                  <a:srgbClr val="FFFF00"/>
                </a:highlight>
                <a:latin typeface="Trebuchet MS" panose="020B0603020202020204"/>
                <a:cs typeface="Trebuchet MS" panose="020B0603020202020204"/>
              </a:rPr>
              <a:t>be</a:t>
            </a:r>
            <a:endParaRPr sz="2200">
              <a:highlight>
                <a:srgbClr val="FFFF00"/>
              </a:highlight>
              <a:latin typeface="Trebuchet MS" panose="020B0603020202020204"/>
              <a:cs typeface="Trebuchet MS" panose="020B0603020202020204"/>
            </a:endParaRPr>
          </a:p>
          <a:p>
            <a:pPr marL="355600">
              <a:lnSpc>
                <a:spcPct val="100000"/>
              </a:lnSpc>
            </a:pPr>
            <a:r>
              <a:rPr sz="2200" b="0" dirty="0">
                <a:highlight>
                  <a:srgbClr val="FFFF00"/>
                </a:highlight>
                <a:latin typeface="Trebuchet MS" panose="020B0603020202020204"/>
                <a:cs typeface="Trebuchet MS" panose="020B0603020202020204"/>
              </a:rPr>
              <a:t>combined</a:t>
            </a:r>
            <a:r>
              <a:rPr sz="2200" b="0" spc="-60" dirty="0">
                <a:highlight>
                  <a:srgbClr val="FFFF00"/>
                </a:highlight>
                <a:latin typeface="Trebuchet MS" panose="020B0603020202020204"/>
                <a:cs typeface="Trebuchet MS" panose="020B0603020202020204"/>
              </a:rPr>
              <a:t> </a:t>
            </a:r>
            <a:r>
              <a:rPr sz="2200" b="0" dirty="0">
                <a:highlight>
                  <a:srgbClr val="FFFF00"/>
                </a:highlight>
                <a:latin typeface="Trebuchet MS" panose="020B0603020202020204"/>
                <a:cs typeface="Trebuchet MS" panose="020B0603020202020204"/>
              </a:rPr>
              <a:t>with</a:t>
            </a:r>
            <a:r>
              <a:rPr sz="2200" b="0" spc="-50" dirty="0">
                <a:highlight>
                  <a:srgbClr val="FFFF00"/>
                </a:highlight>
                <a:latin typeface="Trebuchet MS" panose="020B0603020202020204"/>
                <a:cs typeface="Trebuchet MS" panose="020B0603020202020204"/>
              </a:rPr>
              <a:t> </a:t>
            </a:r>
            <a:r>
              <a:rPr sz="2200" b="0" dirty="0">
                <a:highlight>
                  <a:srgbClr val="FFFF00"/>
                </a:highlight>
                <a:latin typeface="Trebuchet MS" panose="020B0603020202020204"/>
                <a:cs typeface="Trebuchet MS" panose="020B0603020202020204"/>
              </a:rPr>
              <a:t>table</a:t>
            </a:r>
            <a:r>
              <a:rPr sz="2200" b="0" spc="-50" dirty="0">
                <a:highlight>
                  <a:srgbClr val="FFFF00"/>
                </a:highlight>
                <a:latin typeface="Trebuchet MS" panose="020B0603020202020204"/>
                <a:cs typeface="Trebuchet MS" panose="020B0603020202020204"/>
              </a:rPr>
              <a:t> </a:t>
            </a:r>
            <a:r>
              <a:rPr sz="2200" b="0" spc="-10" dirty="0">
                <a:highlight>
                  <a:srgbClr val="FFFF00"/>
                </a:highlight>
                <a:latin typeface="Trebuchet MS" panose="020B0603020202020204"/>
                <a:cs typeface="Trebuchet MS" panose="020B0603020202020204"/>
              </a:rPr>
              <a:t>name.</a:t>
            </a:r>
            <a:endParaRPr sz="2200">
              <a:latin typeface="Trebuchet MS" panose="020B0603020202020204"/>
              <a:cs typeface="Trebuchet MS" panose="020B0603020202020204"/>
            </a:endParaRPr>
          </a:p>
          <a:p>
            <a:pPr marL="12700">
              <a:lnSpc>
                <a:spcPct val="100000"/>
              </a:lnSpc>
              <a:spcBef>
                <a:spcPts val="530"/>
              </a:spcBef>
            </a:pPr>
            <a:r>
              <a:rPr sz="2200" spc="-10" dirty="0"/>
              <a:t>Example</a:t>
            </a:r>
            <a:endParaRPr sz="2200"/>
          </a:p>
          <a:p>
            <a:pPr marL="927100">
              <a:lnSpc>
                <a:spcPct val="100000"/>
              </a:lnSpc>
              <a:spcBef>
                <a:spcPts val="530"/>
              </a:spcBef>
              <a:tabLst>
                <a:tab pos="1649095" algn="l"/>
              </a:tabLst>
            </a:pPr>
            <a:r>
              <a:rPr sz="2200" b="0" spc="-25" dirty="0">
                <a:latin typeface="Trebuchet MS" panose="020B0603020202020204"/>
                <a:cs typeface="Trebuchet MS" panose="020B0603020202020204"/>
              </a:rPr>
              <a:t>no</a:t>
            </a:r>
            <a:r>
              <a:rPr lang="en-US" sz="2200" b="0" spc="-25" dirty="0">
                <a:latin typeface="Trebuchet MS" panose="020B0603020202020204"/>
                <a:cs typeface="Trebuchet MS" panose="020B0603020202020204"/>
              </a:rPr>
              <a:t> </a:t>
            </a:r>
            <a:r>
              <a:rPr sz="2200" dirty="0"/>
              <a:t>Account.Acc_No%TYPE</a:t>
            </a:r>
            <a:r>
              <a:rPr sz="2200" spc="-40" dirty="0"/>
              <a:t>  </a:t>
            </a:r>
            <a:r>
              <a:rPr sz="2200" dirty="0"/>
              <a:t>:=</a:t>
            </a:r>
            <a:r>
              <a:rPr sz="2200" spc="-50" dirty="0"/>
              <a:t>  </a:t>
            </a:r>
            <a:r>
              <a:rPr sz="2200" spc="-20" dirty="0"/>
              <a:t>101;</a:t>
            </a:r>
            <a:endParaRPr sz="2200">
              <a:latin typeface="Trebuchet MS" panose="020B0603020202020204"/>
              <a:cs typeface="Trebuchet MS" panose="020B0603020202020204"/>
            </a:endParaRPr>
          </a:p>
          <a:p>
            <a:pPr marL="927100">
              <a:lnSpc>
                <a:spcPct val="100000"/>
              </a:lnSpc>
              <a:spcBef>
                <a:spcPts val="525"/>
              </a:spcBef>
              <a:tabLst>
                <a:tab pos="1716405" algn="l"/>
              </a:tabLst>
            </a:pPr>
            <a:r>
              <a:rPr sz="2200" b="0" spc="-25" dirty="0">
                <a:latin typeface="Trebuchet MS" panose="020B0603020202020204"/>
                <a:cs typeface="Trebuchet MS" panose="020B0603020202020204"/>
              </a:rPr>
              <a:t>bal</a:t>
            </a:r>
            <a:r>
              <a:rPr lang="en-US" sz="2200" b="0" spc="-25" dirty="0">
                <a:latin typeface="Trebuchet MS" panose="020B0603020202020204"/>
                <a:cs typeface="Trebuchet MS" panose="020B0603020202020204"/>
              </a:rPr>
              <a:t> </a:t>
            </a:r>
            <a:r>
              <a:rPr sz="2200" spc="-10" dirty="0"/>
              <a:t>Account.Balance%TYPE;</a:t>
            </a:r>
            <a:endParaRPr sz="2200">
              <a:latin typeface="Trebuchet MS" panose="020B0603020202020204"/>
              <a:cs typeface="Trebuchet MS" panose="020B0603020202020204"/>
            </a:endParaRPr>
          </a:p>
          <a:p>
            <a:pPr marL="927100">
              <a:lnSpc>
                <a:spcPct val="100000"/>
              </a:lnSpc>
              <a:spcBef>
                <a:spcPts val="530"/>
              </a:spcBef>
              <a:tabLst>
                <a:tab pos="2030095" algn="l"/>
              </a:tabLst>
            </a:pPr>
            <a:r>
              <a:rPr sz="2200" b="0" spc="-20" dirty="0">
                <a:latin typeface="Trebuchet MS" panose="020B0603020202020204"/>
                <a:cs typeface="Trebuchet MS" panose="020B0603020202020204"/>
              </a:rPr>
              <a:t>name</a:t>
            </a:r>
            <a:r>
              <a:rPr lang="en-US" sz="2200" b="0" spc="-20" dirty="0">
                <a:latin typeface="Trebuchet MS" panose="020B0603020202020204"/>
                <a:cs typeface="Trebuchet MS" panose="020B0603020202020204"/>
              </a:rPr>
              <a:t> </a:t>
            </a:r>
            <a:r>
              <a:rPr sz="2200" spc="-10" dirty="0"/>
              <a:t>Customer.name%TYPE;</a:t>
            </a:r>
            <a:endParaRPr sz="2200" spc="-10" dirty="0"/>
          </a:p>
          <a:p>
            <a:pPr marL="927100">
              <a:lnSpc>
                <a:spcPct val="100000"/>
              </a:lnSpc>
              <a:spcBef>
                <a:spcPts val="530"/>
              </a:spcBef>
              <a:tabLst>
                <a:tab pos="2030095" algn="l"/>
              </a:tabLst>
            </a:pPr>
            <a:r>
              <a:rPr lang="en-US" sz="2200">
                <a:latin typeface="Trebuchet MS" panose="020B0603020202020204"/>
                <a:cs typeface="Trebuchet MS" panose="020B0603020202020204"/>
              </a:rPr>
              <a:t>.previously declared variable(variable jo pahle declere kiya ho)</a:t>
            </a:r>
            <a:endParaRPr lang="en-US" sz="2200">
              <a:latin typeface="Trebuchet MS" panose="020B0603020202020204"/>
              <a:cs typeface="Trebuchet MS" panose="020B060302020202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71041" y="145795"/>
            <a:ext cx="6393180" cy="696595"/>
          </a:xfrm>
          <a:prstGeom prst="rect">
            <a:avLst/>
          </a:prstGeom>
        </p:spPr>
        <p:txBody>
          <a:bodyPr vert="horz" wrap="square" lIns="0" tIns="12700" rIns="0" bIns="0" rtlCol="0">
            <a:spAutoFit/>
          </a:bodyPr>
          <a:lstStyle/>
          <a:p>
            <a:pPr marL="12700">
              <a:lnSpc>
                <a:spcPct val="100000"/>
              </a:lnSpc>
              <a:spcBef>
                <a:spcPts val="100"/>
              </a:spcBef>
            </a:pPr>
            <a:r>
              <a:rPr sz="4400" dirty="0"/>
              <a:t>Assign</a:t>
            </a:r>
            <a:r>
              <a:rPr sz="4400" spc="-135" dirty="0"/>
              <a:t> </a:t>
            </a:r>
            <a:r>
              <a:rPr sz="4400" dirty="0"/>
              <a:t>Value</a:t>
            </a:r>
            <a:r>
              <a:rPr sz="4400" spc="1045" dirty="0"/>
              <a:t> </a:t>
            </a:r>
            <a:r>
              <a:rPr sz="4400" dirty="0"/>
              <a:t>to</a:t>
            </a:r>
            <a:r>
              <a:rPr sz="4400" spc="-135" dirty="0"/>
              <a:t> </a:t>
            </a:r>
            <a:r>
              <a:rPr sz="4400" spc="-10" dirty="0"/>
              <a:t>Variable</a:t>
            </a:r>
            <a:endParaRPr sz="4400"/>
          </a:p>
        </p:txBody>
      </p:sp>
      <p:sp>
        <p:nvSpPr>
          <p:cNvPr id="3" name="object 3"/>
          <p:cNvSpPr txBox="1">
            <a:spLocks noGrp="1"/>
          </p:cNvSpPr>
          <p:nvPr>
            <p:ph type="body" idx="1"/>
          </p:nvPr>
        </p:nvSpPr>
        <p:spPr>
          <a:prstGeom prst="rect">
            <a:avLst/>
          </a:prstGeom>
        </p:spPr>
        <p:txBody>
          <a:bodyPr vert="horz" wrap="square" lIns="0" tIns="12065" rIns="0" bIns="0" rtlCol="0">
            <a:spAutoFit/>
          </a:bodyPr>
          <a:lstStyle/>
          <a:p>
            <a:pPr marL="355600" marR="4088130" indent="-342900">
              <a:lnSpc>
                <a:spcPct val="120000"/>
              </a:lnSpc>
              <a:spcBef>
                <a:spcPts val="95"/>
              </a:spcBef>
              <a:buAutoNum type="arabicParenR"/>
              <a:tabLst>
                <a:tab pos="355600" algn="l"/>
                <a:tab pos="359410" algn="l"/>
              </a:tabLst>
            </a:pPr>
            <a:r>
              <a:rPr dirty="0"/>
              <a:t>	By</a:t>
            </a:r>
            <a:r>
              <a:rPr spc="-45" dirty="0"/>
              <a:t> </a:t>
            </a:r>
            <a:r>
              <a:rPr dirty="0"/>
              <a:t>using</a:t>
            </a:r>
            <a:r>
              <a:rPr spc="-155" dirty="0"/>
              <a:t> </a:t>
            </a:r>
            <a:r>
              <a:rPr dirty="0"/>
              <a:t>Assignment</a:t>
            </a:r>
            <a:r>
              <a:rPr spc="-10" dirty="0"/>
              <a:t> Operator Syntax:</a:t>
            </a:r>
            <a:endParaRPr spc="-10" dirty="0"/>
          </a:p>
          <a:p>
            <a:pPr marL="927100">
              <a:lnSpc>
                <a:spcPct val="100000"/>
              </a:lnSpc>
              <a:spcBef>
                <a:spcPts val="580"/>
              </a:spcBef>
              <a:tabLst>
                <a:tab pos="3082290" algn="l"/>
                <a:tab pos="3741420" algn="l"/>
              </a:tabLst>
            </a:pPr>
            <a:r>
              <a:rPr b="0" spc="-10" dirty="0">
                <a:latin typeface="Trebuchet MS" panose="020B0603020202020204"/>
                <a:cs typeface="Trebuchet MS" panose="020B0603020202020204"/>
              </a:rPr>
              <a:t>variableName</a:t>
            </a:r>
            <a:r>
              <a:rPr b="0" dirty="0">
                <a:latin typeface="Trebuchet MS" panose="020B0603020202020204"/>
                <a:cs typeface="Trebuchet MS" panose="020B0603020202020204"/>
              </a:rPr>
              <a:t>	</a:t>
            </a:r>
            <a:r>
              <a:rPr spc="-25" dirty="0"/>
              <a:t>:=</a:t>
            </a:r>
            <a:r>
              <a:rPr dirty="0"/>
              <a:t>	value</a:t>
            </a:r>
            <a:r>
              <a:rPr spc="-20" dirty="0"/>
              <a:t> </a:t>
            </a:r>
            <a:r>
              <a:rPr b="0" spc="-50" dirty="0">
                <a:latin typeface="Trebuchet MS" panose="020B0603020202020204"/>
                <a:cs typeface="Trebuchet MS" panose="020B0603020202020204"/>
              </a:rPr>
              <a:t>;</a:t>
            </a:r>
            <a:endParaRPr b="0" spc="-50" dirty="0">
              <a:latin typeface="Trebuchet MS" panose="020B0603020202020204"/>
              <a:cs typeface="Trebuchet MS" panose="020B0603020202020204"/>
            </a:endParaRPr>
          </a:p>
          <a:p>
            <a:pPr marL="688975" marR="6985" lvl="1" indent="-341630">
              <a:lnSpc>
                <a:spcPct val="100000"/>
              </a:lnSpc>
              <a:spcBef>
                <a:spcPts val="575"/>
              </a:spcBef>
              <a:buFont typeface="Courier New" panose="02070309020205020404"/>
              <a:buChar char="o"/>
              <a:tabLst>
                <a:tab pos="690245" algn="l"/>
              </a:tabLst>
            </a:pPr>
            <a:r>
              <a:rPr sz="2400" dirty="0">
                <a:latin typeface="Trebuchet MS" panose="020B0603020202020204"/>
                <a:cs typeface="Trebuchet MS" panose="020B0603020202020204"/>
              </a:rPr>
              <a:t>A</a:t>
            </a:r>
            <a:r>
              <a:rPr sz="2400" spc="-35" dirty="0">
                <a:latin typeface="Trebuchet MS" panose="020B0603020202020204"/>
                <a:cs typeface="Trebuchet MS" panose="020B0603020202020204"/>
              </a:rPr>
              <a:t>  </a:t>
            </a:r>
            <a:r>
              <a:rPr sz="2400" dirty="0">
                <a:latin typeface="Trebuchet MS" panose="020B0603020202020204"/>
                <a:cs typeface="Trebuchet MS" panose="020B0603020202020204"/>
              </a:rPr>
              <a:t>value</a:t>
            </a:r>
            <a:r>
              <a:rPr sz="2400" spc="35" dirty="0">
                <a:latin typeface="Trebuchet MS" panose="020B0603020202020204"/>
                <a:cs typeface="Trebuchet MS" panose="020B0603020202020204"/>
              </a:rPr>
              <a:t>  </a:t>
            </a:r>
            <a:r>
              <a:rPr sz="2400" dirty="0">
                <a:latin typeface="Trebuchet MS" panose="020B0603020202020204"/>
                <a:cs typeface="Trebuchet MS" panose="020B0603020202020204"/>
              </a:rPr>
              <a:t>can</a:t>
            </a:r>
            <a:r>
              <a:rPr sz="2400" spc="35" dirty="0">
                <a:latin typeface="Trebuchet MS" panose="020B0603020202020204"/>
                <a:cs typeface="Trebuchet MS" panose="020B0603020202020204"/>
              </a:rPr>
              <a:t>  </a:t>
            </a:r>
            <a:r>
              <a:rPr sz="2400" dirty="0">
                <a:latin typeface="Trebuchet MS" panose="020B0603020202020204"/>
                <a:cs typeface="Trebuchet MS" panose="020B0603020202020204"/>
              </a:rPr>
              <a:t>be</a:t>
            </a:r>
            <a:r>
              <a:rPr sz="2400" spc="35" dirty="0">
                <a:latin typeface="Trebuchet MS" panose="020B0603020202020204"/>
                <a:cs typeface="Trebuchet MS" panose="020B0603020202020204"/>
              </a:rPr>
              <a:t>  </a:t>
            </a:r>
            <a:r>
              <a:rPr sz="2400" dirty="0">
                <a:latin typeface="Trebuchet MS" panose="020B0603020202020204"/>
                <a:cs typeface="Trebuchet MS" panose="020B0603020202020204"/>
              </a:rPr>
              <a:t>a</a:t>
            </a:r>
            <a:r>
              <a:rPr sz="2400" spc="35" dirty="0">
                <a:latin typeface="Trebuchet MS" panose="020B0603020202020204"/>
                <a:cs typeface="Trebuchet MS" panose="020B0603020202020204"/>
              </a:rPr>
              <a:t>  </a:t>
            </a:r>
            <a:r>
              <a:rPr sz="2400" b="1" dirty="0">
                <a:highlight>
                  <a:srgbClr val="FFFF00"/>
                </a:highlight>
                <a:latin typeface="Trebuchet MS" panose="020B0603020202020204"/>
                <a:cs typeface="Trebuchet MS" panose="020B0603020202020204"/>
              </a:rPr>
              <a:t>constant</a:t>
            </a:r>
            <a:r>
              <a:rPr sz="2400" b="1" spc="40" dirty="0">
                <a:highlight>
                  <a:srgbClr val="FFFF00"/>
                </a:highlight>
                <a:latin typeface="Trebuchet MS" panose="020B0603020202020204"/>
                <a:cs typeface="Trebuchet MS" panose="020B0603020202020204"/>
              </a:rPr>
              <a:t>  </a:t>
            </a:r>
            <a:r>
              <a:rPr sz="2400" b="1" dirty="0">
                <a:highlight>
                  <a:srgbClr val="FFFF00"/>
                </a:highlight>
                <a:latin typeface="Trebuchet MS" panose="020B0603020202020204"/>
                <a:cs typeface="Trebuchet MS" panose="020B0603020202020204"/>
              </a:rPr>
              <a:t>value</a:t>
            </a:r>
            <a:r>
              <a:rPr sz="2400" b="1" spc="30" dirty="0">
                <a:highlight>
                  <a:srgbClr val="FFFF00"/>
                </a:highlight>
                <a:latin typeface="Trebuchet MS" panose="020B0603020202020204"/>
                <a:cs typeface="Trebuchet MS" panose="020B0603020202020204"/>
              </a:rPr>
              <a:t> </a:t>
            </a:r>
            <a:r>
              <a:rPr sz="2400" b="1" spc="30" dirty="0">
                <a:latin typeface="Trebuchet MS" panose="020B0603020202020204"/>
                <a:cs typeface="Trebuchet MS" panose="020B0603020202020204"/>
              </a:rPr>
              <a:t> </a:t>
            </a:r>
            <a:r>
              <a:rPr sz="2400" b="1" dirty="0">
                <a:latin typeface="Trebuchet MS" panose="020B0603020202020204"/>
                <a:cs typeface="Trebuchet MS" panose="020B0603020202020204"/>
              </a:rPr>
              <a:t>or</a:t>
            </a:r>
            <a:r>
              <a:rPr sz="2400" b="1" spc="30" dirty="0">
                <a:latin typeface="Trebuchet MS" panose="020B0603020202020204"/>
                <a:cs typeface="Trebuchet MS" panose="020B0603020202020204"/>
              </a:rPr>
              <a:t>  </a:t>
            </a:r>
            <a:r>
              <a:rPr sz="2400" b="1" dirty="0">
                <a:latin typeface="Trebuchet MS" panose="020B0603020202020204"/>
                <a:cs typeface="Trebuchet MS" panose="020B0603020202020204"/>
              </a:rPr>
              <a:t>result</a:t>
            </a:r>
            <a:r>
              <a:rPr sz="2400" b="1" spc="35" dirty="0">
                <a:latin typeface="Trebuchet MS" panose="020B0603020202020204"/>
                <a:cs typeface="Trebuchet MS" panose="020B0603020202020204"/>
              </a:rPr>
              <a:t>  </a:t>
            </a:r>
            <a:r>
              <a:rPr sz="2400" b="1" dirty="0">
                <a:latin typeface="Trebuchet MS" panose="020B0603020202020204"/>
                <a:cs typeface="Trebuchet MS" panose="020B0603020202020204"/>
              </a:rPr>
              <a:t>of</a:t>
            </a:r>
            <a:r>
              <a:rPr sz="2400" b="1" spc="40" dirty="0">
                <a:latin typeface="Trebuchet MS" panose="020B0603020202020204"/>
                <a:cs typeface="Trebuchet MS" panose="020B0603020202020204"/>
              </a:rPr>
              <a:t>  </a:t>
            </a:r>
            <a:r>
              <a:rPr sz="2400" b="1" spc="-20" dirty="0">
                <a:latin typeface="Trebuchet MS" panose="020B0603020202020204"/>
                <a:cs typeface="Trebuchet MS" panose="020B0603020202020204"/>
              </a:rPr>
              <a:t>some </a:t>
            </a:r>
            <a:r>
              <a:rPr sz="2400" b="1" spc="-20" dirty="0">
                <a:highlight>
                  <a:srgbClr val="FFFF00"/>
                </a:highlight>
                <a:latin typeface="Trebuchet MS" panose="020B0603020202020204"/>
                <a:cs typeface="Trebuchet MS" panose="020B0603020202020204"/>
              </a:rPr>
              <a:t>	</a:t>
            </a:r>
            <a:r>
              <a:rPr sz="2400" b="1" dirty="0">
                <a:highlight>
                  <a:srgbClr val="FFFF00"/>
                </a:highlight>
                <a:latin typeface="Trebuchet MS" panose="020B0603020202020204"/>
                <a:cs typeface="Trebuchet MS" panose="020B0603020202020204"/>
              </a:rPr>
              <a:t>expression</a:t>
            </a:r>
            <a:r>
              <a:rPr sz="2400" b="1" spc="-30" dirty="0">
                <a:latin typeface="Trebuchet MS" panose="020B0603020202020204"/>
                <a:cs typeface="Trebuchet MS" panose="020B0603020202020204"/>
              </a:rPr>
              <a:t> </a:t>
            </a:r>
            <a:r>
              <a:rPr sz="2400" b="1" dirty="0">
                <a:latin typeface="Trebuchet MS" panose="020B0603020202020204"/>
                <a:cs typeface="Trebuchet MS" panose="020B0603020202020204"/>
              </a:rPr>
              <a:t>or</a:t>
            </a:r>
            <a:r>
              <a:rPr sz="2400" b="1" spc="-25" dirty="0">
                <a:latin typeface="Trebuchet MS" panose="020B0603020202020204"/>
                <a:cs typeface="Trebuchet MS" panose="020B0603020202020204"/>
              </a:rPr>
              <a:t> </a:t>
            </a:r>
            <a:r>
              <a:rPr sz="2400" b="1" dirty="0">
                <a:highlight>
                  <a:srgbClr val="FFFF00"/>
                </a:highlight>
                <a:latin typeface="Trebuchet MS" panose="020B0603020202020204"/>
                <a:cs typeface="Trebuchet MS" panose="020B0603020202020204"/>
              </a:rPr>
              <a:t>return</a:t>
            </a:r>
            <a:r>
              <a:rPr sz="2400" b="1" spc="-45" dirty="0">
                <a:highlight>
                  <a:srgbClr val="FFFF00"/>
                </a:highlight>
                <a:latin typeface="Trebuchet MS" panose="020B0603020202020204"/>
                <a:cs typeface="Trebuchet MS" panose="020B0603020202020204"/>
              </a:rPr>
              <a:t> </a:t>
            </a:r>
            <a:r>
              <a:rPr sz="2400" b="1" dirty="0">
                <a:highlight>
                  <a:srgbClr val="FFFF00"/>
                </a:highlight>
                <a:latin typeface="Trebuchet MS" panose="020B0603020202020204"/>
                <a:cs typeface="Trebuchet MS" panose="020B0603020202020204"/>
              </a:rPr>
              <a:t>value</a:t>
            </a:r>
            <a:r>
              <a:rPr sz="2400" b="1" spc="-35" dirty="0">
                <a:highlight>
                  <a:srgbClr val="FFFF00"/>
                </a:highlight>
                <a:latin typeface="Trebuchet MS" panose="020B0603020202020204"/>
                <a:cs typeface="Trebuchet MS" panose="020B0603020202020204"/>
              </a:rPr>
              <a:t> </a:t>
            </a:r>
            <a:r>
              <a:rPr sz="2400" b="1" dirty="0">
                <a:highlight>
                  <a:srgbClr val="FFFF00"/>
                </a:highlight>
                <a:latin typeface="Trebuchet MS" panose="020B0603020202020204"/>
                <a:cs typeface="Trebuchet MS" panose="020B0603020202020204"/>
              </a:rPr>
              <a:t>of</a:t>
            </a:r>
            <a:r>
              <a:rPr sz="2400" b="1" spc="-20" dirty="0">
                <a:highlight>
                  <a:srgbClr val="FFFF00"/>
                </a:highlight>
                <a:latin typeface="Trebuchet MS" panose="020B0603020202020204"/>
                <a:cs typeface="Trebuchet MS" panose="020B0603020202020204"/>
              </a:rPr>
              <a:t> </a:t>
            </a:r>
            <a:r>
              <a:rPr sz="2400" b="1" dirty="0">
                <a:highlight>
                  <a:srgbClr val="FFFF00"/>
                </a:highlight>
                <a:latin typeface="Trebuchet MS" panose="020B0603020202020204"/>
                <a:cs typeface="Trebuchet MS" panose="020B0603020202020204"/>
              </a:rPr>
              <a:t>some</a:t>
            </a:r>
            <a:r>
              <a:rPr sz="2400" b="1" spc="-20" dirty="0">
                <a:highlight>
                  <a:srgbClr val="FFFF00"/>
                </a:highlight>
                <a:latin typeface="Trebuchet MS" panose="020B0603020202020204"/>
                <a:cs typeface="Trebuchet MS" panose="020B0603020202020204"/>
              </a:rPr>
              <a:t> </a:t>
            </a:r>
            <a:r>
              <a:rPr sz="2400" b="1" spc="-10" dirty="0">
                <a:highlight>
                  <a:srgbClr val="FFFF00"/>
                </a:highlight>
                <a:latin typeface="Trebuchet MS" panose="020B0603020202020204"/>
                <a:cs typeface="Trebuchet MS" panose="020B0603020202020204"/>
              </a:rPr>
              <a:t>function</a:t>
            </a:r>
            <a:r>
              <a:rPr sz="2400" spc="-10" dirty="0">
                <a:highlight>
                  <a:srgbClr val="FFFF00"/>
                </a:highlight>
                <a:latin typeface="Trebuchet MS" panose="020B0603020202020204"/>
                <a:cs typeface="Trebuchet MS" panose="020B0603020202020204"/>
              </a:rPr>
              <a:t>.</a:t>
            </a:r>
            <a:endParaRPr sz="2400">
              <a:latin typeface="Trebuchet MS" panose="020B0603020202020204"/>
              <a:cs typeface="Trebuchet MS" panose="020B0603020202020204"/>
            </a:endParaRPr>
          </a:p>
          <a:p>
            <a:pPr marL="355600" marR="3973195" indent="-342900">
              <a:lnSpc>
                <a:spcPct val="120000"/>
              </a:lnSpc>
              <a:spcBef>
                <a:spcPts val="625"/>
              </a:spcBef>
              <a:buAutoNum type="arabicParenR" startAt="2"/>
              <a:tabLst>
                <a:tab pos="355600" algn="l"/>
                <a:tab pos="359410" algn="l"/>
              </a:tabLst>
            </a:pPr>
            <a:r>
              <a:rPr dirty="0"/>
              <a:t>	By</a:t>
            </a:r>
            <a:r>
              <a:rPr spc="-30" dirty="0"/>
              <a:t> </a:t>
            </a:r>
            <a:r>
              <a:rPr dirty="0"/>
              <a:t>Reading</a:t>
            </a:r>
            <a:r>
              <a:rPr spc="-40" dirty="0"/>
              <a:t> </a:t>
            </a:r>
            <a:r>
              <a:rPr dirty="0"/>
              <a:t>from</a:t>
            </a:r>
            <a:r>
              <a:rPr spc="-5" dirty="0"/>
              <a:t> </a:t>
            </a:r>
            <a:r>
              <a:rPr dirty="0"/>
              <a:t>the</a:t>
            </a:r>
            <a:r>
              <a:rPr spc="-10" dirty="0"/>
              <a:t> Keyword: Syntax:</a:t>
            </a:r>
            <a:endParaRPr spc="-10" dirty="0"/>
          </a:p>
          <a:p>
            <a:pPr marL="927100">
              <a:lnSpc>
                <a:spcPct val="100000"/>
              </a:lnSpc>
              <a:spcBef>
                <a:spcPts val="580"/>
              </a:spcBef>
              <a:tabLst>
                <a:tab pos="3082290" algn="l"/>
                <a:tab pos="3649345" algn="l"/>
              </a:tabLst>
            </a:pPr>
            <a:r>
              <a:rPr b="0" spc="-10" dirty="0">
                <a:latin typeface="Trebuchet MS" panose="020B0603020202020204"/>
                <a:cs typeface="Trebuchet MS" panose="020B0603020202020204"/>
              </a:rPr>
              <a:t>variableName</a:t>
            </a:r>
            <a:r>
              <a:rPr b="0" dirty="0">
                <a:latin typeface="Trebuchet MS" panose="020B0603020202020204"/>
                <a:cs typeface="Trebuchet MS" panose="020B0603020202020204"/>
              </a:rPr>
              <a:t>	</a:t>
            </a:r>
            <a:r>
              <a:rPr spc="-25" dirty="0"/>
              <a:t>:=</a:t>
            </a:r>
            <a:r>
              <a:rPr dirty="0"/>
              <a:t>	</a:t>
            </a:r>
            <a:r>
              <a:rPr dirty="0">
                <a:highlight>
                  <a:srgbClr val="FFFF00"/>
                </a:highlight>
              </a:rPr>
              <a:t>&amp;</a:t>
            </a:r>
            <a:r>
              <a:rPr dirty="0"/>
              <a:t>variableName</a:t>
            </a:r>
            <a:r>
              <a:rPr spc="-40" dirty="0"/>
              <a:t> </a:t>
            </a:r>
            <a:r>
              <a:rPr b="0" spc="-50" dirty="0">
                <a:latin typeface="Trebuchet MS" panose="020B0603020202020204"/>
                <a:cs typeface="Trebuchet MS" panose="020B0603020202020204"/>
              </a:rPr>
              <a:t>;</a:t>
            </a:r>
            <a:endParaRPr b="0" spc="-50" dirty="0">
              <a:latin typeface="Trebuchet MS" panose="020B0603020202020204"/>
              <a:cs typeface="Trebuchet MS" panose="020B0603020202020204"/>
            </a:endParaRPr>
          </a:p>
          <a:p>
            <a:pPr marL="689610" lvl="1" indent="-341630">
              <a:lnSpc>
                <a:spcPct val="100000"/>
              </a:lnSpc>
              <a:spcBef>
                <a:spcPts val="575"/>
              </a:spcBef>
              <a:buFont typeface="Courier New" panose="02070309020205020404"/>
              <a:buChar char="o"/>
              <a:tabLst>
                <a:tab pos="689610" algn="l"/>
              </a:tabLst>
            </a:pPr>
            <a:r>
              <a:rPr sz="2400" dirty="0">
                <a:latin typeface="Trebuchet MS" panose="020B0603020202020204"/>
                <a:cs typeface="Trebuchet MS" panose="020B0603020202020204"/>
              </a:rPr>
              <a:t>This</a:t>
            </a:r>
            <a:r>
              <a:rPr sz="2400" spc="-35" dirty="0">
                <a:latin typeface="Trebuchet MS" panose="020B0603020202020204"/>
                <a:cs typeface="Trebuchet MS" panose="020B0603020202020204"/>
              </a:rPr>
              <a:t> </a:t>
            </a:r>
            <a:r>
              <a:rPr sz="2400" dirty="0">
                <a:latin typeface="Trebuchet MS" panose="020B0603020202020204"/>
                <a:cs typeface="Trebuchet MS" panose="020B0603020202020204"/>
              </a:rPr>
              <a:t>is</a:t>
            </a:r>
            <a:r>
              <a:rPr sz="2400" spc="-25" dirty="0">
                <a:latin typeface="Trebuchet MS" panose="020B0603020202020204"/>
                <a:cs typeface="Trebuchet MS" panose="020B0603020202020204"/>
              </a:rPr>
              <a:t> </a:t>
            </a:r>
            <a:r>
              <a:rPr sz="2400" dirty="0">
                <a:latin typeface="Trebuchet MS" panose="020B0603020202020204"/>
                <a:cs typeface="Trebuchet MS" panose="020B0603020202020204"/>
              </a:rPr>
              <a:t>similar</a:t>
            </a:r>
            <a:r>
              <a:rPr sz="2400" spc="-20" dirty="0">
                <a:latin typeface="Trebuchet MS" panose="020B0603020202020204"/>
                <a:cs typeface="Trebuchet MS" panose="020B0603020202020204"/>
              </a:rPr>
              <a:t> </a:t>
            </a:r>
            <a:r>
              <a:rPr sz="2400" dirty="0">
                <a:latin typeface="Trebuchet MS" panose="020B0603020202020204"/>
                <a:cs typeface="Trebuchet MS" panose="020B0603020202020204"/>
              </a:rPr>
              <a:t>to</a:t>
            </a:r>
            <a:r>
              <a:rPr sz="2400" spc="-40" dirty="0">
                <a:latin typeface="Trebuchet MS" panose="020B0603020202020204"/>
                <a:cs typeface="Trebuchet MS" panose="020B0603020202020204"/>
              </a:rPr>
              <a:t> </a:t>
            </a:r>
            <a:r>
              <a:rPr sz="2400" b="1" dirty="0">
                <a:highlight>
                  <a:srgbClr val="FFFF00"/>
                </a:highlight>
                <a:latin typeface="Trebuchet MS" panose="020B0603020202020204"/>
                <a:cs typeface="Trebuchet MS" panose="020B0603020202020204"/>
              </a:rPr>
              <a:t>scanf()</a:t>
            </a:r>
            <a:r>
              <a:rPr sz="2400" b="1" spc="-20" dirty="0">
                <a:highlight>
                  <a:srgbClr val="FFFF00"/>
                </a:highlight>
                <a:latin typeface="Trebuchet MS" panose="020B0603020202020204"/>
                <a:cs typeface="Trebuchet MS" panose="020B0603020202020204"/>
              </a:rPr>
              <a:t> </a:t>
            </a:r>
            <a:r>
              <a:rPr sz="2400" b="1" spc="-10" dirty="0">
                <a:highlight>
                  <a:srgbClr val="FFFF00"/>
                </a:highlight>
                <a:latin typeface="Trebuchet MS" panose="020B0603020202020204"/>
                <a:cs typeface="Trebuchet MS" panose="020B0603020202020204"/>
              </a:rPr>
              <a:t>function.</a:t>
            </a:r>
            <a:endParaRPr sz="2400">
              <a:latin typeface="Trebuchet MS" panose="020B0603020202020204"/>
              <a:cs typeface="Trebuchet MS" panose="020B0603020202020204"/>
            </a:endParaRPr>
          </a:p>
          <a:p>
            <a:pPr marL="688975" marR="5080" lvl="1" indent="-341630">
              <a:lnSpc>
                <a:spcPct val="100000"/>
              </a:lnSpc>
              <a:spcBef>
                <a:spcPts val="575"/>
              </a:spcBef>
              <a:buFont typeface="Courier New" panose="02070309020205020404"/>
              <a:buChar char="o"/>
              <a:tabLst>
                <a:tab pos="690245" algn="l"/>
              </a:tabLst>
            </a:pPr>
            <a:r>
              <a:rPr sz="2400" dirty="0">
                <a:latin typeface="Trebuchet MS" panose="020B0603020202020204"/>
                <a:cs typeface="Trebuchet MS" panose="020B0603020202020204"/>
              </a:rPr>
              <a:t>Whenever</a:t>
            </a:r>
            <a:r>
              <a:rPr sz="2400" spc="-55" dirty="0">
                <a:latin typeface="Trebuchet MS" panose="020B0603020202020204"/>
                <a:cs typeface="Trebuchet MS" panose="020B0603020202020204"/>
              </a:rPr>
              <a:t>  </a:t>
            </a:r>
            <a:r>
              <a:rPr sz="2400" b="1" dirty="0">
                <a:solidFill>
                  <a:srgbClr val="FF0000"/>
                </a:solidFill>
                <a:latin typeface="Trebuchet MS" panose="020B0603020202020204"/>
                <a:cs typeface="Trebuchet MS" panose="020B0603020202020204"/>
              </a:rPr>
              <a:t>‘&amp;’</a:t>
            </a:r>
            <a:r>
              <a:rPr sz="2400" b="1" spc="-60" dirty="0">
                <a:solidFill>
                  <a:srgbClr val="FF0000"/>
                </a:solidFill>
                <a:latin typeface="Trebuchet MS" panose="020B0603020202020204"/>
                <a:cs typeface="Trebuchet MS" panose="020B0603020202020204"/>
              </a:rPr>
              <a:t>  </a:t>
            </a:r>
            <a:r>
              <a:rPr sz="2400" dirty="0">
                <a:latin typeface="Trebuchet MS" panose="020B0603020202020204"/>
                <a:cs typeface="Trebuchet MS" panose="020B0603020202020204"/>
              </a:rPr>
              <a:t>is</a:t>
            </a:r>
            <a:r>
              <a:rPr sz="2400" spc="-55" dirty="0">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encountered</a:t>
            </a:r>
            <a:r>
              <a:rPr sz="2400" dirty="0">
                <a:latin typeface="Trebuchet MS" panose="020B0603020202020204"/>
                <a:cs typeface="Trebuchet MS" panose="020B0603020202020204"/>
              </a:rPr>
              <a:t>,</a:t>
            </a:r>
            <a:r>
              <a:rPr sz="2400" spc="-50" dirty="0">
                <a:latin typeface="Trebuchet MS" panose="020B0603020202020204"/>
                <a:cs typeface="Trebuchet MS" panose="020B0603020202020204"/>
              </a:rPr>
              <a:t>  </a:t>
            </a:r>
            <a:r>
              <a:rPr sz="2400" dirty="0">
                <a:latin typeface="Trebuchet MS" panose="020B0603020202020204"/>
                <a:cs typeface="Trebuchet MS" panose="020B0603020202020204"/>
              </a:rPr>
              <a:t>a</a:t>
            </a:r>
            <a:r>
              <a:rPr sz="2400" spc="-55" dirty="0">
                <a:latin typeface="Trebuchet MS" panose="020B0603020202020204"/>
                <a:cs typeface="Trebuchet MS" panose="020B0603020202020204"/>
              </a:rPr>
              <a:t>  </a:t>
            </a:r>
            <a:r>
              <a:rPr sz="2400" b="1" dirty="0">
                <a:highlight>
                  <a:srgbClr val="FFFF00"/>
                </a:highlight>
                <a:latin typeface="Trebuchet MS" panose="020B0603020202020204"/>
                <a:cs typeface="Trebuchet MS" panose="020B0603020202020204"/>
              </a:rPr>
              <a:t>value</a:t>
            </a:r>
            <a:r>
              <a:rPr sz="2400" b="1" spc="-60" dirty="0">
                <a:highlight>
                  <a:srgbClr val="FFFF00"/>
                </a:highlight>
                <a:latin typeface="Trebuchet MS" panose="020B0603020202020204"/>
                <a:cs typeface="Trebuchet MS" panose="020B0603020202020204"/>
              </a:rPr>
              <a:t>  </a:t>
            </a:r>
            <a:r>
              <a:rPr sz="2400" b="1" dirty="0">
                <a:highlight>
                  <a:srgbClr val="FFFF00"/>
                </a:highlight>
                <a:latin typeface="Trebuchet MS" panose="020B0603020202020204"/>
                <a:cs typeface="Trebuchet MS" panose="020B0603020202020204"/>
              </a:rPr>
              <a:t>read</a:t>
            </a:r>
            <a:r>
              <a:rPr sz="2400" b="1" spc="-60" dirty="0">
                <a:highlight>
                  <a:srgbClr val="FFFF00"/>
                </a:highlight>
                <a:latin typeface="Trebuchet MS" panose="020B0603020202020204"/>
                <a:cs typeface="Trebuchet MS" panose="020B0603020202020204"/>
              </a:rPr>
              <a:t>  </a:t>
            </a:r>
            <a:r>
              <a:rPr sz="2400" b="1" dirty="0">
                <a:highlight>
                  <a:srgbClr val="FFFF00"/>
                </a:highlight>
                <a:latin typeface="Trebuchet MS" panose="020B0603020202020204"/>
                <a:cs typeface="Trebuchet MS" panose="020B0603020202020204"/>
              </a:rPr>
              <a:t>from</a:t>
            </a:r>
            <a:r>
              <a:rPr sz="2400" b="1" spc="-50" dirty="0">
                <a:highlight>
                  <a:srgbClr val="FFFF00"/>
                </a:highlight>
                <a:latin typeface="Trebuchet MS" panose="020B0603020202020204"/>
                <a:cs typeface="Trebuchet MS" panose="020B0603020202020204"/>
              </a:rPr>
              <a:t>  </a:t>
            </a:r>
            <a:r>
              <a:rPr sz="2400" b="1" spc="-25" dirty="0">
                <a:highlight>
                  <a:srgbClr val="FFFF00"/>
                </a:highlight>
                <a:latin typeface="Trebuchet MS" panose="020B0603020202020204"/>
                <a:cs typeface="Trebuchet MS" panose="020B0603020202020204"/>
              </a:rPr>
              <a:t>the 	</a:t>
            </a:r>
            <a:r>
              <a:rPr sz="2400" b="1" dirty="0">
                <a:highlight>
                  <a:srgbClr val="FFFF00"/>
                </a:highlight>
                <a:latin typeface="Trebuchet MS" panose="020B0603020202020204"/>
                <a:cs typeface="Trebuchet MS" panose="020B0603020202020204"/>
              </a:rPr>
              <a:t>keyboard</a:t>
            </a:r>
            <a:r>
              <a:rPr sz="2400" b="1" spc="-60" dirty="0">
                <a:latin typeface="Trebuchet MS" panose="020B0603020202020204"/>
                <a:cs typeface="Trebuchet MS" panose="020B0603020202020204"/>
              </a:rPr>
              <a:t> </a:t>
            </a:r>
            <a:r>
              <a:rPr sz="2400" dirty="0">
                <a:latin typeface="Trebuchet MS" panose="020B0603020202020204"/>
                <a:cs typeface="Trebuchet MS" panose="020B0603020202020204"/>
              </a:rPr>
              <a:t>and</a:t>
            </a:r>
            <a:r>
              <a:rPr sz="2400" spc="-25" dirty="0">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assign</a:t>
            </a:r>
            <a:r>
              <a:rPr sz="2400" spc="-25"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it</a:t>
            </a:r>
            <a:r>
              <a:rPr sz="2400" spc="-25" dirty="0">
                <a:highlight>
                  <a:srgbClr val="FFFF00"/>
                </a:highlight>
                <a:latin typeface="Trebuchet MS" panose="020B0603020202020204"/>
                <a:cs typeface="Trebuchet MS" panose="020B0603020202020204"/>
              </a:rPr>
              <a:t> </a:t>
            </a:r>
            <a:r>
              <a:rPr sz="2400" dirty="0">
                <a:highlight>
                  <a:srgbClr val="FFFF00"/>
                </a:highlight>
                <a:latin typeface="Trebuchet MS" panose="020B0603020202020204"/>
                <a:cs typeface="Trebuchet MS" panose="020B0603020202020204"/>
              </a:rPr>
              <a:t>to</a:t>
            </a:r>
            <a:r>
              <a:rPr sz="2400" spc="-30" dirty="0">
                <a:highlight>
                  <a:srgbClr val="FFFF00"/>
                </a:highlight>
                <a:latin typeface="Trebuchet MS" panose="020B0603020202020204"/>
                <a:cs typeface="Trebuchet MS" panose="020B0603020202020204"/>
              </a:rPr>
              <a:t> </a:t>
            </a:r>
            <a:r>
              <a:rPr sz="2400" spc="-10" dirty="0">
                <a:highlight>
                  <a:srgbClr val="FFFF00"/>
                </a:highlight>
                <a:latin typeface="Trebuchet MS" panose="020B0603020202020204"/>
                <a:cs typeface="Trebuchet MS" panose="020B0603020202020204"/>
              </a:rPr>
              <a:t>variable</a:t>
            </a:r>
            <a:r>
              <a:rPr sz="2400" spc="-10" dirty="0">
                <a:latin typeface="Trebuchet MS" panose="020B0603020202020204"/>
                <a:cs typeface="Trebuchet MS" panose="020B0603020202020204"/>
              </a:rPr>
              <a:t>.</a:t>
            </a:r>
            <a:endParaRPr sz="2400">
              <a:latin typeface="Trebuchet MS" panose="020B0603020202020204"/>
              <a:cs typeface="Trebuchet MS" panose="020B0603020202020204"/>
            </a:endParaRPr>
          </a:p>
        </p:txBody>
      </p:sp>
      <p:sp>
        <p:nvSpPr>
          <p:cNvPr id="4" name="object 4"/>
          <p:cNvSpPr txBox="1"/>
          <p:nvPr/>
        </p:nvSpPr>
        <p:spPr>
          <a:xfrm>
            <a:off x="2098294" y="6233871"/>
            <a:ext cx="1809750" cy="391160"/>
          </a:xfrm>
          <a:prstGeom prst="rect">
            <a:avLst/>
          </a:prstGeom>
        </p:spPr>
        <p:txBody>
          <a:bodyPr vert="horz" wrap="square" lIns="0" tIns="12700" rIns="0" bIns="0" rtlCol="0">
            <a:spAutoFit/>
          </a:bodyPr>
          <a:lstStyle/>
          <a:p>
            <a:pPr marL="12700">
              <a:lnSpc>
                <a:spcPct val="100000"/>
              </a:lnSpc>
              <a:spcBef>
                <a:spcPts val="100"/>
              </a:spcBef>
              <a:tabLst>
                <a:tab pos="640715" algn="l"/>
              </a:tabLst>
            </a:pPr>
            <a:r>
              <a:rPr sz="2400" b="1" spc="-25" dirty="0">
                <a:latin typeface="Trebuchet MS" panose="020B0603020202020204"/>
                <a:cs typeface="Trebuchet MS" panose="020B0603020202020204"/>
              </a:rPr>
              <a:t>no</a:t>
            </a:r>
            <a:r>
              <a:rPr sz="2400" b="1" dirty="0">
                <a:latin typeface="Trebuchet MS" panose="020B0603020202020204"/>
                <a:cs typeface="Trebuchet MS" panose="020B0603020202020204"/>
              </a:rPr>
              <a:t>	:=</a:t>
            </a:r>
            <a:r>
              <a:rPr sz="2400" b="1" spc="-10" dirty="0">
                <a:latin typeface="Trebuchet MS" panose="020B0603020202020204"/>
                <a:cs typeface="Trebuchet MS" panose="020B0603020202020204"/>
              </a:rPr>
              <a:t>  </a:t>
            </a:r>
            <a:r>
              <a:rPr sz="2400" b="1" spc="-20" dirty="0">
                <a:latin typeface="Trebuchet MS" panose="020B0603020202020204"/>
                <a:cs typeface="Trebuchet MS" panose="020B0603020202020204"/>
              </a:rPr>
              <a:t>&amp;no;</a:t>
            </a:r>
            <a:endParaRPr sz="2400">
              <a:latin typeface="Trebuchet MS" panose="020B0603020202020204"/>
              <a:cs typeface="Trebuchet MS" panose="020B0603020202020204"/>
            </a:endParaRPr>
          </a:p>
        </p:txBody>
      </p:sp>
      <p:sp>
        <p:nvSpPr>
          <p:cNvPr id="5" name="object 5"/>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48</a:t>
            </a:r>
            <a:endParaRPr sz="1400">
              <a:latin typeface="Arial MT"/>
              <a:cs typeface="Arial MT"/>
            </a:endParaRPr>
          </a:p>
        </p:txBody>
      </p:sp>
      <p:sp>
        <p:nvSpPr>
          <p:cNvPr id="6" name="Text Box 5"/>
          <p:cNvSpPr txBox="1"/>
          <p:nvPr/>
        </p:nvSpPr>
        <p:spPr>
          <a:xfrm>
            <a:off x="4121150" y="6502400"/>
            <a:ext cx="3048000" cy="368300"/>
          </a:xfrm>
          <a:prstGeom prst="rect">
            <a:avLst/>
          </a:prstGeom>
          <a:noFill/>
        </p:spPr>
        <p:txBody>
          <a:bodyPr wrap="square" rtlCol="0">
            <a:spAutoFit/>
          </a:bodyPr>
          <a:p>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71041" y="145795"/>
            <a:ext cx="6391910" cy="696595"/>
          </a:xfrm>
          <a:prstGeom prst="rect">
            <a:avLst/>
          </a:prstGeom>
        </p:spPr>
        <p:txBody>
          <a:bodyPr vert="horz" wrap="square" lIns="0" tIns="12700" rIns="0" bIns="0" rtlCol="0">
            <a:spAutoFit/>
          </a:bodyPr>
          <a:lstStyle/>
          <a:p>
            <a:pPr marL="12700">
              <a:lnSpc>
                <a:spcPct val="100000"/>
              </a:lnSpc>
              <a:spcBef>
                <a:spcPts val="100"/>
              </a:spcBef>
            </a:pPr>
            <a:r>
              <a:rPr sz="4400" dirty="0"/>
              <a:t>Assign</a:t>
            </a:r>
            <a:r>
              <a:rPr sz="4400" spc="-135" dirty="0"/>
              <a:t> </a:t>
            </a:r>
            <a:r>
              <a:rPr sz="4400" dirty="0"/>
              <a:t>Value</a:t>
            </a:r>
            <a:r>
              <a:rPr sz="4400" spc="1045" dirty="0"/>
              <a:t> </a:t>
            </a:r>
            <a:r>
              <a:rPr sz="4400" dirty="0"/>
              <a:t>to</a:t>
            </a:r>
            <a:r>
              <a:rPr sz="4400" spc="-145" dirty="0"/>
              <a:t> </a:t>
            </a:r>
            <a:r>
              <a:rPr sz="4400" spc="-10" dirty="0"/>
              <a:t>Variable</a:t>
            </a:r>
            <a:endParaRPr sz="4400"/>
          </a:p>
        </p:txBody>
      </p:sp>
      <p:sp>
        <p:nvSpPr>
          <p:cNvPr id="3" name="object 3"/>
          <p:cNvSpPr txBox="1"/>
          <p:nvPr/>
        </p:nvSpPr>
        <p:spPr>
          <a:xfrm>
            <a:off x="154939" y="1591504"/>
            <a:ext cx="8682990" cy="4293870"/>
          </a:xfrm>
          <a:prstGeom prst="rect">
            <a:avLst/>
          </a:prstGeom>
        </p:spPr>
        <p:txBody>
          <a:bodyPr vert="horz" wrap="square" lIns="0" tIns="121285" rIns="0" bIns="0" rtlCol="0">
            <a:spAutoFit/>
          </a:bodyPr>
          <a:lstStyle/>
          <a:p>
            <a:pPr marL="12700">
              <a:lnSpc>
                <a:spcPct val="100000"/>
              </a:lnSpc>
              <a:spcBef>
                <a:spcPts val="955"/>
              </a:spcBef>
            </a:pPr>
            <a:r>
              <a:rPr sz="2400" b="1" spc="-10" dirty="0">
                <a:latin typeface="Trebuchet MS" panose="020B0603020202020204"/>
                <a:cs typeface="Trebuchet MS" panose="020B0603020202020204"/>
              </a:rPr>
              <a:t>3)</a:t>
            </a:r>
            <a:r>
              <a:rPr sz="2400" b="1" spc="-285" dirty="0">
                <a:latin typeface="Trebuchet MS" panose="020B0603020202020204"/>
                <a:cs typeface="Trebuchet MS" panose="020B0603020202020204"/>
              </a:rPr>
              <a:t> </a:t>
            </a:r>
            <a:r>
              <a:rPr sz="2400" b="1" dirty="0">
                <a:latin typeface="Trebuchet MS" panose="020B0603020202020204"/>
                <a:cs typeface="Trebuchet MS" panose="020B0603020202020204"/>
              </a:rPr>
              <a:t>Selecting</a:t>
            </a:r>
            <a:r>
              <a:rPr sz="2400" b="1" spc="-80" dirty="0">
                <a:latin typeface="Trebuchet MS" panose="020B0603020202020204"/>
                <a:cs typeface="Trebuchet MS" panose="020B0603020202020204"/>
              </a:rPr>
              <a:t> </a:t>
            </a:r>
            <a:r>
              <a:rPr sz="2400" b="1" dirty="0">
                <a:latin typeface="Trebuchet MS" panose="020B0603020202020204"/>
                <a:cs typeface="Trebuchet MS" panose="020B0603020202020204"/>
              </a:rPr>
              <a:t>or</a:t>
            </a:r>
            <a:r>
              <a:rPr sz="2400" b="1" spc="-25" dirty="0">
                <a:latin typeface="Trebuchet MS" panose="020B0603020202020204"/>
                <a:cs typeface="Trebuchet MS" panose="020B0603020202020204"/>
              </a:rPr>
              <a:t> </a:t>
            </a:r>
            <a:r>
              <a:rPr sz="2400" b="1" dirty="0">
                <a:latin typeface="Trebuchet MS" panose="020B0603020202020204"/>
                <a:cs typeface="Trebuchet MS" panose="020B0603020202020204"/>
              </a:rPr>
              <a:t>Fetching</a:t>
            </a:r>
            <a:r>
              <a:rPr sz="2400" b="1" spc="-60" dirty="0">
                <a:latin typeface="Trebuchet MS" panose="020B0603020202020204"/>
                <a:cs typeface="Trebuchet MS" panose="020B0603020202020204"/>
              </a:rPr>
              <a:t> </a:t>
            </a:r>
            <a:r>
              <a:rPr sz="2400" b="1" dirty="0">
                <a:latin typeface="Trebuchet MS" panose="020B0603020202020204"/>
                <a:cs typeface="Trebuchet MS" panose="020B0603020202020204"/>
              </a:rPr>
              <a:t>table</a:t>
            </a:r>
            <a:r>
              <a:rPr sz="2400" b="1" spc="-30" dirty="0">
                <a:latin typeface="Trebuchet MS" panose="020B0603020202020204"/>
                <a:cs typeface="Trebuchet MS" panose="020B0603020202020204"/>
              </a:rPr>
              <a:t> </a:t>
            </a:r>
            <a:r>
              <a:rPr sz="2400" b="1" dirty="0">
                <a:latin typeface="Trebuchet MS" panose="020B0603020202020204"/>
                <a:cs typeface="Trebuchet MS" panose="020B0603020202020204"/>
              </a:rPr>
              <a:t>data</a:t>
            </a:r>
            <a:r>
              <a:rPr sz="2400" b="1" spc="-60" dirty="0">
                <a:latin typeface="Trebuchet MS" panose="020B0603020202020204"/>
                <a:cs typeface="Trebuchet MS" panose="020B0603020202020204"/>
              </a:rPr>
              <a:t> </a:t>
            </a:r>
            <a:r>
              <a:rPr sz="2400" b="1" dirty="0">
                <a:latin typeface="Trebuchet MS" panose="020B0603020202020204"/>
                <a:cs typeface="Trebuchet MS" panose="020B0603020202020204"/>
              </a:rPr>
              <a:t>values</a:t>
            </a:r>
            <a:r>
              <a:rPr sz="2400" b="1" spc="-30" dirty="0">
                <a:latin typeface="Trebuchet MS" panose="020B0603020202020204"/>
                <a:cs typeface="Trebuchet MS" panose="020B0603020202020204"/>
              </a:rPr>
              <a:t> </a:t>
            </a:r>
            <a:r>
              <a:rPr sz="2400" b="1" dirty="0">
                <a:latin typeface="Trebuchet MS" panose="020B0603020202020204"/>
                <a:cs typeface="Trebuchet MS" panose="020B0603020202020204"/>
              </a:rPr>
              <a:t>into</a:t>
            </a:r>
            <a:r>
              <a:rPr sz="2400" b="1" spc="-30" dirty="0">
                <a:latin typeface="Trebuchet MS" panose="020B0603020202020204"/>
                <a:cs typeface="Trebuchet MS" panose="020B0603020202020204"/>
              </a:rPr>
              <a:t> </a:t>
            </a:r>
            <a:r>
              <a:rPr sz="2400" b="1" spc="-10" dirty="0">
                <a:latin typeface="Trebuchet MS" panose="020B0603020202020204"/>
                <a:cs typeface="Trebuchet MS" panose="020B0603020202020204"/>
              </a:rPr>
              <a:t>Variables:</a:t>
            </a:r>
            <a:endParaRPr sz="2400">
              <a:latin typeface="Trebuchet MS" panose="020B0603020202020204"/>
              <a:cs typeface="Trebuchet MS" panose="020B0603020202020204"/>
            </a:endParaRPr>
          </a:p>
          <a:p>
            <a:pPr marL="355600">
              <a:lnSpc>
                <a:spcPct val="100000"/>
              </a:lnSpc>
              <a:spcBef>
                <a:spcPts val="780"/>
              </a:spcBef>
            </a:pPr>
            <a:r>
              <a:rPr sz="2200" b="1" spc="-10" dirty="0">
                <a:latin typeface="Trebuchet MS" panose="020B0603020202020204"/>
                <a:cs typeface="Trebuchet MS" panose="020B0603020202020204"/>
              </a:rPr>
              <a:t>Syntax:</a:t>
            </a:r>
            <a:endParaRPr sz="2200">
              <a:latin typeface="Trebuchet MS" panose="020B0603020202020204"/>
              <a:cs typeface="Trebuchet MS" panose="020B0603020202020204"/>
            </a:endParaRPr>
          </a:p>
          <a:p>
            <a:pPr marL="355600" marR="463550" indent="571500">
              <a:lnSpc>
                <a:spcPct val="100000"/>
              </a:lnSpc>
              <a:spcBef>
                <a:spcPts val="575"/>
              </a:spcBef>
              <a:tabLst>
                <a:tab pos="1841500" algn="l"/>
                <a:tab pos="2131060" algn="l"/>
                <a:tab pos="3449320" algn="l"/>
                <a:tab pos="4629150" algn="l"/>
                <a:tab pos="4816475" algn="l"/>
                <a:tab pos="5683885" algn="l"/>
              </a:tabLst>
            </a:pPr>
            <a:r>
              <a:rPr sz="2200" b="1" spc="-10" dirty="0">
                <a:latin typeface="Trebuchet MS" panose="020B0603020202020204"/>
                <a:cs typeface="Trebuchet MS" panose="020B0603020202020204"/>
              </a:rPr>
              <a:t>SELECT</a:t>
            </a:r>
            <a:r>
              <a:rPr sz="2200" b="1" dirty="0">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col1,</a:t>
            </a:r>
            <a:r>
              <a:rPr sz="2200" b="1" spc="-40"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col2,</a:t>
            </a:r>
            <a:r>
              <a:rPr sz="2200" b="1" spc="-50"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a:t>
            </a:r>
            <a:r>
              <a:rPr sz="2200" b="1" spc="-30" dirty="0">
                <a:solidFill>
                  <a:srgbClr val="FF0000"/>
                </a:solidFill>
                <a:latin typeface="Trebuchet MS" panose="020B0603020202020204"/>
                <a:cs typeface="Trebuchet MS" panose="020B0603020202020204"/>
              </a:rPr>
              <a:t> </a:t>
            </a:r>
            <a:r>
              <a:rPr sz="2200" b="1" spc="-20" dirty="0">
                <a:solidFill>
                  <a:srgbClr val="FF0000"/>
                </a:solidFill>
                <a:latin typeface="Trebuchet MS" panose="020B0603020202020204"/>
                <a:cs typeface="Trebuchet MS" panose="020B0603020202020204"/>
              </a:rPr>
              <a:t>colN</a:t>
            </a:r>
            <a:r>
              <a:rPr sz="2200" b="1" dirty="0">
                <a:solidFill>
                  <a:srgbClr val="FF0000"/>
                </a:solidFill>
                <a:latin typeface="Trebuchet MS" panose="020B0603020202020204"/>
                <a:cs typeface="Trebuchet MS" panose="020B0603020202020204"/>
              </a:rPr>
              <a:t>		</a:t>
            </a:r>
            <a:r>
              <a:rPr sz="2200" b="1" spc="-20" dirty="0">
                <a:latin typeface="Trebuchet MS" panose="020B0603020202020204"/>
                <a:cs typeface="Trebuchet MS" panose="020B0603020202020204"/>
              </a:rPr>
              <a:t>INTO</a:t>
            </a:r>
            <a:r>
              <a:rPr sz="2200" b="1" dirty="0">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var1,</a:t>
            </a:r>
            <a:r>
              <a:rPr sz="2200" b="1" spc="-50"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var2,</a:t>
            </a:r>
            <a:r>
              <a:rPr sz="2200" b="1" spc="-50"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a:t>
            </a:r>
            <a:r>
              <a:rPr sz="2200" b="1" spc="-30" dirty="0">
                <a:solidFill>
                  <a:srgbClr val="FF0000"/>
                </a:solidFill>
                <a:latin typeface="Trebuchet MS" panose="020B0603020202020204"/>
                <a:cs typeface="Trebuchet MS" panose="020B0603020202020204"/>
              </a:rPr>
              <a:t> </a:t>
            </a:r>
            <a:r>
              <a:rPr sz="2200" b="1" spc="-20" dirty="0">
                <a:solidFill>
                  <a:srgbClr val="FF0000"/>
                </a:solidFill>
                <a:latin typeface="Trebuchet MS" panose="020B0603020202020204"/>
                <a:cs typeface="Trebuchet MS" panose="020B0603020202020204"/>
              </a:rPr>
              <a:t>varN </a:t>
            </a:r>
            <a:r>
              <a:rPr sz="2200" b="1" spc="-20" dirty="0">
                <a:latin typeface="Trebuchet MS" panose="020B0603020202020204"/>
                <a:cs typeface="Trebuchet MS" panose="020B0603020202020204"/>
              </a:rPr>
              <a:t>FROM</a:t>
            </a:r>
            <a:r>
              <a:rPr sz="2200" b="1" dirty="0">
                <a:latin typeface="Trebuchet MS" panose="020B0603020202020204"/>
                <a:cs typeface="Trebuchet MS" panose="020B0603020202020204"/>
              </a:rPr>
              <a:t>	</a:t>
            </a:r>
            <a:r>
              <a:rPr sz="2200" spc="-10" dirty="0">
                <a:latin typeface="Trebuchet MS" panose="020B0603020202020204"/>
                <a:cs typeface="Trebuchet MS" panose="020B0603020202020204"/>
              </a:rPr>
              <a:t>tableName</a:t>
            </a:r>
            <a:r>
              <a:rPr sz="2200" dirty="0">
                <a:latin typeface="Trebuchet MS" panose="020B0603020202020204"/>
                <a:cs typeface="Trebuchet MS" panose="020B0603020202020204"/>
              </a:rPr>
              <a:t>	</a:t>
            </a:r>
            <a:r>
              <a:rPr sz="2200" b="1" spc="-10" dirty="0">
                <a:latin typeface="Trebuchet MS" panose="020B0603020202020204"/>
                <a:cs typeface="Trebuchet MS" panose="020B0603020202020204"/>
              </a:rPr>
              <a:t>WHERE</a:t>
            </a:r>
            <a:r>
              <a:rPr sz="2200" b="1" dirty="0">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condition</a:t>
            </a:r>
            <a:r>
              <a:rPr sz="2200" b="1" spc="-70" dirty="0">
                <a:solidFill>
                  <a:srgbClr val="FF0000"/>
                </a:solidFill>
                <a:latin typeface="Trebuchet MS" panose="020B0603020202020204"/>
                <a:cs typeface="Trebuchet MS" panose="020B0603020202020204"/>
              </a:rPr>
              <a:t> </a:t>
            </a:r>
            <a:r>
              <a:rPr sz="2200" b="1" spc="-50" dirty="0">
                <a:latin typeface="Trebuchet MS" panose="020B0603020202020204"/>
                <a:cs typeface="Trebuchet MS" panose="020B0603020202020204"/>
              </a:rPr>
              <a:t>;</a:t>
            </a:r>
            <a:endParaRPr sz="2200">
              <a:latin typeface="Trebuchet MS" panose="020B0603020202020204"/>
              <a:cs typeface="Trebuchet MS" panose="020B0603020202020204"/>
            </a:endParaRPr>
          </a:p>
          <a:p>
            <a:pPr marL="690245" marR="5080" indent="-342900">
              <a:lnSpc>
                <a:spcPct val="100000"/>
              </a:lnSpc>
              <a:spcBef>
                <a:spcPts val="530"/>
              </a:spcBef>
              <a:buFont typeface="Courier New" panose="02070309020205020404"/>
              <a:buChar char="o"/>
              <a:tabLst>
                <a:tab pos="690245" algn="l"/>
              </a:tabLst>
            </a:pPr>
            <a:r>
              <a:rPr sz="2200" dirty="0">
                <a:latin typeface="Trebuchet MS" panose="020B0603020202020204"/>
                <a:cs typeface="Trebuchet MS" panose="020B0603020202020204"/>
              </a:rPr>
              <a:t>This</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statement</a:t>
            </a:r>
            <a:r>
              <a:rPr sz="2200" spc="60" dirty="0">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retrieves</a:t>
            </a:r>
            <a:r>
              <a:rPr sz="2200" spc="5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values</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for</a:t>
            </a:r>
            <a:r>
              <a:rPr sz="2200" spc="55" dirty="0">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specified</a:t>
            </a:r>
            <a:r>
              <a:rPr sz="2200" b="1" spc="55"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column</a:t>
            </a:r>
            <a:r>
              <a:rPr sz="2200" b="1" spc="60" dirty="0">
                <a:highlight>
                  <a:srgbClr val="FFFF00"/>
                </a:highlight>
                <a:latin typeface="Trebuchet MS" panose="020B0603020202020204"/>
                <a:cs typeface="Trebuchet MS" panose="020B0603020202020204"/>
              </a:rPr>
              <a:t>  </a:t>
            </a:r>
            <a:r>
              <a:rPr sz="2200" b="1" spc="-25" dirty="0">
                <a:highlight>
                  <a:srgbClr val="FFFF00"/>
                </a:highlight>
                <a:latin typeface="Trebuchet MS" panose="020B0603020202020204"/>
                <a:cs typeface="Trebuchet MS" panose="020B0603020202020204"/>
              </a:rPr>
              <a:t>and </a:t>
            </a:r>
            <a:r>
              <a:rPr sz="2200" b="1" dirty="0">
                <a:highlight>
                  <a:srgbClr val="FFFF00"/>
                </a:highlight>
                <a:latin typeface="Trebuchet MS" panose="020B0603020202020204"/>
                <a:cs typeface="Trebuchet MS" panose="020B0603020202020204"/>
              </a:rPr>
              <a:t>stores</a:t>
            </a:r>
            <a:r>
              <a:rPr sz="2200" b="1" spc="-30" dirty="0">
                <a:latin typeface="Trebuchet MS" panose="020B0603020202020204"/>
                <a:cs typeface="Trebuchet MS" panose="020B0603020202020204"/>
              </a:rPr>
              <a:t> </a:t>
            </a:r>
            <a:r>
              <a:rPr sz="2200" dirty="0">
                <a:latin typeface="Trebuchet MS" panose="020B0603020202020204"/>
                <a:cs typeface="Trebuchet MS" panose="020B0603020202020204"/>
              </a:rPr>
              <a:t>them</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in</a:t>
            </a:r>
            <a:r>
              <a:rPr sz="2200" spc="-45" dirty="0">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given</a:t>
            </a:r>
            <a:r>
              <a:rPr sz="2200" spc="-35" dirty="0">
                <a:highlight>
                  <a:srgbClr val="FFFF00"/>
                </a:highlight>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variable.</a:t>
            </a:r>
            <a:endParaRPr sz="2200">
              <a:latin typeface="Trebuchet MS" panose="020B0603020202020204"/>
              <a:cs typeface="Trebuchet MS" panose="020B0603020202020204"/>
            </a:endParaRPr>
          </a:p>
          <a:p>
            <a:pPr marL="690245" marR="5715" indent="-342900">
              <a:lnSpc>
                <a:spcPct val="100000"/>
              </a:lnSpc>
              <a:spcBef>
                <a:spcPts val="530"/>
              </a:spcBef>
              <a:buFont typeface="Courier New" panose="02070309020205020404"/>
              <a:buChar char="o"/>
              <a:tabLst>
                <a:tab pos="690245" algn="l"/>
              </a:tabLst>
            </a:pPr>
            <a:r>
              <a:rPr sz="2200" b="1" dirty="0">
                <a:latin typeface="Trebuchet MS" panose="020B0603020202020204"/>
                <a:cs typeface="Trebuchet MS" panose="020B0603020202020204"/>
              </a:rPr>
              <a:t>Data</a:t>
            </a:r>
            <a:r>
              <a:rPr sz="2200" b="1" spc="75" dirty="0">
                <a:latin typeface="Trebuchet MS" panose="020B0603020202020204"/>
                <a:cs typeface="Trebuchet MS" panose="020B0603020202020204"/>
              </a:rPr>
              <a:t> </a:t>
            </a:r>
            <a:r>
              <a:rPr sz="2200" b="1" dirty="0">
                <a:latin typeface="Trebuchet MS" panose="020B0603020202020204"/>
                <a:cs typeface="Trebuchet MS" panose="020B0603020202020204"/>
              </a:rPr>
              <a:t>type</a:t>
            </a:r>
            <a:r>
              <a:rPr sz="2200" b="1" spc="80" dirty="0">
                <a:latin typeface="Trebuchet MS" panose="020B0603020202020204"/>
                <a:cs typeface="Trebuchet MS" panose="020B0603020202020204"/>
              </a:rPr>
              <a:t> </a:t>
            </a:r>
            <a:r>
              <a:rPr sz="2200" b="1" dirty="0">
                <a:latin typeface="Trebuchet MS" panose="020B0603020202020204"/>
                <a:cs typeface="Trebuchet MS" panose="020B0603020202020204"/>
              </a:rPr>
              <a:t>and</a:t>
            </a:r>
            <a:r>
              <a:rPr sz="2200" b="1" spc="70" dirty="0">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size</a:t>
            </a:r>
            <a:r>
              <a:rPr sz="2200" b="1" spc="75"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of</a:t>
            </a:r>
            <a:r>
              <a:rPr sz="2200" b="1" spc="75"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variables</a:t>
            </a:r>
            <a:r>
              <a:rPr sz="2200" b="1" spc="70" dirty="0">
                <a:latin typeface="Trebuchet MS" panose="020B0603020202020204"/>
                <a:cs typeface="Trebuchet MS" panose="020B0603020202020204"/>
              </a:rPr>
              <a:t> </a:t>
            </a:r>
            <a:r>
              <a:rPr sz="2200" dirty="0">
                <a:latin typeface="Trebuchet MS" panose="020B0603020202020204"/>
                <a:cs typeface="Trebuchet MS" panose="020B0603020202020204"/>
              </a:rPr>
              <a:t>must</a:t>
            </a:r>
            <a:r>
              <a:rPr sz="2200" spc="75" dirty="0">
                <a:latin typeface="Trebuchet MS" panose="020B0603020202020204"/>
                <a:cs typeface="Trebuchet MS" panose="020B0603020202020204"/>
              </a:rPr>
              <a:t> </a:t>
            </a:r>
            <a:r>
              <a:rPr sz="2200" dirty="0">
                <a:latin typeface="Trebuchet MS" panose="020B0603020202020204"/>
                <a:cs typeface="Trebuchet MS" panose="020B0603020202020204"/>
              </a:rPr>
              <a:t>be</a:t>
            </a:r>
            <a:r>
              <a:rPr sz="2200" spc="70" dirty="0">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compatible</a:t>
            </a:r>
            <a:r>
              <a:rPr sz="2200" b="1" spc="75"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with</a:t>
            </a:r>
            <a:r>
              <a:rPr sz="2200" b="1" spc="70" dirty="0">
                <a:solidFill>
                  <a:srgbClr val="FF0000"/>
                </a:solidFill>
                <a:highlight>
                  <a:srgbClr val="FFFF00"/>
                </a:highlight>
                <a:latin typeface="Trebuchet MS" panose="020B0603020202020204"/>
                <a:cs typeface="Trebuchet MS" panose="020B0603020202020204"/>
              </a:rPr>
              <a:t> </a:t>
            </a:r>
            <a:r>
              <a:rPr sz="2200" b="1" spc="-25" dirty="0">
                <a:solidFill>
                  <a:srgbClr val="FF0000"/>
                </a:solidFill>
                <a:highlight>
                  <a:srgbClr val="FFFF00"/>
                </a:highlight>
                <a:latin typeface="Trebuchet MS" panose="020B0603020202020204"/>
                <a:cs typeface="Trebuchet MS" panose="020B0603020202020204"/>
              </a:rPr>
              <a:t>the </a:t>
            </a:r>
            <a:r>
              <a:rPr sz="2200" b="1" dirty="0">
                <a:solidFill>
                  <a:srgbClr val="FF0000"/>
                </a:solidFill>
                <a:highlight>
                  <a:srgbClr val="FFFF00"/>
                </a:highlight>
                <a:latin typeface="Trebuchet MS" panose="020B0603020202020204"/>
                <a:cs typeface="Trebuchet MS" panose="020B0603020202020204"/>
              </a:rPr>
              <a:t>relative</a:t>
            </a:r>
            <a:r>
              <a:rPr sz="2200" b="1" spc="-85" dirty="0">
                <a:solidFill>
                  <a:srgbClr val="FF0000"/>
                </a:solidFill>
                <a:highlight>
                  <a:srgbClr val="FFFF00"/>
                </a:highlight>
                <a:latin typeface="Trebuchet MS" panose="020B0603020202020204"/>
                <a:cs typeface="Trebuchet MS" panose="020B0603020202020204"/>
              </a:rPr>
              <a:t> </a:t>
            </a:r>
            <a:r>
              <a:rPr sz="2200" b="1" spc="-10" dirty="0">
                <a:solidFill>
                  <a:srgbClr val="FF0000"/>
                </a:solidFill>
                <a:highlight>
                  <a:srgbClr val="FFFF00"/>
                </a:highlight>
                <a:latin typeface="Trebuchet MS" panose="020B0603020202020204"/>
                <a:cs typeface="Trebuchet MS" panose="020B0603020202020204"/>
              </a:rPr>
              <a:t>columns</a:t>
            </a:r>
            <a:r>
              <a:rPr sz="2200" spc="-10" dirty="0">
                <a:highlight>
                  <a:srgbClr val="FFFF00"/>
                </a:highlight>
                <a:latin typeface="Trebuchet MS" panose="020B0603020202020204"/>
                <a:cs typeface="Trebuchet MS" panose="020B0603020202020204"/>
              </a:rPr>
              <a:t>.</a:t>
            </a:r>
            <a:endParaRPr sz="2200">
              <a:highlight>
                <a:srgbClr val="FFFF00"/>
              </a:highlight>
              <a:latin typeface="Trebuchet MS" panose="020B0603020202020204"/>
              <a:cs typeface="Trebuchet MS" panose="020B0603020202020204"/>
            </a:endParaRPr>
          </a:p>
          <a:p>
            <a:pPr marL="690245" marR="8890" indent="-342900">
              <a:lnSpc>
                <a:spcPct val="100000"/>
              </a:lnSpc>
              <a:spcBef>
                <a:spcPts val="530"/>
              </a:spcBef>
              <a:buFont typeface="Courier New" panose="02070309020205020404"/>
              <a:buChar char="o"/>
              <a:tabLst>
                <a:tab pos="690245" algn="l"/>
              </a:tabLst>
            </a:pPr>
            <a:r>
              <a:rPr sz="2200" dirty="0">
                <a:latin typeface="Trebuchet MS" panose="020B0603020202020204"/>
                <a:cs typeface="Trebuchet MS" panose="020B0603020202020204"/>
              </a:rPr>
              <a:t>A</a:t>
            </a:r>
            <a:r>
              <a:rPr sz="2200" spc="-25" dirty="0">
                <a:latin typeface="Trebuchet MS" panose="020B0603020202020204"/>
                <a:cs typeface="Trebuchet MS" panose="020B0603020202020204"/>
              </a:rPr>
              <a:t> </a:t>
            </a:r>
            <a:r>
              <a:rPr sz="2200" dirty="0">
                <a:latin typeface="Trebuchet MS" panose="020B0603020202020204"/>
                <a:cs typeface="Trebuchet MS" panose="020B0603020202020204"/>
              </a:rPr>
              <a:t>condition</a:t>
            </a:r>
            <a:r>
              <a:rPr sz="2200" spc="95" dirty="0">
                <a:latin typeface="Trebuchet MS" panose="020B0603020202020204"/>
                <a:cs typeface="Trebuchet MS" panose="020B0603020202020204"/>
              </a:rPr>
              <a:t> </a:t>
            </a:r>
            <a:r>
              <a:rPr sz="2200" dirty="0">
                <a:latin typeface="Trebuchet MS" panose="020B0603020202020204"/>
                <a:cs typeface="Trebuchet MS" panose="020B0603020202020204"/>
              </a:rPr>
              <a:t>in</a:t>
            </a:r>
            <a:r>
              <a:rPr sz="2200" spc="85" dirty="0">
                <a:latin typeface="Trebuchet MS" panose="020B0603020202020204"/>
                <a:cs typeface="Trebuchet MS" panose="020B0603020202020204"/>
              </a:rPr>
              <a:t> </a:t>
            </a:r>
            <a:r>
              <a:rPr sz="2200" b="1" dirty="0">
                <a:latin typeface="Trebuchet MS" panose="020B0603020202020204"/>
                <a:cs typeface="Trebuchet MS" panose="020B0603020202020204"/>
              </a:rPr>
              <a:t>WHERE</a:t>
            </a:r>
            <a:r>
              <a:rPr sz="2200" b="1" spc="105" dirty="0">
                <a:latin typeface="Trebuchet MS" panose="020B0603020202020204"/>
                <a:cs typeface="Trebuchet MS" panose="020B0603020202020204"/>
              </a:rPr>
              <a:t> </a:t>
            </a:r>
            <a:r>
              <a:rPr sz="2200" dirty="0">
                <a:latin typeface="Trebuchet MS" panose="020B0603020202020204"/>
                <a:cs typeface="Trebuchet MS" panose="020B0603020202020204"/>
              </a:rPr>
              <a:t>clause</a:t>
            </a:r>
            <a:r>
              <a:rPr sz="2200" spc="95" dirty="0">
                <a:latin typeface="Trebuchet MS" panose="020B0603020202020204"/>
                <a:cs typeface="Trebuchet MS" panose="020B0603020202020204"/>
              </a:rPr>
              <a:t> </a:t>
            </a:r>
            <a:r>
              <a:rPr sz="2200" dirty="0">
                <a:latin typeface="Trebuchet MS" panose="020B0603020202020204"/>
                <a:cs typeface="Trebuchet MS" panose="020B0603020202020204"/>
              </a:rPr>
              <a:t>must</a:t>
            </a:r>
            <a:r>
              <a:rPr sz="2200" spc="110" dirty="0">
                <a:latin typeface="Trebuchet MS" panose="020B0603020202020204"/>
                <a:cs typeface="Trebuchet MS" panose="020B0603020202020204"/>
              </a:rPr>
              <a:t> </a:t>
            </a:r>
            <a:r>
              <a:rPr sz="2200" dirty="0">
                <a:latin typeface="Trebuchet MS" panose="020B0603020202020204"/>
                <a:cs typeface="Trebuchet MS" panose="020B0603020202020204"/>
              </a:rPr>
              <a:t>be</a:t>
            </a:r>
            <a:r>
              <a:rPr sz="2200" spc="90" dirty="0">
                <a:latin typeface="Trebuchet MS" panose="020B0603020202020204"/>
                <a:cs typeface="Trebuchet MS" panose="020B0603020202020204"/>
              </a:rPr>
              <a:t> </a:t>
            </a:r>
            <a:r>
              <a:rPr sz="2200" dirty="0">
                <a:latin typeface="Trebuchet MS" panose="020B0603020202020204"/>
                <a:cs typeface="Trebuchet MS" panose="020B0603020202020204"/>
              </a:rPr>
              <a:t>such</a:t>
            </a:r>
            <a:r>
              <a:rPr sz="2200" spc="95" dirty="0">
                <a:latin typeface="Trebuchet MS" panose="020B0603020202020204"/>
                <a:cs typeface="Trebuchet MS" panose="020B0603020202020204"/>
              </a:rPr>
              <a:t> </a:t>
            </a:r>
            <a:r>
              <a:rPr sz="2200" dirty="0">
                <a:latin typeface="Trebuchet MS" panose="020B0603020202020204"/>
                <a:cs typeface="Trebuchet MS" panose="020B0603020202020204"/>
              </a:rPr>
              <a:t>that</a:t>
            </a:r>
            <a:r>
              <a:rPr sz="2200" spc="90" dirty="0">
                <a:latin typeface="Trebuchet MS" panose="020B0603020202020204"/>
                <a:cs typeface="Trebuchet MS" panose="020B0603020202020204"/>
              </a:rPr>
              <a:t> </a:t>
            </a:r>
            <a:r>
              <a:rPr sz="2200" dirty="0">
                <a:latin typeface="Trebuchet MS" panose="020B0603020202020204"/>
                <a:cs typeface="Trebuchet MS" panose="020B0603020202020204"/>
              </a:rPr>
              <a:t>it</a:t>
            </a:r>
            <a:r>
              <a:rPr sz="2200" spc="95" dirty="0">
                <a:latin typeface="Trebuchet MS" panose="020B0603020202020204"/>
                <a:cs typeface="Trebuchet MS" panose="020B0603020202020204"/>
              </a:rPr>
              <a:t> </a:t>
            </a:r>
            <a:r>
              <a:rPr sz="2200" dirty="0">
                <a:latin typeface="Trebuchet MS" panose="020B0603020202020204"/>
                <a:cs typeface="Trebuchet MS" panose="020B0603020202020204"/>
              </a:rPr>
              <a:t>selects</a:t>
            </a:r>
            <a:r>
              <a:rPr sz="2200" spc="105" dirty="0">
                <a:latin typeface="Trebuchet MS" panose="020B0603020202020204"/>
                <a:cs typeface="Trebuchet MS" panose="020B0603020202020204"/>
              </a:rPr>
              <a:t> </a:t>
            </a:r>
            <a:r>
              <a:rPr sz="2200" b="1" spc="-20" dirty="0">
                <a:solidFill>
                  <a:srgbClr val="FF0000"/>
                </a:solidFill>
                <a:highlight>
                  <a:srgbClr val="FFFF00"/>
                </a:highlight>
                <a:latin typeface="Trebuchet MS" panose="020B0603020202020204"/>
                <a:cs typeface="Trebuchet MS" panose="020B0603020202020204"/>
              </a:rPr>
              <a:t>only </a:t>
            </a:r>
            <a:r>
              <a:rPr sz="2200" b="1" dirty="0">
                <a:solidFill>
                  <a:srgbClr val="FF0000"/>
                </a:solidFill>
                <a:highlight>
                  <a:srgbClr val="FFFF00"/>
                </a:highlight>
                <a:latin typeface="Trebuchet MS" panose="020B0603020202020204"/>
                <a:cs typeface="Trebuchet MS" panose="020B0603020202020204"/>
              </a:rPr>
              <a:t>single</a:t>
            </a:r>
            <a:r>
              <a:rPr sz="2200" b="1" spc="-60" dirty="0">
                <a:solidFill>
                  <a:srgbClr val="FF0000"/>
                </a:solidFill>
                <a:highlight>
                  <a:srgbClr val="FFFF00"/>
                </a:highlight>
                <a:latin typeface="Trebuchet MS" panose="020B0603020202020204"/>
                <a:cs typeface="Trebuchet MS" panose="020B0603020202020204"/>
              </a:rPr>
              <a:t> </a:t>
            </a:r>
            <a:r>
              <a:rPr sz="2200" b="1" spc="-10" dirty="0">
                <a:solidFill>
                  <a:srgbClr val="FF0000"/>
                </a:solidFill>
                <a:highlight>
                  <a:srgbClr val="FFFF00"/>
                </a:highlight>
                <a:latin typeface="Trebuchet MS" panose="020B0603020202020204"/>
                <a:cs typeface="Trebuchet MS" panose="020B0603020202020204"/>
              </a:rPr>
              <a:t>record</a:t>
            </a:r>
            <a:r>
              <a:rPr sz="2200" spc="-10" dirty="0">
                <a:highlight>
                  <a:srgbClr val="FFFF00"/>
                </a:highlight>
                <a:latin typeface="Trebuchet MS" panose="020B0603020202020204"/>
                <a:cs typeface="Trebuchet MS" panose="020B0603020202020204"/>
              </a:rPr>
              <a:t>.</a:t>
            </a:r>
            <a:endParaRPr sz="2200">
              <a:highlight>
                <a:srgbClr val="FFFF00"/>
              </a:highlight>
              <a:latin typeface="Trebuchet MS" panose="020B0603020202020204"/>
              <a:cs typeface="Trebuchet MS" panose="020B0603020202020204"/>
            </a:endParaRPr>
          </a:p>
          <a:p>
            <a:pPr marL="690880" indent="-342900">
              <a:lnSpc>
                <a:spcPct val="100000"/>
              </a:lnSpc>
              <a:spcBef>
                <a:spcPts val="530"/>
              </a:spcBef>
              <a:buFont typeface="Courier New" panose="02070309020205020404"/>
              <a:buChar char="o"/>
              <a:tabLst>
                <a:tab pos="690880" algn="l"/>
              </a:tabLst>
            </a:pPr>
            <a:r>
              <a:rPr sz="2200" dirty="0">
                <a:latin typeface="Trebuchet MS" panose="020B0603020202020204"/>
                <a:cs typeface="Trebuchet MS" panose="020B0603020202020204"/>
              </a:rPr>
              <a:t>This</a:t>
            </a:r>
            <a:r>
              <a:rPr sz="2200" spc="-60" dirty="0">
                <a:latin typeface="Trebuchet MS" panose="020B0603020202020204"/>
                <a:cs typeface="Trebuchet MS" panose="020B0603020202020204"/>
              </a:rPr>
              <a:t> </a:t>
            </a:r>
            <a:r>
              <a:rPr sz="2200" dirty="0">
                <a:latin typeface="Trebuchet MS" panose="020B0603020202020204"/>
                <a:cs typeface="Trebuchet MS" panose="020B0603020202020204"/>
              </a:rPr>
              <a:t>statement</a:t>
            </a:r>
            <a:r>
              <a:rPr sz="2200" spc="-40" dirty="0">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cannot</a:t>
            </a:r>
            <a:r>
              <a:rPr sz="2200" spc="-4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work</a:t>
            </a:r>
            <a:r>
              <a:rPr sz="2200" spc="-50" dirty="0">
                <a:highlight>
                  <a:srgbClr val="FFFF00"/>
                </a:highlight>
                <a:latin typeface="Trebuchet MS" panose="020B0603020202020204"/>
                <a:cs typeface="Trebuchet MS" panose="020B0603020202020204"/>
              </a:rPr>
              <a:t> </a:t>
            </a:r>
            <a:r>
              <a:rPr sz="2200" dirty="0">
                <a:latin typeface="Trebuchet MS" panose="020B0603020202020204"/>
                <a:cs typeface="Trebuchet MS" panose="020B0603020202020204"/>
              </a:rPr>
              <a:t>if</a:t>
            </a:r>
            <a:r>
              <a:rPr sz="2200" spc="-50" dirty="0">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multiple</a:t>
            </a:r>
            <a:r>
              <a:rPr sz="2200" b="1" spc="-25"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records</a:t>
            </a:r>
            <a:r>
              <a:rPr sz="2200" b="1" spc="-45"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are</a:t>
            </a:r>
            <a:r>
              <a:rPr sz="2200" b="1" spc="-40" dirty="0">
                <a:solidFill>
                  <a:srgbClr val="FF0000"/>
                </a:solidFill>
                <a:latin typeface="Trebuchet MS" panose="020B0603020202020204"/>
                <a:cs typeface="Trebuchet MS" panose="020B0603020202020204"/>
              </a:rPr>
              <a:t> </a:t>
            </a:r>
            <a:r>
              <a:rPr sz="2200" b="1" spc="-10" dirty="0">
                <a:solidFill>
                  <a:srgbClr val="FF0000"/>
                </a:solidFill>
                <a:latin typeface="Trebuchet MS" panose="020B0603020202020204"/>
                <a:cs typeface="Trebuchet MS" panose="020B0603020202020204"/>
              </a:rPr>
              <a:t>selected</a:t>
            </a:r>
            <a:r>
              <a:rPr sz="2200" spc="-10" dirty="0">
                <a:latin typeface="Trebuchet MS" panose="020B0603020202020204"/>
                <a:cs typeface="Trebuchet MS" panose="020B0603020202020204"/>
              </a:rPr>
              <a:t>.</a:t>
            </a:r>
            <a:endParaRPr sz="2200">
              <a:latin typeface="Trebuchet MS" panose="020B0603020202020204"/>
              <a:cs typeface="Trebuchet MS" panose="020B0603020202020204"/>
            </a:endParaRPr>
          </a:p>
        </p:txBody>
      </p:sp>
      <p:sp>
        <p:nvSpPr>
          <p:cNvPr id="4" name="object 4"/>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49</a:t>
            </a:r>
            <a:endParaRPr sz="1400">
              <a:latin typeface="Arial MT"/>
              <a:cs typeface="Arial M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6639" rIns="0" bIns="0" rtlCol="0">
            <a:spAutoFit/>
          </a:bodyPr>
          <a:lstStyle/>
          <a:p>
            <a:pPr marL="1600835">
              <a:lnSpc>
                <a:spcPct val="100000"/>
              </a:lnSpc>
              <a:spcBef>
                <a:spcPts val="95"/>
              </a:spcBef>
            </a:pPr>
            <a:r>
              <a:rPr dirty="0"/>
              <a:t>Assign</a:t>
            </a:r>
            <a:r>
              <a:rPr spc="-125" dirty="0"/>
              <a:t> </a:t>
            </a:r>
            <a:r>
              <a:rPr dirty="0"/>
              <a:t>Value</a:t>
            </a:r>
            <a:r>
              <a:rPr spc="900" dirty="0"/>
              <a:t> </a:t>
            </a:r>
            <a:r>
              <a:rPr dirty="0"/>
              <a:t>to</a:t>
            </a:r>
            <a:r>
              <a:rPr spc="-150" dirty="0"/>
              <a:t> </a:t>
            </a:r>
            <a:r>
              <a:rPr spc="-10" dirty="0"/>
              <a:t>Variable</a:t>
            </a:r>
            <a:endParaRPr spc="-10" dirty="0"/>
          </a:p>
        </p:txBody>
      </p:sp>
      <p:sp>
        <p:nvSpPr>
          <p:cNvPr id="3" name="object 3"/>
          <p:cNvSpPr txBox="1"/>
          <p:nvPr/>
        </p:nvSpPr>
        <p:spPr>
          <a:xfrm>
            <a:off x="289966" y="1546606"/>
            <a:ext cx="8681085" cy="3696335"/>
          </a:xfrm>
          <a:prstGeom prst="rect">
            <a:avLst/>
          </a:prstGeom>
        </p:spPr>
        <p:txBody>
          <a:bodyPr vert="horz" wrap="square" lIns="0" tIns="13335" rIns="0" bIns="0" rtlCol="0">
            <a:spAutoFit/>
          </a:bodyPr>
          <a:lstStyle/>
          <a:p>
            <a:pPr marL="360045" marR="1611630" indent="-347980">
              <a:lnSpc>
                <a:spcPct val="100000"/>
              </a:lnSpc>
              <a:spcBef>
                <a:spcPts val="105"/>
              </a:spcBef>
            </a:pPr>
            <a:r>
              <a:rPr sz="2600" b="1" spc="-10" dirty="0">
                <a:latin typeface="Trebuchet MS" panose="020B0603020202020204"/>
                <a:cs typeface="Trebuchet MS" panose="020B0603020202020204"/>
              </a:rPr>
              <a:t>3)</a:t>
            </a:r>
            <a:r>
              <a:rPr sz="2600" b="1" spc="-525" dirty="0">
                <a:latin typeface="Trebuchet MS" panose="020B0603020202020204"/>
                <a:cs typeface="Trebuchet MS" panose="020B0603020202020204"/>
              </a:rPr>
              <a:t> </a:t>
            </a:r>
            <a:r>
              <a:rPr sz="2600" b="1" dirty="0">
                <a:latin typeface="Trebuchet MS" panose="020B0603020202020204"/>
                <a:cs typeface="Trebuchet MS" panose="020B0603020202020204"/>
              </a:rPr>
              <a:t>Selecting</a:t>
            </a:r>
            <a:r>
              <a:rPr sz="2600" b="1" spc="-90" dirty="0">
                <a:latin typeface="Trebuchet MS" panose="020B0603020202020204"/>
                <a:cs typeface="Trebuchet MS" panose="020B0603020202020204"/>
              </a:rPr>
              <a:t> </a:t>
            </a:r>
            <a:r>
              <a:rPr sz="2600" b="1" dirty="0">
                <a:latin typeface="Trebuchet MS" panose="020B0603020202020204"/>
                <a:cs typeface="Trebuchet MS" panose="020B0603020202020204"/>
              </a:rPr>
              <a:t>or</a:t>
            </a:r>
            <a:r>
              <a:rPr sz="2600" b="1" spc="-35" dirty="0">
                <a:latin typeface="Trebuchet MS" panose="020B0603020202020204"/>
                <a:cs typeface="Trebuchet MS" panose="020B0603020202020204"/>
              </a:rPr>
              <a:t> </a:t>
            </a:r>
            <a:r>
              <a:rPr sz="2600" b="1" dirty="0">
                <a:latin typeface="Trebuchet MS" panose="020B0603020202020204"/>
                <a:cs typeface="Trebuchet MS" panose="020B0603020202020204"/>
              </a:rPr>
              <a:t>Fetching</a:t>
            </a:r>
            <a:r>
              <a:rPr sz="2600" b="1" spc="-85" dirty="0">
                <a:latin typeface="Trebuchet MS" panose="020B0603020202020204"/>
                <a:cs typeface="Trebuchet MS" panose="020B0603020202020204"/>
              </a:rPr>
              <a:t> </a:t>
            </a:r>
            <a:r>
              <a:rPr sz="2600" b="1" dirty="0">
                <a:latin typeface="Trebuchet MS" panose="020B0603020202020204"/>
                <a:cs typeface="Trebuchet MS" panose="020B0603020202020204"/>
              </a:rPr>
              <a:t>table</a:t>
            </a:r>
            <a:r>
              <a:rPr sz="2600" b="1" spc="-55" dirty="0">
                <a:latin typeface="Trebuchet MS" panose="020B0603020202020204"/>
                <a:cs typeface="Trebuchet MS" panose="020B0603020202020204"/>
              </a:rPr>
              <a:t> </a:t>
            </a:r>
            <a:r>
              <a:rPr sz="2600" b="1" dirty="0">
                <a:latin typeface="Trebuchet MS" panose="020B0603020202020204"/>
                <a:cs typeface="Trebuchet MS" panose="020B0603020202020204"/>
              </a:rPr>
              <a:t>data</a:t>
            </a:r>
            <a:r>
              <a:rPr sz="2600" b="1" spc="-40" dirty="0">
                <a:latin typeface="Trebuchet MS" panose="020B0603020202020204"/>
                <a:cs typeface="Trebuchet MS" panose="020B0603020202020204"/>
              </a:rPr>
              <a:t> </a:t>
            </a:r>
            <a:r>
              <a:rPr sz="2600" b="1" dirty="0">
                <a:latin typeface="Trebuchet MS" panose="020B0603020202020204"/>
                <a:cs typeface="Trebuchet MS" panose="020B0603020202020204"/>
              </a:rPr>
              <a:t>values</a:t>
            </a:r>
            <a:r>
              <a:rPr sz="2600" b="1" spc="-40" dirty="0">
                <a:latin typeface="Trebuchet MS" panose="020B0603020202020204"/>
                <a:cs typeface="Trebuchet MS" panose="020B0603020202020204"/>
              </a:rPr>
              <a:t> </a:t>
            </a:r>
            <a:r>
              <a:rPr sz="2600" b="1" spc="-20" dirty="0">
                <a:latin typeface="Trebuchet MS" panose="020B0603020202020204"/>
                <a:cs typeface="Trebuchet MS" panose="020B0603020202020204"/>
              </a:rPr>
              <a:t>into </a:t>
            </a:r>
            <a:r>
              <a:rPr sz="2600" b="1" spc="-10" dirty="0">
                <a:latin typeface="Trebuchet MS" panose="020B0603020202020204"/>
                <a:cs typeface="Trebuchet MS" panose="020B0603020202020204"/>
              </a:rPr>
              <a:t>Variables:</a:t>
            </a:r>
            <a:endParaRPr sz="2600">
              <a:latin typeface="Trebuchet MS" panose="020B0603020202020204"/>
              <a:cs typeface="Trebuchet MS" panose="020B0603020202020204"/>
            </a:endParaRPr>
          </a:p>
          <a:p>
            <a:pPr marL="355600" marR="5080">
              <a:lnSpc>
                <a:spcPct val="100000"/>
              </a:lnSpc>
              <a:spcBef>
                <a:spcPts val="585"/>
              </a:spcBef>
            </a:pPr>
            <a:r>
              <a:rPr sz="2400" b="1" dirty="0">
                <a:latin typeface="Trebuchet MS" panose="020B0603020202020204"/>
                <a:cs typeface="Trebuchet MS" panose="020B0603020202020204"/>
              </a:rPr>
              <a:t>Example:</a:t>
            </a:r>
            <a:r>
              <a:rPr sz="2400" b="1" spc="450" dirty="0">
                <a:latin typeface="Trebuchet MS" panose="020B0603020202020204"/>
                <a:cs typeface="Trebuchet MS" panose="020B0603020202020204"/>
              </a:rPr>
              <a:t> </a:t>
            </a:r>
            <a:r>
              <a:rPr sz="2400" dirty="0">
                <a:latin typeface="Trebuchet MS" panose="020B0603020202020204"/>
                <a:cs typeface="Trebuchet MS" panose="020B0603020202020204"/>
              </a:rPr>
              <a:t>Write</a:t>
            </a:r>
            <a:r>
              <a:rPr sz="2400" spc="459" dirty="0">
                <a:latin typeface="Trebuchet MS" panose="020B0603020202020204"/>
                <a:cs typeface="Trebuchet MS" panose="020B0603020202020204"/>
              </a:rPr>
              <a:t> </a:t>
            </a:r>
            <a:r>
              <a:rPr sz="2400" dirty="0">
                <a:latin typeface="Trebuchet MS" panose="020B0603020202020204"/>
                <a:cs typeface="Trebuchet MS" panose="020B0603020202020204"/>
              </a:rPr>
              <a:t>PL/SQL</a:t>
            </a:r>
            <a:r>
              <a:rPr sz="2400" spc="375" dirty="0">
                <a:latin typeface="Trebuchet MS" panose="020B0603020202020204"/>
                <a:cs typeface="Trebuchet MS" panose="020B0603020202020204"/>
              </a:rPr>
              <a:t> </a:t>
            </a:r>
            <a:r>
              <a:rPr sz="2400" dirty="0">
                <a:latin typeface="Trebuchet MS" panose="020B0603020202020204"/>
                <a:cs typeface="Trebuchet MS" panose="020B0603020202020204"/>
              </a:rPr>
              <a:t>block</a:t>
            </a:r>
            <a:r>
              <a:rPr sz="2400" spc="455" dirty="0">
                <a:latin typeface="Trebuchet MS" panose="020B0603020202020204"/>
                <a:cs typeface="Trebuchet MS" panose="020B0603020202020204"/>
              </a:rPr>
              <a:t> </a:t>
            </a:r>
            <a:r>
              <a:rPr sz="2400" dirty="0">
                <a:latin typeface="Trebuchet MS" panose="020B0603020202020204"/>
                <a:cs typeface="Trebuchet MS" panose="020B0603020202020204"/>
              </a:rPr>
              <a:t>stores</a:t>
            </a:r>
            <a:r>
              <a:rPr sz="2400" spc="455" dirty="0">
                <a:latin typeface="Trebuchet MS" panose="020B0603020202020204"/>
                <a:cs typeface="Trebuchet MS" panose="020B0603020202020204"/>
              </a:rPr>
              <a:t> </a:t>
            </a:r>
            <a:r>
              <a:rPr sz="2400" dirty="0">
                <a:latin typeface="Trebuchet MS" panose="020B0603020202020204"/>
                <a:cs typeface="Trebuchet MS" panose="020B0603020202020204"/>
              </a:rPr>
              <a:t>account</a:t>
            </a:r>
            <a:r>
              <a:rPr sz="2400" spc="455" dirty="0">
                <a:latin typeface="Trebuchet MS" panose="020B0603020202020204"/>
                <a:cs typeface="Trebuchet MS" panose="020B0603020202020204"/>
              </a:rPr>
              <a:t> </a:t>
            </a:r>
            <a:r>
              <a:rPr sz="2400" dirty="0">
                <a:latin typeface="Trebuchet MS" panose="020B0603020202020204"/>
                <a:cs typeface="Trebuchet MS" panose="020B0603020202020204"/>
              </a:rPr>
              <a:t>number</a:t>
            </a:r>
            <a:r>
              <a:rPr sz="2400" spc="459" dirty="0">
                <a:latin typeface="Trebuchet MS" panose="020B0603020202020204"/>
                <a:cs typeface="Trebuchet MS" panose="020B0603020202020204"/>
              </a:rPr>
              <a:t> </a:t>
            </a:r>
            <a:r>
              <a:rPr sz="2400" spc="-25" dirty="0">
                <a:latin typeface="Trebuchet MS" panose="020B0603020202020204"/>
                <a:cs typeface="Trebuchet MS" panose="020B0603020202020204"/>
              </a:rPr>
              <a:t>and </a:t>
            </a:r>
            <a:r>
              <a:rPr sz="2400" dirty="0">
                <a:latin typeface="Trebuchet MS" panose="020B0603020202020204"/>
                <a:cs typeface="Trebuchet MS" panose="020B0603020202020204"/>
              </a:rPr>
              <a:t>balance</a:t>
            </a:r>
            <a:r>
              <a:rPr sz="2400" spc="-55" dirty="0">
                <a:latin typeface="Trebuchet MS" panose="020B0603020202020204"/>
                <a:cs typeface="Trebuchet MS" panose="020B0603020202020204"/>
              </a:rPr>
              <a:t> </a:t>
            </a:r>
            <a:r>
              <a:rPr sz="2400" dirty="0">
                <a:latin typeface="Trebuchet MS" panose="020B0603020202020204"/>
                <a:cs typeface="Trebuchet MS" panose="020B0603020202020204"/>
              </a:rPr>
              <a:t>for</a:t>
            </a:r>
            <a:r>
              <a:rPr sz="2400" spc="-70" dirty="0">
                <a:latin typeface="Trebuchet MS" panose="020B0603020202020204"/>
                <a:cs typeface="Trebuchet MS" panose="020B0603020202020204"/>
              </a:rPr>
              <a:t> </a:t>
            </a:r>
            <a:r>
              <a:rPr sz="2400" dirty="0">
                <a:latin typeface="Trebuchet MS" panose="020B0603020202020204"/>
                <a:cs typeface="Trebuchet MS" panose="020B0603020202020204"/>
              </a:rPr>
              <a:t>account</a:t>
            </a:r>
            <a:r>
              <a:rPr sz="2400" spc="-55" dirty="0">
                <a:latin typeface="Trebuchet MS" panose="020B0603020202020204"/>
                <a:cs typeface="Trebuchet MS" panose="020B0603020202020204"/>
              </a:rPr>
              <a:t> </a:t>
            </a:r>
            <a:r>
              <a:rPr sz="2400" dirty="0">
                <a:latin typeface="Trebuchet MS" panose="020B0603020202020204"/>
                <a:cs typeface="Trebuchet MS" panose="020B0603020202020204"/>
              </a:rPr>
              <a:t>‘</a:t>
            </a:r>
            <a:r>
              <a:rPr sz="2400" b="1" dirty="0">
                <a:latin typeface="Trebuchet MS" panose="020B0603020202020204"/>
                <a:cs typeface="Trebuchet MS" panose="020B0603020202020204"/>
              </a:rPr>
              <a:t>A01</a:t>
            </a:r>
            <a:r>
              <a:rPr sz="2400" dirty="0">
                <a:latin typeface="Trebuchet MS" panose="020B0603020202020204"/>
                <a:cs typeface="Trebuchet MS" panose="020B0603020202020204"/>
              </a:rPr>
              <a:t>’</a:t>
            </a:r>
            <a:r>
              <a:rPr sz="2400" spc="-125" dirty="0">
                <a:latin typeface="Trebuchet MS" panose="020B0603020202020204"/>
                <a:cs typeface="Trebuchet MS" panose="020B0603020202020204"/>
              </a:rPr>
              <a:t> </a:t>
            </a:r>
            <a:r>
              <a:rPr sz="2400" dirty="0">
                <a:latin typeface="Trebuchet MS" panose="020B0603020202020204"/>
                <a:cs typeface="Trebuchet MS" panose="020B0603020202020204"/>
              </a:rPr>
              <a:t>into</a:t>
            </a:r>
            <a:r>
              <a:rPr sz="2400" spc="-70" dirty="0">
                <a:latin typeface="Trebuchet MS" panose="020B0603020202020204"/>
                <a:cs typeface="Trebuchet MS" panose="020B0603020202020204"/>
              </a:rPr>
              <a:t> </a:t>
            </a:r>
            <a:r>
              <a:rPr sz="2400" dirty="0">
                <a:latin typeface="Trebuchet MS" panose="020B0603020202020204"/>
                <a:cs typeface="Trebuchet MS" panose="020B0603020202020204"/>
              </a:rPr>
              <a:t>variable</a:t>
            </a:r>
            <a:r>
              <a:rPr sz="2400" spc="-55" dirty="0">
                <a:latin typeface="Trebuchet MS" panose="020B0603020202020204"/>
                <a:cs typeface="Trebuchet MS" panose="020B0603020202020204"/>
              </a:rPr>
              <a:t> </a:t>
            </a:r>
            <a:r>
              <a:rPr sz="2400" dirty="0">
                <a:latin typeface="Trebuchet MS" panose="020B0603020202020204"/>
                <a:cs typeface="Trebuchet MS" panose="020B0603020202020204"/>
              </a:rPr>
              <a:t>‘</a:t>
            </a:r>
            <a:r>
              <a:rPr sz="2400" b="1" dirty="0">
                <a:latin typeface="Trebuchet MS" panose="020B0603020202020204"/>
                <a:cs typeface="Trebuchet MS" panose="020B0603020202020204"/>
              </a:rPr>
              <a:t>no</a:t>
            </a:r>
            <a:r>
              <a:rPr sz="2400" dirty="0">
                <a:latin typeface="Trebuchet MS" panose="020B0603020202020204"/>
                <a:cs typeface="Trebuchet MS" panose="020B0603020202020204"/>
              </a:rPr>
              <a:t>’</a:t>
            </a:r>
            <a:r>
              <a:rPr sz="2400" spc="-135" dirty="0">
                <a:latin typeface="Trebuchet MS" panose="020B0603020202020204"/>
                <a:cs typeface="Trebuchet MS" panose="020B0603020202020204"/>
              </a:rPr>
              <a:t> </a:t>
            </a:r>
            <a:r>
              <a:rPr sz="2400" dirty="0">
                <a:latin typeface="Trebuchet MS" panose="020B0603020202020204"/>
                <a:cs typeface="Trebuchet MS" panose="020B0603020202020204"/>
              </a:rPr>
              <a:t>and</a:t>
            </a:r>
            <a:r>
              <a:rPr sz="2400" spc="-60" dirty="0">
                <a:latin typeface="Trebuchet MS" panose="020B0603020202020204"/>
                <a:cs typeface="Trebuchet MS" panose="020B0603020202020204"/>
              </a:rPr>
              <a:t> </a:t>
            </a:r>
            <a:r>
              <a:rPr sz="2400" spc="-10" dirty="0">
                <a:latin typeface="Trebuchet MS" panose="020B0603020202020204"/>
                <a:cs typeface="Trebuchet MS" panose="020B0603020202020204"/>
              </a:rPr>
              <a:t>‘</a:t>
            </a:r>
            <a:r>
              <a:rPr sz="2400" b="1" spc="-10" dirty="0">
                <a:latin typeface="Trebuchet MS" panose="020B0603020202020204"/>
                <a:cs typeface="Trebuchet MS" panose="020B0603020202020204"/>
              </a:rPr>
              <a:t>bal</a:t>
            </a:r>
            <a:r>
              <a:rPr sz="2400" spc="-10" dirty="0">
                <a:latin typeface="Trebuchet MS" panose="020B0603020202020204"/>
                <a:cs typeface="Trebuchet MS" panose="020B0603020202020204"/>
              </a:rPr>
              <a:t>’.</a:t>
            </a:r>
            <a:endParaRPr sz="2400">
              <a:latin typeface="Trebuchet MS" panose="020B0603020202020204"/>
              <a:cs typeface="Trebuchet MS" panose="020B0603020202020204"/>
            </a:endParaRPr>
          </a:p>
          <a:p>
            <a:pPr marL="355600">
              <a:lnSpc>
                <a:spcPct val="100000"/>
              </a:lnSpc>
              <a:spcBef>
                <a:spcPts val="775"/>
              </a:spcBef>
            </a:pPr>
            <a:r>
              <a:rPr sz="2200" b="1" spc="-10" dirty="0">
                <a:latin typeface="Trebuchet MS" panose="020B0603020202020204"/>
                <a:cs typeface="Trebuchet MS" panose="020B0603020202020204"/>
              </a:rPr>
              <a:t>Input:</a:t>
            </a:r>
            <a:endParaRPr sz="2200">
              <a:latin typeface="Trebuchet MS" panose="020B0603020202020204"/>
              <a:cs typeface="Trebuchet MS" panose="020B0603020202020204"/>
            </a:endParaRPr>
          </a:p>
          <a:p>
            <a:pPr marL="927100">
              <a:lnSpc>
                <a:spcPct val="100000"/>
              </a:lnSpc>
              <a:spcBef>
                <a:spcPts val="580"/>
              </a:spcBef>
            </a:pPr>
            <a:r>
              <a:rPr sz="2200" b="1" spc="-10" dirty="0">
                <a:latin typeface="Trebuchet MS" panose="020B0603020202020204"/>
                <a:cs typeface="Trebuchet MS" panose="020B0603020202020204"/>
              </a:rPr>
              <a:t>DECLARE</a:t>
            </a:r>
            <a:endParaRPr sz="2200">
              <a:latin typeface="Trebuchet MS" panose="020B0603020202020204"/>
              <a:cs typeface="Trebuchet MS" panose="020B0603020202020204"/>
            </a:endParaRPr>
          </a:p>
          <a:p>
            <a:pPr marL="1841500">
              <a:lnSpc>
                <a:spcPct val="100000"/>
              </a:lnSpc>
              <a:spcBef>
                <a:spcPts val="525"/>
              </a:spcBef>
              <a:tabLst>
                <a:tab pos="2632710" algn="l"/>
              </a:tabLst>
            </a:pPr>
            <a:r>
              <a:rPr sz="2200" spc="-25" dirty="0">
                <a:latin typeface="Trebuchet MS" panose="020B0603020202020204"/>
                <a:cs typeface="Trebuchet MS" panose="020B0603020202020204"/>
              </a:rPr>
              <a:t>no</a:t>
            </a:r>
            <a:r>
              <a:rPr sz="2200" dirty="0">
                <a:latin typeface="Trebuchet MS" panose="020B0603020202020204"/>
                <a:cs typeface="Trebuchet MS" panose="020B0603020202020204"/>
              </a:rPr>
              <a:t>	</a:t>
            </a:r>
            <a:r>
              <a:rPr sz="2200" b="1" spc="-10" dirty="0">
                <a:latin typeface="Trebuchet MS" panose="020B0603020202020204"/>
                <a:cs typeface="Trebuchet MS" panose="020B0603020202020204"/>
              </a:rPr>
              <a:t>Account.Acc_No%TYPE;</a:t>
            </a:r>
            <a:r>
              <a:rPr lang="en-US" altLang="en-US" sz="1600" b="1" spc="-10" dirty="0">
                <a:latin typeface="Trebuchet MS" panose="020B0603020202020204"/>
                <a:cs typeface="Trebuchet MS" panose="020B0603020202020204"/>
              </a:rPr>
              <a:t>(clo ke datatyepe se li jaegi )</a:t>
            </a:r>
            <a:endParaRPr sz="3200">
              <a:latin typeface="Trebuchet MS" panose="020B0603020202020204"/>
              <a:cs typeface="Trebuchet MS" panose="020B0603020202020204"/>
            </a:endParaRPr>
          </a:p>
          <a:p>
            <a:pPr marL="1841500">
              <a:lnSpc>
                <a:spcPct val="100000"/>
              </a:lnSpc>
              <a:spcBef>
                <a:spcPts val="530"/>
              </a:spcBef>
              <a:tabLst>
                <a:tab pos="2631440" algn="l"/>
              </a:tabLst>
            </a:pPr>
            <a:r>
              <a:rPr sz="2200" spc="-25" dirty="0">
                <a:latin typeface="Trebuchet MS" panose="020B0603020202020204"/>
                <a:cs typeface="Trebuchet MS" panose="020B0603020202020204"/>
              </a:rPr>
              <a:t>bal</a:t>
            </a:r>
            <a:r>
              <a:rPr sz="2200" dirty="0">
                <a:latin typeface="Trebuchet MS" panose="020B0603020202020204"/>
                <a:cs typeface="Trebuchet MS" panose="020B0603020202020204"/>
              </a:rPr>
              <a:t>	</a:t>
            </a:r>
            <a:r>
              <a:rPr sz="2200" b="1" spc="-10" dirty="0">
                <a:latin typeface="Trebuchet MS" panose="020B0603020202020204"/>
                <a:cs typeface="Trebuchet MS" panose="020B0603020202020204"/>
              </a:rPr>
              <a:t>Account.Balance%TYPE;</a:t>
            </a:r>
            <a:r>
              <a:rPr lang="en-US" altLang="en-US" sz="2200" b="1" spc="-10" dirty="0">
                <a:latin typeface="Trebuchet MS" panose="020B0603020202020204"/>
                <a:cs typeface="Trebuchet MS" panose="020B0603020202020204"/>
              </a:rPr>
              <a:t> (       same              )</a:t>
            </a:r>
            <a:endParaRPr sz="2200">
              <a:latin typeface="Trebuchet MS" panose="020B0603020202020204"/>
              <a:cs typeface="Trebuchet MS" panose="020B0603020202020204"/>
            </a:endParaRPr>
          </a:p>
          <a:p>
            <a:pPr marL="927100">
              <a:lnSpc>
                <a:spcPct val="100000"/>
              </a:lnSpc>
              <a:spcBef>
                <a:spcPts val="525"/>
              </a:spcBef>
            </a:pPr>
            <a:r>
              <a:rPr sz="2200" b="1" spc="-10" dirty="0">
                <a:latin typeface="Trebuchet MS" panose="020B0603020202020204"/>
                <a:cs typeface="Trebuchet MS" panose="020B0603020202020204"/>
              </a:rPr>
              <a:t>BEGIN</a:t>
            </a:r>
            <a:endParaRPr sz="2200">
              <a:latin typeface="Trebuchet MS" panose="020B0603020202020204"/>
              <a:cs typeface="Trebuchet MS" panose="020B0603020202020204"/>
            </a:endParaRPr>
          </a:p>
        </p:txBody>
      </p:sp>
      <p:sp>
        <p:nvSpPr>
          <p:cNvPr id="4" name="object 4"/>
          <p:cNvSpPr txBox="1"/>
          <p:nvPr/>
        </p:nvSpPr>
        <p:spPr>
          <a:xfrm>
            <a:off x="2119122" y="5263133"/>
            <a:ext cx="6851650" cy="935355"/>
          </a:xfrm>
          <a:prstGeom prst="rect">
            <a:avLst/>
          </a:prstGeom>
        </p:spPr>
        <p:txBody>
          <a:bodyPr vert="horz" wrap="square" lIns="0" tIns="12065" rIns="0" bIns="0" rtlCol="0">
            <a:spAutoFit/>
          </a:bodyPr>
          <a:lstStyle/>
          <a:p>
            <a:pPr marL="1841500" marR="5080" indent="-1829435">
              <a:lnSpc>
                <a:spcPct val="100000"/>
              </a:lnSpc>
              <a:spcBef>
                <a:spcPts val="95"/>
              </a:spcBef>
              <a:tabLst>
                <a:tab pos="1285240" algn="l"/>
                <a:tab pos="2960370" algn="l"/>
                <a:tab pos="3867150" algn="l"/>
                <a:tab pos="4829175" algn="l"/>
                <a:tab pos="6144260" algn="l"/>
              </a:tabLst>
            </a:pPr>
            <a:r>
              <a:rPr sz="2200" spc="-10" dirty="0">
                <a:latin typeface="Trebuchet MS" panose="020B0603020202020204"/>
                <a:cs typeface="Trebuchet MS" panose="020B0603020202020204"/>
              </a:rPr>
              <a:t>SELECT</a:t>
            </a:r>
            <a:r>
              <a:rPr sz="2200" dirty="0">
                <a:latin typeface="Trebuchet MS" panose="020B0603020202020204"/>
                <a:cs typeface="Trebuchet MS" panose="020B0603020202020204"/>
              </a:rPr>
              <a:t>	</a:t>
            </a:r>
            <a:r>
              <a:rPr sz="2200" b="1" dirty="0">
                <a:latin typeface="Trebuchet MS" panose="020B0603020202020204"/>
                <a:cs typeface="Trebuchet MS" panose="020B0603020202020204"/>
              </a:rPr>
              <a:t>Acc_No,</a:t>
            </a:r>
            <a:r>
              <a:rPr sz="2200" b="1" spc="260" dirty="0">
                <a:latin typeface="Trebuchet MS" panose="020B0603020202020204"/>
                <a:cs typeface="Trebuchet MS" panose="020B0603020202020204"/>
              </a:rPr>
              <a:t> </a:t>
            </a:r>
            <a:r>
              <a:rPr sz="2200" b="1" spc="-10" dirty="0">
                <a:latin typeface="Trebuchet MS" panose="020B0603020202020204"/>
                <a:cs typeface="Trebuchet MS" panose="020B0603020202020204"/>
              </a:rPr>
              <a:t>Balance</a:t>
            </a:r>
            <a:r>
              <a:rPr sz="2200" b="1" dirty="0">
                <a:latin typeface="Trebuchet MS" panose="020B0603020202020204"/>
                <a:cs typeface="Trebuchet MS" panose="020B0603020202020204"/>
              </a:rPr>
              <a:t>	</a:t>
            </a:r>
            <a:r>
              <a:rPr sz="2200" spc="-20" dirty="0">
                <a:latin typeface="Trebuchet MS" panose="020B0603020202020204"/>
                <a:cs typeface="Trebuchet MS" panose="020B0603020202020204"/>
              </a:rPr>
              <a:t>INTO</a:t>
            </a:r>
            <a:r>
              <a:rPr sz="2200" dirty="0">
                <a:latin typeface="Trebuchet MS" panose="020B0603020202020204"/>
                <a:cs typeface="Trebuchet MS" panose="020B0603020202020204"/>
              </a:rPr>
              <a:t>	</a:t>
            </a:r>
            <a:r>
              <a:rPr sz="2200" b="1" dirty="0">
                <a:latin typeface="Trebuchet MS" panose="020B0603020202020204"/>
                <a:cs typeface="Trebuchet MS" panose="020B0603020202020204"/>
              </a:rPr>
              <a:t>no,</a:t>
            </a:r>
            <a:r>
              <a:rPr sz="2200" b="1" spc="285" dirty="0">
                <a:latin typeface="Trebuchet MS" panose="020B0603020202020204"/>
                <a:cs typeface="Trebuchet MS" panose="020B0603020202020204"/>
              </a:rPr>
              <a:t> </a:t>
            </a:r>
            <a:r>
              <a:rPr sz="2200" b="1" spc="-25" dirty="0">
                <a:latin typeface="Trebuchet MS" panose="020B0603020202020204"/>
                <a:cs typeface="Trebuchet MS" panose="020B0603020202020204"/>
              </a:rPr>
              <a:t>bal</a:t>
            </a:r>
            <a:r>
              <a:rPr sz="2200" b="1" dirty="0">
                <a:latin typeface="Trebuchet MS" panose="020B0603020202020204"/>
                <a:cs typeface="Trebuchet MS" panose="020B0603020202020204"/>
              </a:rPr>
              <a:t>	</a:t>
            </a:r>
            <a:r>
              <a:rPr sz="2200" spc="-20" dirty="0">
                <a:latin typeface="Trebuchet MS" panose="020B0603020202020204"/>
                <a:cs typeface="Trebuchet MS" panose="020B0603020202020204"/>
              </a:rPr>
              <a:t>FROM </a:t>
            </a:r>
            <a:r>
              <a:rPr sz="2200" spc="-10" dirty="0">
                <a:latin typeface="Trebuchet MS" panose="020B0603020202020204"/>
                <a:cs typeface="Trebuchet MS" panose="020B0603020202020204"/>
              </a:rPr>
              <a:t>WHERE</a:t>
            </a:r>
            <a:r>
              <a:rPr sz="2200" dirty="0">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Acc_No</a:t>
            </a:r>
            <a:r>
              <a:rPr sz="2200" b="1" spc="-60"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a:t>
            </a:r>
            <a:r>
              <a:rPr sz="2200" b="1" spc="-35"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‘A01’</a:t>
            </a:r>
            <a:r>
              <a:rPr sz="2200" b="1" spc="-105" dirty="0">
                <a:solidFill>
                  <a:srgbClr val="FF0000"/>
                </a:solidFill>
                <a:latin typeface="Trebuchet MS" panose="020B0603020202020204"/>
                <a:cs typeface="Trebuchet MS" panose="020B0603020202020204"/>
              </a:rPr>
              <a:t> </a:t>
            </a:r>
            <a:r>
              <a:rPr sz="2200" b="1" spc="-50" dirty="0">
                <a:latin typeface="Trebuchet MS" panose="020B0603020202020204"/>
                <a:cs typeface="Trebuchet MS" panose="020B0603020202020204"/>
              </a:rPr>
              <a:t>;</a:t>
            </a:r>
            <a:r>
              <a:rPr lang="en-US" altLang="en-US" sz="1600" b="1" spc="-50" dirty="0">
                <a:latin typeface="Trebuchet MS" panose="020B0603020202020204"/>
                <a:cs typeface="Trebuchet MS" panose="020B0603020202020204"/>
              </a:rPr>
              <a:t>(</a:t>
            </a:r>
            <a:r>
              <a:rPr lang="en-US" altLang="en-US" sz="1600" b="1" spc="-50" dirty="0">
                <a:latin typeface="Trebuchet MS" panose="020B0603020202020204"/>
                <a:cs typeface="Trebuchet MS" panose="020B0603020202020204"/>
              </a:rPr>
              <a:t>table se Acc_No aur Balance lena hai.)</a:t>
            </a:r>
            <a:endParaRPr lang="en-US" altLang="en-US" sz="1600" b="1" spc="-50" dirty="0">
              <a:latin typeface="Trebuchet MS" panose="020B0603020202020204"/>
              <a:cs typeface="Trebuchet MS" panose="020B0603020202020204"/>
            </a:endParaRPr>
          </a:p>
        </p:txBody>
      </p:sp>
      <p:sp>
        <p:nvSpPr>
          <p:cNvPr id="5" name="object 5"/>
          <p:cNvSpPr txBox="1"/>
          <p:nvPr/>
        </p:nvSpPr>
        <p:spPr>
          <a:xfrm>
            <a:off x="633171" y="5530697"/>
            <a:ext cx="1223645" cy="1232535"/>
          </a:xfrm>
          <a:prstGeom prst="rect">
            <a:avLst/>
          </a:prstGeom>
        </p:spPr>
        <p:txBody>
          <a:bodyPr vert="horz" wrap="square" lIns="0" tIns="79375" rIns="0" bIns="0" rtlCol="0">
            <a:spAutoFit/>
          </a:bodyPr>
          <a:lstStyle/>
          <a:p>
            <a:pPr marL="12700">
              <a:lnSpc>
                <a:spcPct val="100000"/>
              </a:lnSpc>
              <a:spcBef>
                <a:spcPts val="625"/>
              </a:spcBef>
            </a:pPr>
            <a:r>
              <a:rPr sz="2200" b="1" spc="-10" dirty="0">
                <a:latin typeface="Trebuchet MS" panose="020B0603020202020204"/>
                <a:cs typeface="Trebuchet MS" panose="020B0603020202020204"/>
              </a:rPr>
              <a:t>Account</a:t>
            </a:r>
            <a:endParaRPr sz="2200">
              <a:latin typeface="Trebuchet MS" panose="020B0603020202020204"/>
              <a:cs typeface="Trebuchet MS" panose="020B0603020202020204"/>
            </a:endParaRPr>
          </a:p>
          <a:p>
            <a:pPr marL="583565">
              <a:lnSpc>
                <a:spcPct val="100000"/>
              </a:lnSpc>
              <a:spcBef>
                <a:spcPts val="530"/>
              </a:spcBef>
            </a:pPr>
            <a:r>
              <a:rPr sz="2200" b="1" spc="-20" dirty="0">
                <a:latin typeface="Trebuchet MS" panose="020B0603020202020204"/>
                <a:cs typeface="Trebuchet MS" panose="020B0603020202020204"/>
              </a:rPr>
              <a:t>END;</a:t>
            </a:r>
            <a:endParaRPr sz="2200">
              <a:latin typeface="Trebuchet MS" panose="020B0603020202020204"/>
              <a:cs typeface="Trebuchet MS" panose="020B0603020202020204"/>
            </a:endParaRPr>
          </a:p>
          <a:p>
            <a:pPr marL="583565">
              <a:lnSpc>
                <a:spcPct val="100000"/>
              </a:lnSpc>
              <a:spcBef>
                <a:spcPts val="530"/>
              </a:spcBef>
            </a:pPr>
            <a:r>
              <a:rPr sz="2200" b="1" spc="-50" dirty="0">
                <a:latin typeface="Trebuchet MS" panose="020B0603020202020204"/>
                <a:cs typeface="Trebuchet MS" panose="020B0603020202020204"/>
              </a:rPr>
              <a:t>/</a:t>
            </a:r>
            <a:endParaRPr sz="2200">
              <a:latin typeface="Trebuchet MS" panose="020B0603020202020204"/>
              <a:cs typeface="Trebuchet MS" panose="020B0603020202020204"/>
            </a:endParaRPr>
          </a:p>
        </p:txBody>
      </p:sp>
      <p:sp>
        <p:nvSpPr>
          <p:cNvPr id="6" name="object 6"/>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50</a:t>
            </a:r>
            <a:endParaRPr sz="1400">
              <a:latin typeface="Arial MT"/>
              <a:cs typeface="Arial M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2333625">
              <a:lnSpc>
                <a:spcPct val="100000"/>
              </a:lnSpc>
              <a:spcBef>
                <a:spcPts val="100"/>
              </a:spcBef>
            </a:pPr>
            <a:r>
              <a:rPr sz="4400" dirty="0"/>
              <a:t>Display </a:t>
            </a:r>
            <a:r>
              <a:rPr sz="4400" spc="-10" dirty="0"/>
              <a:t>Messages</a:t>
            </a:r>
            <a:endParaRPr sz="4400"/>
          </a:p>
        </p:txBody>
      </p:sp>
      <p:sp>
        <p:nvSpPr>
          <p:cNvPr id="3" name="object 3"/>
          <p:cNvSpPr txBox="1"/>
          <p:nvPr/>
        </p:nvSpPr>
        <p:spPr>
          <a:xfrm>
            <a:off x="281940" y="1501267"/>
            <a:ext cx="1315085" cy="360680"/>
          </a:xfrm>
          <a:prstGeom prst="rect">
            <a:avLst/>
          </a:prstGeom>
        </p:spPr>
        <p:txBody>
          <a:bodyPr vert="horz" wrap="square" lIns="0" tIns="12065" rIns="0" bIns="0" rtlCol="0">
            <a:spAutoFit/>
          </a:bodyPr>
          <a:lstStyle/>
          <a:p>
            <a:pPr marL="342265" indent="-342265">
              <a:lnSpc>
                <a:spcPct val="100000"/>
              </a:lnSpc>
              <a:spcBef>
                <a:spcPts val="95"/>
              </a:spcBef>
              <a:buFont typeface="Wingdings" panose="05000000000000000000"/>
              <a:buChar char=""/>
              <a:tabLst>
                <a:tab pos="342265" algn="l"/>
              </a:tabLst>
            </a:pPr>
            <a:r>
              <a:rPr sz="2200" b="1" spc="-10" dirty="0">
                <a:latin typeface="Trebuchet MS" panose="020B0603020202020204"/>
                <a:cs typeface="Trebuchet MS" panose="020B0603020202020204"/>
              </a:rPr>
              <a:t>Syntax:</a:t>
            </a:r>
            <a:endParaRPr sz="2200">
              <a:latin typeface="Trebuchet MS" panose="020B0603020202020204"/>
              <a:cs typeface="Trebuchet MS" panose="020B0603020202020204"/>
            </a:endParaRPr>
          </a:p>
        </p:txBody>
      </p:sp>
      <p:sp>
        <p:nvSpPr>
          <p:cNvPr id="4" name="object 4"/>
          <p:cNvSpPr txBox="1"/>
          <p:nvPr/>
        </p:nvSpPr>
        <p:spPr>
          <a:xfrm>
            <a:off x="281940" y="1903602"/>
            <a:ext cx="248920" cy="360680"/>
          </a:xfrm>
          <a:prstGeom prst="rect">
            <a:avLst/>
          </a:prstGeom>
        </p:spPr>
        <p:txBody>
          <a:bodyPr vert="horz" wrap="square" lIns="0" tIns="12065" rIns="0" bIns="0" rtlCol="0">
            <a:spAutoFit/>
          </a:bodyPr>
          <a:lstStyle/>
          <a:p>
            <a:pPr>
              <a:lnSpc>
                <a:spcPct val="100000"/>
              </a:lnSpc>
              <a:spcBef>
                <a:spcPts val="95"/>
              </a:spcBef>
            </a:pPr>
            <a:r>
              <a:rPr sz="2200" spc="-60" dirty="0">
                <a:latin typeface="Wingdings" panose="05000000000000000000"/>
                <a:cs typeface="Wingdings" panose="05000000000000000000"/>
              </a:rPr>
              <a:t></a:t>
            </a:r>
            <a:endParaRPr sz="2200">
              <a:latin typeface="Wingdings" panose="05000000000000000000"/>
              <a:cs typeface="Wingdings" panose="05000000000000000000"/>
            </a:endParaRPr>
          </a:p>
        </p:txBody>
      </p:sp>
      <p:sp>
        <p:nvSpPr>
          <p:cNvPr id="5" name="object 5"/>
          <p:cNvSpPr txBox="1"/>
          <p:nvPr/>
        </p:nvSpPr>
        <p:spPr>
          <a:xfrm>
            <a:off x="2098294" y="1903602"/>
            <a:ext cx="4598670" cy="360680"/>
          </a:xfrm>
          <a:prstGeom prst="rect">
            <a:avLst/>
          </a:prstGeom>
        </p:spPr>
        <p:txBody>
          <a:bodyPr vert="horz" wrap="square" lIns="0" tIns="12065" rIns="0" bIns="0" rtlCol="0">
            <a:spAutoFit/>
          </a:bodyPr>
          <a:lstStyle/>
          <a:p>
            <a:pPr marL="12700">
              <a:lnSpc>
                <a:spcPct val="100000"/>
              </a:lnSpc>
              <a:spcBef>
                <a:spcPts val="95"/>
              </a:spcBef>
            </a:pPr>
            <a:r>
              <a:rPr sz="2200" b="1" spc="-10" dirty="0">
                <a:latin typeface="Trebuchet MS" panose="020B0603020202020204"/>
                <a:cs typeface="Trebuchet MS" panose="020B0603020202020204"/>
              </a:rPr>
              <a:t>dbms_output.put_line</a:t>
            </a:r>
            <a:r>
              <a:rPr sz="2200" b="1" spc="20" dirty="0">
                <a:latin typeface="Trebuchet MS" panose="020B0603020202020204"/>
                <a:cs typeface="Trebuchet MS" panose="020B0603020202020204"/>
              </a:rPr>
              <a:t> </a:t>
            </a:r>
            <a:r>
              <a:rPr sz="2200" b="1" dirty="0">
                <a:latin typeface="Trebuchet MS" panose="020B0603020202020204"/>
                <a:cs typeface="Trebuchet MS" panose="020B0603020202020204"/>
              </a:rPr>
              <a:t>(</a:t>
            </a:r>
            <a:r>
              <a:rPr sz="2200" b="1" spc="-35" dirty="0">
                <a:latin typeface="Trebuchet MS" panose="020B0603020202020204"/>
                <a:cs typeface="Trebuchet MS" panose="020B0603020202020204"/>
              </a:rPr>
              <a:t> </a:t>
            </a:r>
            <a:r>
              <a:rPr sz="2200" b="1" dirty="0">
                <a:latin typeface="Trebuchet MS" panose="020B0603020202020204"/>
                <a:cs typeface="Trebuchet MS" panose="020B0603020202020204"/>
              </a:rPr>
              <a:t>message</a:t>
            </a:r>
            <a:r>
              <a:rPr sz="2200" b="1" spc="-20" dirty="0">
                <a:latin typeface="Trebuchet MS" panose="020B0603020202020204"/>
                <a:cs typeface="Trebuchet MS" panose="020B0603020202020204"/>
              </a:rPr>
              <a:t> </a:t>
            </a:r>
            <a:r>
              <a:rPr sz="2200" b="1" spc="-25" dirty="0">
                <a:latin typeface="Trebuchet MS" panose="020B0603020202020204"/>
                <a:cs typeface="Trebuchet MS" panose="020B0603020202020204"/>
              </a:rPr>
              <a:t>);</a:t>
            </a:r>
            <a:endParaRPr sz="2200">
              <a:latin typeface="Trebuchet MS" panose="020B0603020202020204"/>
              <a:cs typeface="Trebuchet MS" panose="020B0603020202020204"/>
            </a:endParaRPr>
          </a:p>
        </p:txBody>
      </p:sp>
      <p:sp>
        <p:nvSpPr>
          <p:cNvPr id="6" name="object 6"/>
          <p:cNvSpPr txBox="1"/>
          <p:nvPr/>
        </p:nvSpPr>
        <p:spPr>
          <a:xfrm>
            <a:off x="269240" y="2467736"/>
            <a:ext cx="8682990" cy="3397885"/>
          </a:xfrm>
          <a:prstGeom prst="rect">
            <a:avLst/>
          </a:prstGeom>
        </p:spPr>
        <p:txBody>
          <a:bodyPr vert="horz" wrap="square" lIns="0" tIns="12065" rIns="0" bIns="0" rtlCol="0">
            <a:spAutoFit/>
          </a:bodyPr>
          <a:lstStyle/>
          <a:p>
            <a:pPr marL="355600" marR="5080" indent="-342900">
              <a:lnSpc>
                <a:spcPct val="100000"/>
              </a:lnSpc>
              <a:spcBef>
                <a:spcPts val="95"/>
              </a:spcBef>
              <a:buFont typeface="Wingdings" panose="05000000000000000000"/>
              <a:buChar char=""/>
              <a:tabLst>
                <a:tab pos="355600" algn="l"/>
                <a:tab pos="2665730" algn="l"/>
                <a:tab pos="3077845" algn="l"/>
                <a:tab pos="3444875" algn="l"/>
                <a:tab pos="4817110" algn="l"/>
                <a:tab pos="5766435" algn="l"/>
                <a:tab pos="7035800" algn="l"/>
                <a:tab pos="8408035" algn="l"/>
              </a:tabLst>
            </a:pPr>
            <a:r>
              <a:rPr sz="2200" dirty="0">
                <a:latin typeface="Trebuchet MS" panose="020B0603020202020204"/>
                <a:cs typeface="Trebuchet MS" panose="020B0603020202020204"/>
              </a:rPr>
              <a:t>A</a:t>
            </a:r>
            <a:r>
              <a:rPr sz="2200" spc="130" dirty="0">
                <a:latin typeface="Trebuchet MS" panose="020B0603020202020204"/>
                <a:cs typeface="Trebuchet MS" panose="020B0603020202020204"/>
              </a:rPr>
              <a:t>  </a:t>
            </a:r>
            <a:r>
              <a:rPr sz="2200" b="1" spc="-10" dirty="0">
                <a:latin typeface="Trebuchet MS" panose="020B0603020202020204"/>
                <a:cs typeface="Trebuchet MS" panose="020B0603020202020204"/>
              </a:rPr>
              <a:t>dbms_output</a:t>
            </a:r>
            <a:r>
              <a:rPr sz="2200" b="1" dirty="0">
                <a:latin typeface="Trebuchet MS" panose="020B0603020202020204"/>
                <a:cs typeface="Trebuchet MS" panose="020B0603020202020204"/>
              </a:rPr>
              <a:t>	</a:t>
            </a:r>
            <a:r>
              <a:rPr sz="2200" spc="-25" dirty="0">
                <a:latin typeface="Trebuchet MS" panose="020B0603020202020204"/>
                <a:cs typeface="Trebuchet MS" panose="020B0603020202020204"/>
              </a:rPr>
              <a:t>is</a:t>
            </a:r>
            <a:r>
              <a:rPr sz="2200" dirty="0">
                <a:latin typeface="Trebuchet MS" panose="020B0603020202020204"/>
                <a:cs typeface="Trebuchet MS" panose="020B0603020202020204"/>
              </a:rPr>
              <a:t>	</a:t>
            </a:r>
            <a:r>
              <a:rPr sz="2200" spc="-50" dirty="0">
                <a:latin typeface="Trebuchet MS" panose="020B0603020202020204"/>
                <a:cs typeface="Trebuchet MS" panose="020B0603020202020204"/>
              </a:rPr>
              <a:t>a</a:t>
            </a:r>
            <a:r>
              <a:rPr sz="2200" dirty="0">
                <a:latin typeface="Trebuchet MS" panose="020B0603020202020204"/>
                <a:cs typeface="Trebuchet MS" panose="020B0603020202020204"/>
              </a:rPr>
              <a:t>	</a:t>
            </a:r>
            <a:r>
              <a:rPr sz="2200" b="1" spc="-10" dirty="0">
                <a:solidFill>
                  <a:srgbClr val="FF0000"/>
                </a:solidFill>
                <a:highlight>
                  <a:srgbClr val="FFFF00"/>
                </a:highlight>
                <a:latin typeface="Trebuchet MS" panose="020B0603020202020204"/>
                <a:cs typeface="Trebuchet MS" panose="020B0603020202020204"/>
              </a:rPr>
              <a:t>package</a:t>
            </a:r>
            <a:r>
              <a:rPr sz="2200" spc="-10" dirty="0">
                <a:latin typeface="Trebuchet MS" panose="020B0603020202020204"/>
                <a:cs typeface="Trebuchet MS" panose="020B0603020202020204"/>
              </a:rPr>
              <a:t>,</a:t>
            </a:r>
            <a:r>
              <a:rPr sz="2200" dirty="0">
                <a:latin typeface="Trebuchet MS" panose="020B0603020202020204"/>
                <a:cs typeface="Trebuchet MS" panose="020B0603020202020204"/>
              </a:rPr>
              <a:t>	</a:t>
            </a:r>
            <a:r>
              <a:rPr sz="2200" spc="-10" dirty="0">
                <a:latin typeface="Trebuchet MS" panose="020B0603020202020204"/>
                <a:cs typeface="Trebuchet MS" panose="020B0603020202020204"/>
              </a:rPr>
              <a:t>which</a:t>
            </a:r>
            <a:r>
              <a:rPr sz="2200" dirty="0">
                <a:highlight>
                  <a:srgbClr val="FFFF00"/>
                </a:highlight>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provides</a:t>
            </a:r>
            <a:r>
              <a:rPr sz="2200" dirty="0">
                <a:highlight>
                  <a:srgbClr val="FFFF00"/>
                </a:highlight>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functions</a:t>
            </a:r>
            <a:r>
              <a:rPr sz="2200" dirty="0">
                <a:latin typeface="Trebuchet MS" panose="020B0603020202020204"/>
                <a:cs typeface="Trebuchet MS" panose="020B0603020202020204"/>
              </a:rPr>
              <a:t>	</a:t>
            </a:r>
            <a:r>
              <a:rPr sz="2200" spc="-25" dirty="0">
                <a:latin typeface="Trebuchet MS" panose="020B0603020202020204"/>
                <a:cs typeface="Trebuchet MS" panose="020B0603020202020204"/>
              </a:rPr>
              <a:t>to </a:t>
            </a:r>
            <a:r>
              <a:rPr sz="2200" dirty="0">
                <a:latin typeface="Trebuchet MS" panose="020B0603020202020204"/>
                <a:cs typeface="Trebuchet MS" panose="020B0603020202020204"/>
              </a:rPr>
              <a:t>accumulate</a:t>
            </a:r>
            <a:r>
              <a:rPr sz="2200" spc="-50" dirty="0">
                <a:latin typeface="Trebuchet MS" panose="020B0603020202020204"/>
                <a:cs typeface="Trebuchet MS" panose="020B0603020202020204"/>
              </a:rPr>
              <a:t> </a:t>
            </a:r>
            <a:r>
              <a:rPr sz="2200" dirty="0">
                <a:latin typeface="Trebuchet MS" panose="020B0603020202020204"/>
                <a:cs typeface="Trebuchet MS" panose="020B0603020202020204"/>
              </a:rPr>
              <a:t>information</a:t>
            </a:r>
            <a:r>
              <a:rPr sz="2200" spc="-35" dirty="0">
                <a:latin typeface="Trebuchet MS" panose="020B0603020202020204"/>
                <a:cs typeface="Trebuchet MS" panose="020B0603020202020204"/>
              </a:rPr>
              <a:t> </a:t>
            </a:r>
            <a:r>
              <a:rPr sz="2200" dirty="0">
                <a:latin typeface="Trebuchet MS" panose="020B0603020202020204"/>
                <a:cs typeface="Trebuchet MS" panose="020B0603020202020204"/>
              </a:rPr>
              <a:t>in</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a</a:t>
            </a:r>
            <a:r>
              <a:rPr sz="2200" spc="-45" dirty="0">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buffer.</a:t>
            </a:r>
            <a:r>
              <a:rPr lang="en-US" altLang="en-US" sz="2200" spc="-10" dirty="0">
                <a:highlight>
                  <a:srgbClr val="FFFF00"/>
                </a:highlight>
                <a:latin typeface="Trebuchet MS" panose="020B0603020202020204"/>
                <a:cs typeface="Trebuchet MS" panose="020B0603020202020204"/>
              </a:rPr>
              <a:t>(temporay store area)</a:t>
            </a:r>
            <a:endParaRPr sz="2200">
              <a:latin typeface="Trebuchet MS" panose="020B0603020202020204"/>
              <a:cs typeface="Trebuchet MS" panose="020B0603020202020204"/>
            </a:endParaRPr>
          </a:p>
          <a:p>
            <a:pPr marL="354965" indent="-342265">
              <a:lnSpc>
                <a:spcPct val="100000"/>
              </a:lnSpc>
              <a:spcBef>
                <a:spcPts val="530"/>
              </a:spcBef>
              <a:buFont typeface="Wingdings" panose="05000000000000000000"/>
              <a:buChar char=""/>
              <a:tabLst>
                <a:tab pos="354965" algn="l"/>
              </a:tabLst>
            </a:pPr>
            <a:r>
              <a:rPr sz="2200" dirty="0">
                <a:latin typeface="Trebuchet MS" panose="020B0603020202020204"/>
                <a:cs typeface="Trebuchet MS" panose="020B0603020202020204"/>
              </a:rPr>
              <a:t>A</a:t>
            </a:r>
            <a:r>
              <a:rPr sz="2200" spc="-165" dirty="0">
                <a:latin typeface="Trebuchet MS" panose="020B0603020202020204"/>
                <a:cs typeface="Trebuchet MS" panose="020B0603020202020204"/>
              </a:rPr>
              <a:t> </a:t>
            </a:r>
            <a:r>
              <a:rPr sz="2200" b="1" dirty="0">
                <a:latin typeface="Trebuchet MS" panose="020B0603020202020204"/>
                <a:cs typeface="Trebuchet MS" panose="020B0603020202020204"/>
              </a:rPr>
              <a:t>put_line</a:t>
            </a:r>
            <a:r>
              <a:rPr sz="2200" b="1" spc="-20" dirty="0">
                <a:latin typeface="Trebuchet MS" panose="020B0603020202020204"/>
                <a:cs typeface="Trebuchet MS" panose="020B0603020202020204"/>
              </a:rPr>
              <a:t> </a:t>
            </a:r>
            <a:r>
              <a:rPr sz="2200" dirty="0">
                <a:latin typeface="Trebuchet MS" panose="020B0603020202020204"/>
                <a:cs typeface="Trebuchet MS" panose="020B0603020202020204"/>
              </a:rPr>
              <a:t>is</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a</a:t>
            </a:r>
            <a:r>
              <a:rPr sz="2200" spc="-50" dirty="0">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function</a:t>
            </a:r>
            <a:r>
              <a:rPr sz="2200" dirty="0">
                <a:latin typeface="Trebuchet MS" panose="020B0603020202020204"/>
                <a:cs typeface="Trebuchet MS" panose="020B0603020202020204"/>
              </a:rPr>
              <a:t>,</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which</a:t>
            </a:r>
            <a:r>
              <a:rPr sz="2200" spc="-30" dirty="0">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display</a:t>
            </a:r>
            <a:r>
              <a:rPr sz="2200" spc="-4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messages</a:t>
            </a:r>
            <a:r>
              <a:rPr sz="2200" spc="-6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on</a:t>
            </a:r>
            <a:r>
              <a:rPr sz="2200" spc="-3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the</a:t>
            </a:r>
            <a:r>
              <a:rPr sz="2200" spc="-45" dirty="0">
                <a:highlight>
                  <a:srgbClr val="FFFF00"/>
                </a:highlight>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screen.</a:t>
            </a:r>
            <a:endParaRPr sz="2200">
              <a:latin typeface="Trebuchet MS" panose="020B0603020202020204"/>
              <a:cs typeface="Trebuchet MS" panose="020B0603020202020204"/>
            </a:endParaRPr>
          </a:p>
          <a:p>
            <a:pPr marL="354965" indent="-342265">
              <a:lnSpc>
                <a:spcPct val="100000"/>
              </a:lnSpc>
              <a:spcBef>
                <a:spcPts val="525"/>
              </a:spcBef>
              <a:buFont typeface="Wingdings" panose="05000000000000000000"/>
              <a:buChar char=""/>
              <a:tabLst>
                <a:tab pos="354965" algn="l"/>
              </a:tabLst>
            </a:pPr>
            <a:r>
              <a:rPr sz="2200" dirty="0">
                <a:latin typeface="Trebuchet MS" panose="020B0603020202020204"/>
                <a:cs typeface="Trebuchet MS" panose="020B0603020202020204"/>
              </a:rPr>
              <a:t>A</a:t>
            </a:r>
            <a:r>
              <a:rPr sz="2200" spc="-160" dirty="0">
                <a:latin typeface="Trebuchet MS" panose="020B0603020202020204"/>
                <a:cs typeface="Trebuchet MS" panose="020B0603020202020204"/>
              </a:rPr>
              <a:t> </a:t>
            </a:r>
            <a:r>
              <a:rPr sz="2200" b="1" dirty="0">
                <a:latin typeface="Trebuchet MS" panose="020B0603020202020204"/>
                <a:cs typeface="Trebuchet MS" panose="020B0603020202020204"/>
              </a:rPr>
              <a:t>message</a:t>
            </a:r>
            <a:r>
              <a:rPr sz="2200" b="1" spc="-35" dirty="0">
                <a:latin typeface="Trebuchet MS" panose="020B0603020202020204"/>
                <a:cs typeface="Trebuchet MS" panose="020B0603020202020204"/>
              </a:rPr>
              <a:t> </a:t>
            </a:r>
            <a:r>
              <a:rPr sz="2200" dirty="0">
                <a:latin typeface="Trebuchet MS" panose="020B0603020202020204"/>
                <a:cs typeface="Trebuchet MS" panose="020B0603020202020204"/>
              </a:rPr>
              <a:t>is</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a</a:t>
            </a:r>
            <a:r>
              <a:rPr sz="2200" spc="-50" dirty="0">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character</a:t>
            </a:r>
            <a:r>
              <a:rPr sz="2200" b="1" spc="-25"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string</a:t>
            </a:r>
            <a:r>
              <a:rPr sz="2200" b="1" spc="-30"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to</a:t>
            </a:r>
            <a:r>
              <a:rPr sz="2200" b="1" spc="-50"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be</a:t>
            </a:r>
            <a:r>
              <a:rPr sz="2200" b="1" spc="-35" dirty="0">
                <a:solidFill>
                  <a:srgbClr val="FF0000"/>
                </a:solidFill>
                <a:latin typeface="Trebuchet MS" panose="020B0603020202020204"/>
                <a:cs typeface="Trebuchet MS" panose="020B0603020202020204"/>
              </a:rPr>
              <a:t> </a:t>
            </a:r>
            <a:r>
              <a:rPr sz="2200" b="1" spc="-10" dirty="0">
                <a:solidFill>
                  <a:srgbClr val="FF0000"/>
                </a:solidFill>
                <a:latin typeface="Trebuchet MS" panose="020B0603020202020204"/>
                <a:cs typeface="Trebuchet MS" panose="020B0603020202020204"/>
              </a:rPr>
              <a:t>displayed</a:t>
            </a:r>
            <a:r>
              <a:rPr sz="2200" spc="-10" dirty="0">
                <a:latin typeface="Trebuchet MS" panose="020B0603020202020204"/>
                <a:cs typeface="Trebuchet MS" panose="020B0603020202020204"/>
              </a:rPr>
              <a:t>.</a:t>
            </a:r>
            <a:endParaRPr sz="2200">
              <a:latin typeface="Trebuchet MS" panose="020B0603020202020204"/>
              <a:cs typeface="Trebuchet MS" panose="020B0603020202020204"/>
            </a:endParaRPr>
          </a:p>
          <a:p>
            <a:pPr marL="355600" marR="8255" indent="-342900">
              <a:lnSpc>
                <a:spcPct val="100000"/>
              </a:lnSpc>
              <a:spcBef>
                <a:spcPts val="530"/>
              </a:spcBef>
              <a:buFont typeface="Wingdings" panose="05000000000000000000"/>
              <a:buChar char=""/>
              <a:tabLst>
                <a:tab pos="355600" algn="l"/>
              </a:tabLst>
            </a:pPr>
            <a:r>
              <a:rPr sz="2200" dirty="0">
                <a:latin typeface="Trebuchet MS" panose="020B0603020202020204"/>
                <a:cs typeface="Trebuchet MS" panose="020B0603020202020204"/>
              </a:rPr>
              <a:t>To</a:t>
            </a:r>
            <a:r>
              <a:rPr sz="2200" spc="140" dirty="0">
                <a:latin typeface="Trebuchet MS" panose="020B0603020202020204"/>
                <a:cs typeface="Trebuchet MS" panose="020B0603020202020204"/>
              </a:rPr>
              <a:t> </a:t>
            </a:r>
            <a:r>
              <a:rPr sz="2200" dirty="0">
                <a:latin typeface="Trebuchet MS" panose="020B0603020202020204"/>
                <a:cs typeface="Trebuchet MS" panose="020B0603020202020204"/>
              </a:rPr>
              <a:t>display</a:t>
            </a:r>
            <a:r>
              <a:rPr sz="2200" spc="135" dirty="0">
                <a:latin typeface="Trebuchet MS" panose="020B0603020202020204"/>
                <a:cs typeface="Trebuchet MS" panose="020B0603020202020204"/>
              </a:rPr>
              <a:t> </a:t>
            </a:r>
            <a:r>
              <a:rPr sz="2200" b="1" dirty="0">
                <a:latin typeface="Trebuchet MS" panose="020B0603020202020204"/>
                <a:cs typeface="Trebuchet MS" panose="020B0603020202020204"/>
              </a:rPr>
              <a:t>data</a:t>
            </a:r>
            <a:r>
              <a:rPr sz="2200" b="1" spc="145" dirty="0">
                <a:latin typeface="Trebuchet MS" panose="020B0603020202020204"/>
                <a:cs typeface="Trebuchet MS" panose="020B0603020202020204"/>
              </a:rPr>
              <a:t> </a:t>
            </a:r>
            <a:r>
              <a:rPr sz="2200" b="1" dirty="0">
                <a:latin typeface="Trebuchet MS" panose="020B0603020202020204"/>
                <a:cs typeface="Trebuchet MS" panose="020B0603020202020204"/>
              </a:rPr>
              <a:t>of</a:t>
            </a:r>
            <a:r>
              <a:rPr sz="2200" b="1" spc="145" dirty="0">
                <a:latin typeface="Trebuchet MS" panose="020B0603020202020204"/>
                <a:cs typeface="Trebuchet MS" panose="020B0603020202020204"/>
              </a:rPr>
              <a:t> </a:t>
            </a:r>
            <a:r>
              <a:rPr sz="2200" b="1" dirty="0">
                <a:latin typeface="Trebuchet MS" panose="020B0603020202020204"/>
                <a:cs typeface="Trebuchet MS" panose="020B0603020202020204"/>
              </a:rPr>
              <a:t>other</a:t>
            </a:r>
            <a:r>
              <a:rPr sz="2200" b="1" spc="150" dirty="0">
                <a:latin typeface="Trebuchet MS" panose="020B0603020202020204"/>
                <a:cs typeface="Trebuchet MS" panose="020B0603020202020204"/>
              </a:rPr>
              <a:t> </a:t>
            </a:r>
            <a:r>
              <a:rPr sz="2200" b="1" dirty="0">
                <a:latin typeface="Trebuchet MS" panose="020B0603020202020204"/>
                <a:cs typeface="Trebuchet MS" panose="020B0603020202020204"/>
              </a:rPr>
              <a:t>data</a:t>
            </a:r>
            <a:r>
              <a:rPr sz="2200" b="1" spc="145" dirty="0">
                <a:latin typeface="Trebuchet MS" panose="020B0603020202020204"/>
                <a:cs typeface="Trebuchet MS" panose="020B0603020202020204"/>
              </a:rPr>
              <a:t> </a:t>
            </a:r>
            <a:r>
              <a:rPr sz="2200" b="1" dirty="0">
                <a:latin typeface="Trebuchet MS" panose="020B0603020202020204"/>
                <a:cs typeface="Trebuchet MS" panose="020B0603020202020204"/>
              </a:rPr>
              <a:t>type</a:t>
            </a:r>
            <a:r>
              <a:rPr sz="2200" dirty="0">
                <a:latin typeface="Trebuchet MS" panose="020B0603020202020204"/>
                <a:cs typeface="Trebuchet MS" panose="020B0603020202020204"/>
              </a:rPr>
              <a:t>,</a:t>
            </a:r>
            <a:r>
              <a:rPr lang="en-US" altLang="en-US" sz="2200" dirty="0">
                <a:latin typeface="Trebuchet MS" panose="020B0603020202020204"/>
                <a:cs typeface="Trebuchet MS" panose="020B0603020202020204"/>
              </a:rPr>
              <a:t>jsaise </a:t>
            </a:r>
            <a:r>
              <a:rPr lang="en-US" altLang="en-US" sz="2200" dirty="0">
                <a:solidFill>
                  <a:srgbClr val="FF0000"/>
                </a:solidFill>
                <a:latin typeface="Trebuchet MS" panose="020B0603020202020204"/>
                <a:cs typeface="Trebuchet MS" panose="020B0603020202020204"/>
              </a:rPr>
              <a:t>NUMBER</a:t>
            </a:r>
            <a:r>
              <a:rPr sz="2200" spc="140" dirty="0">
                <a:solidFill>
                  <a:srgbClr val="FF0000"/>
                </a:solidFill>
                <a:latin typeface="Trebuchet MS" panose="020B0603020202020204"/>
                <a:cs typeface="Trebuchet MS" panose="020B0603020202020204"/>
              </a:rPr>
              <a:t> </a:t>
            </a:r>
            <a:r>
              <a:rPr sz="2200" dirty="0">
                <a:latin typeface="Trebuchet MS" panose="020B0603020202020204"/>
                <a:cs typeface="Trebuchet MS" panose="020B0603020202020204"/>
              </a:rPr>
              <a:t>they</a:t>
            </a:r>
            <a:r>
              <a:rPr sz="2200" spc="150" dirty="0">
                <a:latin typeface="Trebuchet MS" panose="020B0603020202020204"/>
                <a:cs typeface="Trebuchet MS" panose="020B0603020202020204"/>
              </a:rPr>
              <a:t> </a:t>
            </a:r>
            <a:r>
              <a:rPr sz="2200" dirty="0">
                <a:latin typeface="Trebuchet MS" panose="020B0603020202020204"/>
                <a:cs typeface="Trebuchet MS" panose="020B0603020202020204"/>
              </a:rPr>
              <a:t>must</a:t>
            </a:r>
            <a:r>
              <a:rPr sz="2200" spc="160" dirty="0">
                <a:latin typeface="Trebuchet MS" panose="020B0603020202020204"/>
                <a:cs typeface="Trebuchet MS" panose="020B0603020202020204"/>
              </a:rPr>
              <a:t> </a:t>
            </a:r>
            <a:r>
              <a:rPr sz="2200" dirty="0">
                <a:latin typeface="Trebuchet MS" panose="020B0603020202020204"/>
                <a:cs typeface="Trebuchet MS" panose="020B0603020202020204"/>
              </a:rPr>
              <a:t>be</a:t>
            </a:r>
            <a:r>
              <a:rPr sz="2200" spc="145" dirty="0">
                <a:latin typeface="Trebuchet MS" panose="020B0603020202020204"/>
                <a:cs typeface="Trebuchet MS" panose="020B0603020202020204"/>
              </a:rPr>
              <a:t> </a:t>
            </a:r>
            <a:r>
              <a:rPr sz="2200" b="1" spc="-10" dirty="0">
                <a:solidFill>
                  <a:srgbClr val="FF0000"/>
                </a:solidFill>
                <a:latin typeface="Trebuchet MS" panose="020B0603020202020204"/>
                <a:cs typeface="Trebuchet MS" panose="020B0603020202020204"/>
              </a:rPr>
              <a:t>concatenated </a:t>
            </a:r>
            <a:r>
              <a:rPr sz="2200" b="1" dirty="0">
                <a:solidFill>
                  <a:srgbClr val="FF0000"/>
                </a:solidFill>
                <a:latin typeface="Trebuchet MS" panose="020B0603020202020204"/>
                <a:cs typeface="Trebuchet MS" panose="020B0603020202020204"/>
              </a:rPr>
              <a:t>with</a:t>
            </a:r>
            <a:r>
              <a:rPr sz="2200" b="1" spc="-95"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some</a:t>
            </a:r>
            <a:r>
              <a:rPr sz="2200" b="1" spc="-95"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character</a:t>
            </a:r>
            <a:r>
              <a:rPr sz="2200" b="1" spc="-65" dirty="0">
                <a:solidFill>
                  <a:srgbClr val="FF0000"/>
                </a:solidFill>
                <a:highlight>
                  <a:srgbClr val="FFFF00"/>
                </a:highlight>
                <a:latin typeface="Trebuchet MS" panose="020B0603020202020204"/>
                <a:cs typeface="Trebuchet MS" panose="020B0603020202020204"/>
              </a:rPr>
              <a:t> </a:t>
            </a:r>
            <a:r>
              <a:rPr sz="2200" b="1" spc="-10" dirty="0">
                <a:solidFill>
                  <a:srgbClr val="FF0000"/>
                </a:solidFill>
                <a:highlight>
                  <a:srgbClr val="FFFF00"/>
                </a:highlight>
                <a:latin typeface="Trebuchet MS" panose="020B0603020202020204"/>
                <a:cs typeface="Trebuchet MS" panose="020B0603020202020204"/>
              </a:rPr>
              <a:t>string</a:t>
            </a:r>
            <a:r>
              <a:rPr sz="2200" spc="-10" dirty="0">
                <a:highlight>
                  <a:srgbClr val="FFFF00"/>
                </a:highlight>
                <a:latin typeface="Trebuchet MS" panose="020B0603020202020204"/>
                <a:cs typeface="Trebuchet MS" panose="020B0603020202020204"/>
              </a:rPr>
              <a:t>.</a:t>
            </a:r>
            <a:endParaRPr sz="2200">
              <a:highlight>
                <a:srgbClr val="FFFF00"/>
              </a:highlight>
              <a:latin typeface="Trebuchet MS" panose="020B0603020202020204"/>
              <a:cs typeface="Trebuchet MS" panose="020B0603020202020204"/>
            </a:endParaRPr>
          </a:p>
          <a:p>
            <a:pPr marL="354965" indent="-342265">
              <a:lnSpc>
                <a:spcPct val="100000"/>
              </a:lnSpc>
              <a:spcBef>
                <a:spcPts val="530"/>
              </a:spcBef>
              <a:buFont typeface="Wingdings" panose="05000000000000000000"/>
              <a:buChar char=""/>
              <a:tabLst>
                <a:tab pos="354965" algn="l"/>
              </a:tabLst>
            </a:pPr>
            <a:r>
              <a:rPr sz="2200" dirty="0">
                <a:latin typeface="Trebuchet MS" panose="020B0603020202020204"/>
                <a:cs typeface="Trebuchet MS" panose="020B0603020202020204"/>
              </a:rPr>
              <a:t>The</a:t>
            </a:r>
            <a:r>
              <a:rPr sz="2200" spc="-5" dirty="0">
                <a:latin typeface="Trebuchet MS" panose="020B0603020202020204"/>
                <a:cs typeface="Trebuchet MS" panose="020B0603020202020204"/>
              </a:rPr>
              <a:t>  </a:t>
            </a:r>
            <a:r>
              <a:rPr sz="2200" dirty="0">
                <a:latin typeface="Trebuchet MS" panose="020B0603020202020204"/>
                <a:cs typeface="Trebuchet MS" panose="020B0603020202020204"/>
              </a:rPr>
              <a:t>environment  parameter,  </a:t>
            </a:r>
            <a:r>
              <a:rPr sz="2200" b="1" dirty="0">
                <a:highlight>
                  <a:srgbClr val="FFFF00"/>
                </a:highlight>
                <a:latin typeface="Trebuchet MS" panose="020B0603020202020204"/>
                <a:cs typeface="Trebuchet MS" panose="020B0603020202020204"/>
              </a:rPr>
              <a:t>SERVEROUTPUT</a:t>
            </a:r>
            <a:r>
              <a:rPr sz="2200" b="1" spc="-15" dirty="0">
                <a:highlight>
                  <a:srgbClr val="FFFF00"/>
                </a:highlight>
                <a:latin typeface="Trebuchet MS" panose="020B0603020202020204"/>
                <a:cs typeface="Trebuchet MS" panose="020B0603020202020204"/>
              </a:rPr>
              <a:t>  </a:t>
            </a:r>
            <a:r>
              <a:rPr sz="2200" dirty="0">
                <a:latin typeface="Trebuchet MS" panose="020B0603020202020204"/>
                <a:cs typeface="Trebuchet MS" panose="020B0603020202020204"/>
              </a:rPr>
              <a:t>must  be  </a:t>
            </a:r>
            <a:r>
              <a:rPr sz="2200" b="1" dirty="0">
                <a:solidFill>
                  <a:srgbClr val="FF0000"/>
                </a:solidFill>
                <a:latin typeface="Trebuchet MS" panose="020B0603020202020204"/>
                <a:cs typeface="Trebuchet MS" panose="020B0603020202020204"/>
              </a:rPr>
              <a:t>ON</a:t>
            </a:r>
            <a:r>
              <a:rPr sz="2200" b="1" spc="-5" dirty="0">
                <a:solidFill>
                  <a:srgbClr val="FF0000"/>
                </a:solidFill>
                <a:latin typeface="Trebuchet MS" panose="020B0603020202020204"/>
                <a:cs typeface="Trebuchet MS" panose="020B0603020202020204"/>
              </a:rPr>
              <a:t>  </a:t>
            </a:r>
            <a:r>
              <a:rPr sz="2200" spc="-25" dirty="0">
                <a:latin typeface="Trebuchet MS" panose="020B0603020202020204"/>
                <a:cs typeface="Trebuchet MS" panose="020B0603020202020204"/>
              </a:rPr>
              <a:t>to</a:t>
            </a:r>
            <a:endParaRPr sz="2200">
              <a:latin typeface="Trebuchet MS" panose="020B0603020202020204"/>
              <a:cs typeface="Trebuchet MS" panose="020B0603020202020204"/>
            </a:endParaRPr>
          </a:p>
          <a:p>
            <a:pPr marL="355600">
              <a:lnSpc>
                <a:spcPct val="100000"/>
              </a:lnSpc>
            </a:pPr>
            <a:r>
              <a:rPr sz="2200" dirty="0">
                <a:highlight>
                  <a:srgbClr val="FFFF00"/>
                </a:highlight>
                <a:latin typeface="Trebuchet MS" panose="020B0603020202020204"/>
                <a:cs typeface="Trebuchet MS" panose="020B0603020202020204"/>
              </a:rPr>
              <a:t>display</a:t>
            </a:r>
            <a:r>
              <a:rPr sz="2200" spc="-1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messages</a:t>
            </a:r>
            <a:r>
              <a:rPr sz="2200" spc="-35" dirty="0">
                <a:highlight>
                  <a:srgbClr val="FFFF00"/>
                </a:highlight>
                <a:latin typeface="Trebuchet MS" panose="020B0603020202020204"/>
                <a:cs typeface="Trebuchet MS" panose="020B0603020202020204"/>
              </a:rPr>
              <a:t> </a:t>
            </a:r>
            <a:r>
              <a:rPr sz="2200" dirty="0">
                <a:latin typeface="Trebuchet MS" panose="020B0603020202020204"/>
                <a:cs typeface="Trebuchet MS" panose="020B0603020202020204"/>
              </a:rPr>
              <a:t>on</a:t>
            </a:r>
            <a:r>
              <a:rPr sz="2200" spc="-20" dirty="0">
                <a:latin typeface="Trebuchet MS" panose="020B0603020202020204"/>
                <a:cs typeface="Trebuchet MS" panose="020B0603020202020204"/>
              </a:rPr>
              <a:t> </a:t>
            </a:r>
            <a:r>
              <a:rPr sz="2200" spc="-10" dirty="0">
                <a:latin typeface="Trebuchet MS" panose="020B0603020202020204"/>
                <a:cs typeface="Trebuchet MS" panose="020B0603020202020204"/>
              </a:rPr>
              <a:t>screen.</a:t>
            </a:r>
            <a:endParaRPr sz="2200">
              <a:latin typeface="Trebuchet MS" panose="020B0603020202020204"/>
              <a:cs typeface="Trebuchet MS" panose="020B0603020202020204"/>
            </a:endParaRPr>
          </a:p>
          <a:p>
            <a:pPr marL="1841500" indent="-1828800">
              <a:lnSpc>
                <a:spcPct val="100000"/>
              </a:lnSpc>
              <a:spcBef>
                <a:spcPts val="530"/>
              </a:spcBef>
              <a:buFont typeface="Wingdings" panose="05000000000000000000"/>
              <a:buChar char=""/>
              <a:tabLst>
                <a:tab pos="1841500" algn="l"/>
                <a:tab pos="2562225" algn="l"/>
                <a:tab pos="4856480" algn="l"/>
              </a:tabLst>
            </a:pPr>
            <a:r>
              <a:rPr sz="2200" b="1" spc="-25" dirty="0">
                <a:latin typeface="Trebuchet MS" panose="020B0603020202020204"/>
                <a:cs typeface="Trebuchet MS" panose="020B0603020202020204"/>
              </a:rPr>
              <a:t>SET</a:t>
            </a:r>
            <a:r>
              <a:rPr sz="2200" b="1" dirty="0">
                <a:latin typeface="Trebuchet MS" panose="020B0603020202020204"/>
                <a:cs typeface="Trebuchet MS" panose="020B0603020202020204"/>
              </a:rPr>
              <a:t>	</a:t>
            </a:r>
            <a:r>
              <a:rPr sz="2200" b="1" spc="-10" dirty="0">
                <a:solidFill>
                  <a:srgbClr val="FF0000"/>
                </a:solidFill>
                <a:latin typeface="Trebuchet MS" panose="020B0603020202020204"/>
                <a:cs typeface="Trebuchet MS" panose="020B0603020202020204"/>
              </a:rPr>
              <a:t>SERVEROUTPUT</a:t>
            </a:r>
            <a:r>
              <a:rPr sz="2200" b="1" dirty="0">
                <a:solidFill>
                  <a:srgbClr val="FF0000"/>
                </a:solidFill>
                <a:latin typeface="Trebuchet MS" panose="020B0603020202020204"/>
                <a:cs typeface="Trebuchet MS" panose="020B0603020202020204"/>
              </a:rPr>
              <a:t>	</a:t>
            </a:r>
            <a:r>
              <a:rPr sz="2200" b="1" spc="-25" dirty="0">
                <a:latin typeface="Trebuchet MS" panose="020B0603020202020204"/>
                <a:cs typeface="Trebuchet MS" panose="020B0603020202020204"/>
              </a:rPr>
              <a:t>ON;</a:t>
            </a:r>
            <a:endParaRPr sz="2200">
              <a:latin typeface="Trebuchet MS" panose="020B0603020202020204"/>
              <a:cs typeface="Trebuchet MS" panose="020B0603020202020204"/>
            </a:endParaRPr>
          </a:p>
        </p:txBody>
      </p:sp>
      <p:sp>
        <p:nvSpPr>
          <p:cNvPr id="7" name="object 7"/>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51</a:t>
            </a:r>
            <a:endParaRPr sz="1400">
              <a:latin typeface="Arial MT"/>
              <a:cs typeface="Arial M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Text Placeholder 2"/>
          <p:cNvSpPr>
            <a:spLocks noGrp="1"/>
          </p:cNvSpPr>
          <p:nvPr>
            <p:ph type="body" idx="1"/>
          </p:nvPr>
        </p:nvSpPr>
        <p:spPr/>
        <p:txBody>
          <a:bodyPr/>
          <a:p>
            <a:endParaRPr lang="en-US"/>
          </a:p>
        </p:txBody>
      </p:sp>
      <p:pic>
        <p:nvPicPr>
          <p:cNvPr id="4" name="Picture 3"/>
          <p:cNvPicPr>
            <a:picLocks noChangeAspect="1"/>
          </p:cNvPicPr>
          <p:nvPr/>
        </p:nvPicPr>
        <p:blipFill>
          <a:blip r:embed="rId1"/>
          <a:stretch>
            <a:fillRect/>
          </a:stretch>
        </p:blipFill>
        <p:spPr>
          <a:xfrm>
            <a:off x="0" y="0"/>
            <a:ext cx="9173210" cy="694944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3157220">
              <a:lnSpc>
                <a:spcPct val="100000"/>
              </a:lnSpc>
              <a:spcBef>
                <a:spcPts val="100"/>
              </a:spcBef>
            </a:pPr>
            <a:r>
              <a:rPr sz="4400" spc="-10" dirty="0"/>
              <a:t>Comments</a:t>
            </a:r>
            <a:endParaRPr sz="4400"/>
          </a:p>
        </p:txBody>
      </p:sp>
      <p:sp>
        <p:nvSpPr>
          <p:cNvPr id="3" name="object 3"/>
          <p:cNvSpPr txBox="1"/>
          <p:nvPr/>
        </p:nvSpPr>
        <p:spPr>
          <a:xfrm>
            <a:off x="269240" y="1482293"/>
            <a:ext cx="8681720" cy="2305685"/>
          </a:xfrm>
          <a:prstGeom prst="rect">
            <a:avLst/>
          </a:prstGeom>
        </p:spPr>
        <p:txBody>
          <a:bodyPr vert="horz" wrap="square" lIns="0" tIns="12065" rIns="0" bIns="0" rtlCol="0">
            <a:spAutoFit/>
          </a:bodyPr>
          <a:lstStyle/>
          <a:p>
            <a:pPr marL="354965" indent="-342265">
              <a:lnSpc>
                <a:spcPct val="100000"/>
              </a:lnSpc>
              <a:spcBef>
                <a:spcPts val="95"/>
              </a:spcBef>
              <a:buFont typeface="Wingdings" panose="05000000000000000000"/>
              <a:buChar char=""/>
              <a:tabLst>
                <a:tab pos="354965" algn="l"/>
              </a:tabLst>
            </a:pPr>
            <a:r>
              <a:rPr sz="2200" dirty="0">
                <a:latin typeface="Trebuchet MS" panose="020B0603020202020204"/>
                <a:cs typeface="Trebuchet MS" panose="020B0603020202020204"/>
              </a:rPr>
              <a:t>Comments</a:t>
            </a:r>
            <a:r>
              <a:rPr sz="2200" spc="15" dirty="0">
                <a:latin typeface="Trebuchet MS" panose="020B0603020202020204"/>
                <a:cs typeface="Trebuchet MS" panose="020B0603020202020204"/>
              </a:rPr>
              <a:t> </a:t>
            </a:r>
            <a:r>
              <a:rPr sz="2200" dirty="0">
                <a:latin typeface="Trebuchet MS" panose="020B0603020202020204"/>
                <a:cs typeface="Trebuchet MS" panose="020B0603020202020204"/>
              </a:rPr>
              <a:t>are</a:t>
            </a:r>
            <a:r>
              <a:rPr sz="2200" spc="25" dirty="0">
                <a:latin typeface="Trebuchet MS" panose="020B0603020202020204"/>
                <a:cs typeface="Trebuchet MS" panose="020B0603020202020204"/>
              </a:rPr>
              <a:t> </a:t>
            </a:r>
            <a:r>
              <a:rPr sz="2200" dirty="0">
                <a:latin typeface="Trebuchet MS" panose="020B0603020202020204"/>
                <a:cs typeface="Trebuchet MS" panose="020B0603020202020204"/>
              </a:rPr>
              <a:t>statement</a:t>
            </a:r>
            <a:r>
              <a:rPr sz="2200" spc="35" dirty="0">
                <a:latin typeface="Trebuchet MS" panose="020B0603020202020204"/>
                <a:cs typeface="Trebuchet MS" panose="020B0603020202020204"/>
              </a:rPr>
              <a:t> </a:t>
            </a:r>
            <a:r>
              <a:rPr sz="2200" dirty="0">
                <a:latin typeface="Trebuchet MS" panose="020B0603020202020204"/>
                <a:cs typeface="Trebuchet MS" panose="020B0603020202020204"/>
              </a:rPr>
              <a:t>that</a:t>
            </a:r>
            <a:r>
              <a:rPr sz="2200" spc="30" dirty="0">
                <a:latin typeface="Trebuchet MS" panose="020B0603020202020204"/>
                <a:cs typeface="Trebuchet MS" panose="020B0603020202020204"/>
              </a:rPr>
              <a:t> </a:t>
            </a:r>
            <a:r>
              <a:rPr sz="2200" dirty="0">
                <a:latin typeface="Trebuchet MS" panose="020B0603020202020204"/>
                <a:cs typeface="Trebuchet MS" panose="020B0603020202020204"/>
              </a:rPr>
              <a:t>will</a:t>
            </a:r>
            <a:r>
              <a:rPr sz="2200" spc="25" dirty="0">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not</a:t>
            </a:r>
            <a:r>
              <a:rPr sz="2200" b="1" spc="35"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get</a:t>
            </a:r>
            <a:r>
              <a:rPr sz="2200" b="1" spc="30"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executed</a:t>
            </a:r>
            <a:r>
              <a:rPr sz="2200" b="1" spc="20" dirty="0">
                <a:solidFill>
                  <a:srgbClr val="FF0000"/>
                </a:solidFill>
                <a:highlight>
                  <a:srgbClr val="FFFF00"/>
                </a:highlight>
                <a:latin typeface="Trebuchet MS" panose="020B0603020202020204"/>
                <a:cs typeface="Trebuchet MS" panose="020B0603020202020204"/>
              </a:rPr>
              <a:t> </a:t>
            </a:r>
            <a:r>
              <a:rPr sz="2200" dirty="0">
                <a:latin typeface="Trebuchet MS" panose="020B0603020202020204"/>
                <a:cs typeface="Trebuchet MS" panose="020B0603020202020204"/>
              </a:rPr>
              <a:t>even</a:t>
            </a:r>
            <a:r>
              <a:rPr sz="2200" spc="20" dirty="0">
                <a:latin typeface="Trebuchet MS" panose="020B0603020202020204"/>
                <a:cs typeface="Trebuchet MS" panose="020B0603020202020204"/>
              </a:rPr>
              <a:t> </a:t>
            </a:r>
            <a:r>
              <a:rPr sz="2200" spc="-10" dirty="0">
                <a:latin typeface="Trebuchet MS" panose="020B0603020202020204"/>
                <a:cs typeface="Trebuchet MS" panose="020B0603020202020204"/>
              </a:rPr>
              <a:t>though</a:t>
            </a:r>
            <a:endParaRPr sz="2200">
              <a:latin typeface="Trebuchet MS" panose="020B0603020202020204"/>
              <a:cs typeface="Trebuchet MS" panose="020B0603020202020204"/>
            </a:endParaRPr>
          </a:p>
          <a:p>
            <a:pPr marL="355600">
              <a:lnSpc>
                <a:spcPct val="100000"/>
              </a:lnSpc>
              <a:spcBef>
                <a:spcPts val="5"/>
              </a:spcBef>
            </a:pPr>
            <a:r>
              <a:rPr sz="2200" dirty="0">
                <a:latin typeface="Trebuchet MS" panose="020B0603020202020204"/>
                <a:cs typeface="Trebuchet MS" panose="020B0603020202020204"/>
              </a:rPr>
              <a:t>they</a:t>
            </a:r>
            <a:r>
              <a:rPr sz="2200" spc="-35" dirty="0">
                <a:latin typeface="Trebuchet MS" panose="020B0603020202020204"/>
                <a:cs typeface="Trebuchet MS" panose="020B0603020202020204"/>
              </a:rPr>
              <a:t> </a:t>
            </a:r>
            <a:r>
              <a:rPr sz="2200" dirty="0">
                <a:latin typeface="Trebuchet MS" panose="020B0603020202020204"/>
                <a:cs typeface="Trebuchet MS" panose="020B0603020202020204"/>
              </a:rPr>
              <a:t>are</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present</a:t>
            </a:r>
            <a:r>
              <a:rPr sz="2200" spc="-30" dirty="0">
                <a:latin typeface="Trebuchet MS" panose="020B0603020202020204"/>
                <a:cs typeface="Trebuchet MS" panose="020B0603020202020204"/>
              </a:rPr>
              <a:t> </a:t>
            </a:r>
            <a:r>
              <a:rPr sz="2200" dirty="0">
                <a:latin typeface="Trebuchet MS" panose="020B0603020202020204"/>
                <a:cs typeface="Trebuchet MS" panose="020B0603020202020204"/>
              </a:rPr>
              <a:t>in</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the</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program</a:t>
            </a:r>
            <a:r>
              <a:rPr sz="2200" spc="-50" dirty="0">
                <a:latin typeface="Trebuchet MS" panose="020B0603020202020204"/>
                <a:cs typeface="Trebuchet MS" panose="020B0603020202020204"/>
              </a:rPr>
              <a:t> </a:t>
            </a:r>
            <a:r>
              <a:rPr sz="2200" spc="-10" dirty="0">
                <a:latin typeface="Trebuchet MS" panose="020B0603020202020204"/>
                <a:cs typeface="Trebuchet MS" panose="020B0603020202020204"/>
              </a:rPr>
              <a:t>code.</a:t>
            </a:r>
            <a:endParaRPr sz="2200">
              <a:latin typeface="Trebuchet MS" panose="020B0603020202020204"/>
              <a:cs typeface="Trebuchet MS" panose="020B0603020202020204"/>
            </a:endParaRPr>
          </a:p>
          <a:p>
            <a:pPr marL="354965" indent="-342265">
              <a:lnSpc>
                <a:spcPct val="100000"/>
              </a:lnSpc>
              <a:spcBef>
                <a:spcPts val="530"/>
              </a:spcBef>
              <a:buFont typeface="Wingdings" panose="05000000000000000000"/>
              <a:buChar char=""/>
              <a:tabLst>
                <a:tab pos="354965" algn="l"/>
              </a:tabLst>
            </a:pPr>
            <a:r>
              <a:rPr sz="2200" dirty="0">
                <a:latin typeface="Trebuchet MS" panose="020B0603020202020204"/>
                <a:cs typeface="Trebuchet MS" panose="020B0603020202020204"/>
              </a:rPr>
              <a:t>Comments</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are</a:t>
            </a:r>
            <a:r>
              <a:rPr sz="2200" spc="-70" dirty="0">
                <a:latin typeface="Trebuchet MS" panose="020B0603020202020204"/>
                <a:cs typeface="Trebuchet MS" panose="020B0603020202020204"/>
              </a:rPr>
              <a:t> </a:t>
            </a:r>
            <a:r>
              <a:rPr sz="2200" dirty="0">
                <a:latin typeface="Trebuchet MS" panose="020B0603020202020204"/>
                <a:cs typeface="Trebuchet MS" panose="020B0603020202020204"/>
              </a:rPr>
              <a:t>used</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to</a:t>
            </a:r>
            <a:r>
              <a:rPr sz="2200" spc="-65" dirty="0">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increase</a:t>
            </a:r>
            <a:r>
              <a:rPr sz="2200" b="1" spc="-35"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readability</a:t>
            </a:r>
            <a:r>
              <a:rPr sz="2200" b="1" spc="-15" dirty="0">
                <a:solidFill>
                  <a:srgbClr val="FF0000"/>
                </a:solidFill>
                <a:highlight>
                  <a:srgbClr val="FFFF00"/>
                </a:highlight>
                <a:latin typeface="Trebuchet MS" panose="020B0603020202020204"/>
                <a:cs typeface="Trebuchet MS" panose="020B0603020202020204"/>
              </a:rPr>
              <a:t> </a:t>
            </a:r>
            <a:r>
              <a:rPr sz="2200" dirty="0">
                <a:latin typeface="Trebuchet MS" panose="020B0603020202020204"/>
                <a:cs typeface="Trebuchet MS" panose="020B0603020202020204"/>
              </a:rPr>
              <a:t>of</a:t>
            </a:r>
            <a:r>
              <a:rPr sz="2200" spc="-55" dirty="0">
                <a:latin typeface="Trebuchet MS" panose="020B0603020202020204"/>
                <a:cs typeface="Trebuchet MS" panose="020B0603020202020204"/>
              </a:rPr>
              <a:t> </a:t>
            </a:r>
            <a:r>
              <a:rPr sz="2200" dirty="0">
                <a:latin typeface="Trebuchet MS" panose="020B0603020202020204"/>
                <a:cs typeface="Trebuchet MS" panose="020B0603020202020204"/>
              </a:rPr>
              <a:t>a</a:t>
            </a:r>
            <a:r>
              <a:rPr sz="2200" spc="-60" dirty="0">
                <a:latin typeface="Trebuchet MS" panose="020B0603020202020204"/>
                <a:cs typeface="Trebuchet MS" panose="020B0603020202020204"/>
              </a:rPr>
              <a:t> </a:t>
            </a:r>
            <a:r>
              <a:rPr sz="2200" spc="-10" dirty="0">
                <a:latin typeface="Trebuchet MS" panose="020B0603020202020204"/>
                <a:cs typeface="Trebuchet MS" panose="020B0603020202020204"/>
              </a:rPr>
              <a:t>program.</a:t>
            </a:r>
            <a:endParaRPr sz="2200">
              <a:latin typeface="Trebuchet MS" panose="020B0603020202020204"/>
              <a:cs typeface="Trebuchet MS" panose="020B0603020202020204"/>
            </a:endParaRPr>
          </a:p>
          <a:p>
            <a:pPr marL="354965" indent="-342265">
              <a:lnSpc>
                <a:spcPct val="100000"/>
              </a:lnSpc>
              <a:spcBef>
                <a:spcPts val="525"/>
              </a:spcBef>
              <a:buFont typeface="Wingdings" panose="05000000000000000000"/>
              <a:buChar char=""/>
              <a:tabLst>
                <a:tab pos="354965" algn="l"/>
              </a:tabLst>
            </a:pPr>
            <a:r>
              <a:rPr sz="2200" dirty="0">
                <a:latin typeface="Trebuchet MS" panose="020B0603020202020204"/>
                <a:cs typeface="Trebuchet MS" panose="020B0603020202020204"/>
              </a:rPr>
              <a:t>There</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are</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two</a:t>
            </a:r>
            <a:r>
              <a:rPr sz="2200" spc="-30" dirty="0">
                <a:latin typeface="Trebuchet MS" panose="020B0603020202020204"/>
                <a:cs typeface="Trebuchet MS" panose="020B0603020202020204"/>
              </a:rPr>
              <a:t> </a:t>
            </a:r>
            <a:r>
              <a:rPr sz="2200" dirty="0">
                <a:latin typeface="Trebuchet MS" panose="020B0603020202020204"/>
                <a:cs typeface="Trebuchet MS" panose="020B0603020202020204"/>
              </a:rPr>
              <a:t>types</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of</a:t>
            </a:r>
            <a:r>
              <a:rPr sz="2200" spc="-35" dirty="0">
                <a:latin typeface="Trebuchet MS" panose="020B0603020202020204"/>
                <a:cs typeface="Trebuchet MS" panose="020B0603020202020204"/>
              </a:rPr>
              <a:t> </a:t>
            </a:r>
            <a:r>
              <a:rPr sz="2200" spc="-10" dirty="0">
                <a:latin typeface="Trebuchet MS" panose="020B0603020202020204"/>
                <a:cs typeface="Trebuchet MS" panose="020B0603020202020204"/>
              </a:rPr>
              <a:t>comments:</a:t>
            </a:r>
            <a:endParaRPr sz="2200">
              <a:latin typeface="Trebuchet MS" panose="020B0603020202020204"/>
              <a:cs typeface="Trebuchet MS" panose="020B0603020202020204"/>
            </a:endParaRPr>
          </a:p>
          <a:p>
            <a:pPr marL="359410" indent="-346710">
              <a:lnSpc>
                <a:spcPct val="100000"/>
              </a:lnSpc>
              <a:spcBef>
                <a:spcPts val="530"/>
              </a:spcBef>
              <a:buAutoNum type="arabicParenR"/>
              <a:tabLst>
                <a:tab pos="359410" algn="l"/>
                <a:tab pos="818515" algn="l"/>
                <a:tab pos="5257165" algn="l"/>
              </a:tabLst>
            </a:pPr>
            <a:r>
              <a:rPr sz="2200" b="1" spc="-20" dirty="0">
                <a:latin typeface="Trebuchet MS" panose="020B0603020202020204"/>
                <a:cs typeface="Trebuchet MS" panose="020B0603020202020204"/>
              </a:rPr>
              <a:t>-</a:t>
            </a:r>
            <a:r>
              <a:rPr sz="2200" b="1" dirty="0">
                <a:latin typeface="Trebuchet MS" panose="020B0603020202020204"/>
                <a:cs typeface="Trebuchet MS" panose="020B0603020202020204"/>
              </a:rPr>
              <a:t>-	(Double</a:t>
            </a:r>
            <a:r>
              <a:rPr sz="2200" b="1" spc="-65" dirty="0">
                <a:latin typeface="Trebuchet MS" panose="020B0603020202020204"/>
                <a:cs typeface="Trebuchet MS" panose="020B0603020202020204"/>
              </a:rPr>
              <a:t> </a:t>
            </a:r>
            <a:r>
              <a:rPr sz="2200" b="1" dirty="0">
                <a:latin typeface="Trebuchet MS" panose="020B0603020202020204"/>
                <a:cs typeface="Trebuchet MS" panose="020B0603020202020204"/>
              </a:rPr>
              <a:t>hyphen</a:t>
            </a:r>
            <a:r>
              <a:rPr sz="2200" b="1" spc="-60" dirty="0">
                <a:latin typeface="Trebuchet MS" panose="020B0603020202020204"/>
                <a:cs typeface="Trebuchet MS" panose="020B0603020202020204"/>
              </a:rPr>
              <a:t> </a:t>
            </a:r>
            <a:r>
              <a:rPr sz="2200" b="1" dirty="0">
                <a:latin typeface="Trebuchet MS" panose="020B0603020202020204"/>
                <a:cs typeface="Trebuchet MS" panose="020B0603020202020204"/>
              </a:rPr>
              <a:t>or</a:t>
            </a:r>
            <a:r>
              <a:rPr sz="2200" b="1" spc="-65" dirty="0">
                <a:latin typeface="Trebuchet MS" panose="020B0603020202020204"/>
                <a:cs typeface="Trebuchet MS" panose="020B0603020202020204"/>
              </a:rPr>
              <a:t> </a:t>
            </a:r>
            <a:r>
              <a:rPr sz="2200" b="1" dirty="0">
                <a:latin typeface="Trebuchet MS" panose="020B0603020202020204"/>
                <a:cs typeface="Trebuchet MS" panose="020B0603020202020204"/>
              </a:rPr>
              <a:t>double</a:t>
            </a:r>
            <a:r>
              <a:rPr sz="2200" b="1" spc="-55" dirty="0">
                <a:latin typeface="Trebuchet MS" panose="020B0603020202020204"/>
                <a:cs typeface="Trebuchet MS" panose="020B0603020202020204"/>
              </a:rPr>
              <a:t> </a:t>
            </a:r>
            <a:r>
              <a:rPr sz="2200" b="1" spc="-10" dirty="0">
                <a:latin typeface="Trebuchet MS" panose="020B0603020202020204"/>
                <a:cs typeface="Trebuchet MS" panose="020B0603020202020204"/>
              </a:rPr>
              <a:t>dash)</a:t>
            </a:r>
            <a:r>
              <a:rPr sz="2200" b="1" dirty="0">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Single</a:t>
            </a:r>
            <a:r>
              <a:rPr sz="2200" b="1" spc="-35"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Line</a:t>
            </a:r>
            <a:r>
              <a:rPr sz="2200" b="1" spc="-35" dirty="0">
                <a:solidFill>
                  <a:srgbClr val="FF0000"/>
                </a:solidFill>
                <a:latin typeface="Trebuchet MS" panose="020B0603020202020204"/>
                <a:cs typeface="Trebuchet MS" panose="020B0603020202020204"/>
              </a:rPr>
              <a:t> </a:t>
            </a:r>
            <a:r>
              <a:rPr sz="2200" b="1" spc="-10" dirty="0">
                <a:solidFill>
                  <a:srgbClr val="FF0000"/>
                </a:solidFill>
                <a:latin typeface="Trebuchet MS" panose="020B0603020202020204"/>
                <a:cs typeface="Trebuchet MS" panose="020B0603020202020204"/>
              </a:rPr>
              <a:t>Comment</a:t>
            </a:r>
            <a:r>
              <a:rPr sz="2200" b="1" spc="-10" dirty="0">
                <a:latin typeface="Trebuchet MS" panose="020B0603020202020204"/>
                <a:cs typeface="Trebuchet MS" panose="020B0603020202020204"/>
              </a:rPr>
              <a:t>):</a:t>
            </a:r>
            <a:endParaRPr sz="2200">
              <a:latin typeface="Trebuchet MS" panose="020B0603020202020204"/>
              <a:cs typeface="Trebuchet MS" panose="020B0603020202020204"/>
            </a:endParaRPr>
          </a:p>
          <a:p>
            <a:pPr marL="690880" lvl="1" indent="-342900">
              <a:lnSpc>
                <a:spcPct val="100000"/>
              </a:lnSpc>
              <a:spcBef>
                <a:spcPts val="530"/>
              </a:spcBef>
              <a:buFont typeface="Courier New" panose="02070309020205020404"/>
              <a:buChar char="o"/>
              <a:tabLst>
                <a:tab pos="690880" algn="l"/>
              </a:tabLst>
            </a:pPr>
            <a:r>
              <a:rPr sz="2200" spc="-30" dirty="0">
                <a:latin typeface="Trebuchet MS" panose="020B0603020202020204"/>
                <a:cs typeface="Trebuchet MS" panose="020B0603020202020204"/>
              </a:rPr>
              <a:t>Treats</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single</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line</a:t>
            </a:r>
            <a:r>
              <a:rPr sz="2200" spc="-35" dirty="0">
                <a:latin typeface="Trebuchet MS" panose="020B0603020202020204"/>
                <a:cs typeface="Trebuchet MS" panose="020B0603020202020204"/>
              </a:rPr>
              <a:t> </a:t>
            </a:r>
            <a:r>
              <a:rPr sz="2200" dirty="0">
                <a:latin typeface="Trebuchet MS" panose="020B0603020202020204"/>
                <a:cs typeface="Trebuchet MS" panose="020B0603020202020204"/>
              </a:rPr>
              <a:t>as</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a</a:t>
            </a:r>
            <a:r>
              <a:rPr sz="2200" spc="-40" dirty="0">
                <a:latin typeface="Trebuchet MS" panose="020B0603020202020204"/>
                <a:cs typeface="Trebuchet MS" panose="020B0603020202020204"/>
              </a:rPr>
              <a:t> </a:t>
            </a:r>
            <a:r>
              <a:rPr sz="2200" spc="-10" dirty="0">
                <a:latin typeface="Trebuchet MS" panose="020B0603020202020204"/>
                <a:cs typeface="Trebuchet MS" panose="020B0603020202020204"/>
              </a:rPr>
              <a:t>comment.</a:t>
            </a:r>
            <a:endParaRPr sz="2200">
              <a:latin typeface="Trebuchet MS" panose="020B0603020202020204"/>
              <a:cs typeface="Trebuchet MS" panose="020B0603020202020204"/>
            </a:endParaRPr>
          </a:p>
        </p:txBody>
      </p:sp>
      <p:sp>
        <p:nvSpPr>
          <p:cNvPr id="4" name="object 4"/>
          <p:cNvSpPr txBox="1"/>
          <p:nvPr/>
        </p:nvSpPr>
        <p:spPr>
          <a:xfrm>
            <a:off x="269240" y="3915536"/>
            <a:ext cx="1309370" cy="924560"/>
          </a:xfrm>
          <a:prstGeom prst="rect">
            <a:avLst/>
          </a:prstGeom>
        </p:spPr>
        <p:txBody>
          <a:bodyPr vert="horz" wrap="square" lIns="0" tIns="12065" rIns="0" bIns="0" rtlCol="0">
            <a:spAutoFit/>
          </a:bodyPr>
          <a:lstStyle/>
          <a:p>
            <a:pPr marR="169545" algn="r">
              <a:lnSpc>
                <a:spcPct val="100000"/>
              </a:lnSpc>
              <a:spcBef>
                <a:spcPts val="95"/>
              </a:spcBef>
            </a:pPr>
            <a:r>
              <a:rPr sz="2200" b="1" spc="-20" dirty="0">
                <a:latin typeface="Trebuchet MS" panose="020B0603020202020204"/>
                <a:cs typeface="Trebuchet MS" panose="020B0603020202020204"/>
              </a:rPr>
              <a:t>-</a:t>
            </a:r>
            <a:r>
              <a:rPr sz="2200" b="1" dirty="0">
                <a:latin typeface="Trebuchet MS" panose="020B0603020202020204"/>
                <a:cs typeface="Trebuchet MS" panose="020B0603020202020204"/>
              </a:rPr>
              <a:t>-</a:t>
            </a:r>
            <a:endParaRPr sz="2200">
              <a:latin typeface="Trebuchet MS" panose="020B0603020202020204"/>
              <a:cs typeface="Trebuchet MS" panose="020B0603020202020204"/>
            </a:endParaRPr>
          </a:p>
          <a:p>
            <a:pPr marL="12700">
              <a:lnSpc>
                <a:spcPct val="100000"/>
              </a:lnSpc>
              <a:spcBef>
                <a:spcPts val="1800"/>
              </a:spcBef>
            </a:pPr>
            <a:r>
              <a:rPr sz="2200" b="1" dirty="0">
                <a:latin typeface="Trebuchet MS" panose="020B0603020202020204"/>
                <a:cs typeface="Trebuchet MS" panose="020B0603020202020204"/>
              </a:rPr>
              <a:t>2)</a:t>
            </a:r>
            <a:r>
              <a:rPr sz="2200" b="1" spc="-45" dirty="0">
                <a:latin typeface="Trebuchet MS" panose="020B0603020202020204"/>
                <a:cs typeface="Trebuchet MS" panose="020B0603020202020204"/>
              </a:rPr>
              <a:t> </a:t>
            </a:r>
            <a:r>
              <a:rPr sz="2200" b="1" dirty="0">
                <a:latin typeface="Trebuchet MS" panose="020B0603020202020204"/>
                <a:cs typeface="Trebuchet MS" panose="020B0603020202020204"/>
              </a:rPr>
              <a:t>/*</a:t>
            </a:r>
            <a:r>
              <a:rPr sz="2200" b="1" spc="-15" dirty="0">
                <a:latin typeface="Trebuchet MS" panose="020B0603020202020204"/>
                <a:cs typeface="Trebuchet MS" panose="020B0603020202020204"/>
              </a:rPr>
              <a:t> </a:t>
            </a:r>
            <a:r>
              <a:rPr sz="2200" b="1" dirty="0">
                <a:latin typeface="Trebuchet MS" panose="020B0603020202020204"/>
                <a:cs typeface="Trebuchet MS" panose="020B0603020202020204"/>
              </a:rPr>
              <a:t>….</a:t>
            </a:r>
            <a:r>
              <a:rPr sz="2200" b="1" spc="-10" dirty="0">
                <a:latin typeface="Trebuchet MS" panose="020B0603020202020204"/>
                <a:cs typeface="Trebuchet MS" panose="020B0603020202020204"/>
              </a:rPr>
              <a:t> </a:t>
            </a:r>
            <a:r>
              <a:rPr sz="2200" b="1" spc="-25" dirty="0">
                <a:latin typeface="Trebuchet MS" panose="020B0603020202020204"/>
                <a:cs typeface="Trebuchet MS" panose="020B0603020202020204"/>
              </a:rPr>
              <a:t>*/</a:t>
            </a:r>
            <a:endParaRPr sz="2200">
              <a:latin typeface="Trebuchet MS" panose="020B0603020202020204"/>
              <a:cs typeface="Trebuchet MS" panose="020B0603020202020204"/>
            </a:endParaRPr>
          </a:p>
        </p:txBody>
      </p:sp>
      <p:sp>
        <p:nvSpPr>
          <p:cNvPr id="5" name="object 5"/>
          <p:cNvSpPr txBox="1"/>
          <p:nvPr/>
        </p:nvSpPr>
        <p:spPr>
          <a:xfrm>
            <a:off x="1721866" y="3915536"/>
            <a:ext cx="3801745" cy="924560"/>
          </a:xfrm>
          <a:prstGeom prst="rect">
            <a:avLst/>
          </a:prstGeom>
        </p:spPr>
        <p:txBody>
          <a:bodyPr vert="horz" wrap="square" lIns="0" tIns="12065" rIns="0" bIns="0" rtlCol="0">
            <a:spAutoFit/>
          </a:bodyPr>
          <a:lstStyle/>
          <a:p>
            <a:pPr marL="12700">
              <a:lnSpc>
                <a:spcPct val="100000"/>
              </a:lnSpc>
              <a:spcBef>
                <a:spcPts val="95"/>
              </a:spcBef>
            </a:pPr>
            <a:r>
              <a:rPr sz="2200" b="1" dirty="0">
                <a:latin typeface="Trebuchet MS" panose="020B0603020202020204"/>
                <a:cs typeface="Trebuchet MS" panose="020B0603020202020204"/>
              </a:rPr>
              <a:t>This</a:t>
            </a:r>
            <a:r>
              <a:rPr sz="2200" b="1" spc="-30" dirty="0">
                <a:latin typeface="Trebuchet MS" panose="020B0603020202020204"/>
                <a:cs typeface="Trebuchet MS" panose="020B0603020202020204"/>
              </a:rPr>
              <a:t> </a:t>
            </a:r>
            <a:r>
              <a:rPr sz="2200" b="1" dirty="0">
                <a:latin typeface="Trebuchet MS" panose="020B0603020202020204"/>
                <a:cs typeface="Trebuchet MS" panose="020B0603020202020204"/>
              </a:rPr>
              <a:t>single</a:t>
            </a:r>
            <a:r>
              <a:rPr sz="2200" b="1" spc="-25" dirty="0">
                <a:latin typeface="Trebuchet MS" panose="020B0603020202020204"/>
                <a:cs typeface="Trebuchet MS" panose="020B0603020202020204"/>
              </a:rPr>
              <a:t> </a:t>
            </a:r>
            <a:r>
              <a:rPr sz="2200" b="1" dirty="0">
                <a:latin typeface="Trebuchet MS" panose="020B0603020202020204"/>
                <a:cs typeface="Trebuchet MS" panose="020B0603020202020204"/>
              </a:rPr>
              <a:t>line</a:t>
            </a:r>
            <a:r>
              <a:rPr sz="2200" b="1" spc="-25" dirty="0">
                <a:latin typeface="Trebuchet MS" panose="020B0603020202020204"/>
                <a:cs typeface="Trebuchet MS" panose="020B0603020202020204"/>
              </a:rPr>
              <a:t> </a:t>
            </a:r>
            <a:r>
              <a:rPr sz="2200" b="1" dirty="0">
                <a:latin typeface="Trebuchet MS" panose="020B0603020202020204"/>
                <a:cs typeface="Trebuchet MS" panose="020B0603020202020204"/>
              </a:rPr>
              <a:t>is</a:t>
            </a:r>
            <a:r>
              <a:rPr sz="2200" b="1" spc="-25" dirty="0">
                <a:latin typeface="Trebuchet MS" panose="020B0603020202020204"/>
                <a:cs typeface="Trebuchet MS" panose="020B0603020202020204"/>
              </a:rPr>
              <a:t> </a:t>
            </a:r>
            <a:r>
              <a:rPr sz="2200" b="1" dirty="0">
                <a:latin typeface="Trebuchet MS" panose="020B0603020202020204"/>
                <a:cs typeface="Trebuchet MS" panose="020B0603020202020204"/>
              </a:rPr>
              <a:t>a</a:t>
            </a:r>
            <a:r>
              <a:rPr sz="2200" b="1" spc="-30" dirty="0">
                <a:latin typeface="Trebuchet MS" panose="020B0603020202020204"/>
                <a:cs typeface="Trebuchet MS" panose="020B0603020202020204"/>
              </a:rPr>
              <a:t> </a:t>
            </a:r>
            <a:r>
              <a:rPr sz="2200" b="1" spc="-10" dirty="0">
                <a:latin typeface="Trebuchet MS" panose="020B0603020202020204"/>
                <a:cs typeface="Trebuchet MS" panose="020B0603020202020204"/>
              </a:rPr>
              <a:t>comment</a:t>
            </a:r>
            <a:endParaRPr sz="2200">
              <a:latin typeface="Trebuchet MS" panose="020B0603020202020204"/>
              <a:cs typeface="Trebuchet MS" panose="020B0603020202020204"/>
            </a:endParaRPr>
          </a:p>
          <a:p>
            <a:pPr marL="179705">
              <a:lnSpc>
                <a:spcPct val="100000"/>
              </a:lnSpc>
              <a:spcBef>
                <a:spcPts val="1800"/>
              </a:spcBef>
            </a:pPr>
            <a:r>
              <a:rPr sz="2200" b="1" dirty="0">
                <a:latin typeface="Trebuchet MS" panose="020B0603020202020204"/>
                <a:cs typeface="Trebuchet MS" panose="020B0603020202020204"/>
              </a:rPr>
              <a:t>(</a:t>
            </a:r>
            <a:r>
              <a:rPr sz="2200" b="1" dirty="0">
                <a:solidFill>
                  <a:srgbClr val="FF0000"/>
                </a:solidFill>
                <a:latin typeface="Trebuchet MS" panose="020B0603020202020204"/>
                <a:cs typeface="Trebuchet MS" panose="020B0603020202020204"/>
              </a:rPr>
              <a:t>Multiple</a:t>
            </a:r>
            <a:r>
              <a:rPr sz="2200" b="1" spc="-45"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Line</a:t>
            </a:r>
            <a:r>
              <a:rPr sz="2200" b="1" spc="-80" dirty="0">
                <a:solidFill>
                  <a:srgbClr val="FF0000"/>
                </a:solidFill>
                <a:latin typeface="Trebuchet MS" panose="020B0603020202020204"/>
                <a:cs typeface="Trebuchet MS" panose="020B0603020202020204"/>
              </a:rPr>
              <a:t> </a:t>
            </a:r>
            <a:r>
              <a:rPr sz="2200" b="1" spc="-10" dirty="0">
                <a:solidFill>
                  <a:srgbClr val="FF0000"/>
                </a:solidFill>
                <a:latin typeface="Trebuchet MS" panose="020B0603020202020204"/>
                <a:cs typeface="Trebuchet MS" panose="020B0603020202020204"/>
              </a:rPr>
              <a:t>Comment</a:t>
            </a:r>
            <a:r>
              <a:rPr sz="2200" b="1" spc="-10" dirty="0">
                <a:latin typeface="Trebuchet MS" panose="020B0603020202020204"/>
                <a:cs typeface="Trebuchet MS" panose="020B0603020202020204"/>
              </a:rPr>
              <a:t>):</a:t>
            </a:r>
            <a:endParaRPr sz="2200">
              <a:latin typeface="Trebuchet MS" panose="020B0603020202020204"/>
              <a:cs typeface="Trebuchet MS" panose="020B0603020202020204"/>
            </a:endParaRPr>
          </a:p>
        </p:txBody>
      </p:sp>
      <p:sp>
        <p:nvSpPr>
          <p:cNvPr id="6" name="object 6"/>
          <p:cNvSpPr txBox="1"/>
          <p:nvPr/>
        </p:nvSpPr>
        <p:spPr>
          <a:xfrm>
            <a:off x="604519" y="4729175"/>
            <a:ext cx="8344534" cy="1336040"/>
          </a:xfrm>
          <a:prstGeom prst="rect">
            <a:avLst/>
          </a:prstGeom>
        </p:spPr>
        <p:txBody>
          <a:bodyPr vert="horz" wrap="square" lIns="0" tIns="165100" rIns="0" bIns="0" rtlCol="0">
            <a:spAutoFit/>
          </a:bodyPr>
          <a:lstStyle/>
          <a:p>
            <a:pPr marL="355600" indent="-342900">
              <a:lnSpc>
                <a:spcPct val="100000"/>
              </a:lnSpc>
              <a:spcBef>
                <a:spcPts val="1300"/>
              </a:spcBef>
              <a:buFont typeface="Courier New" panose="02070309020205020404"/>
              <a:buChar char="o"/>
              <a:tabLst>
                <a:tab pos="355600" algn="l"/>
              </a:tabLst>
            </a:pPr>
            <a:r>
              <a:rPr sz="2200" spc="-30" dirty="0">
                <a:latin typeface="Trebuchet MS" panose="020B0603020202020204"/>
                <a:cs typeface="Trebuchet MS" panose="020B0603020202020204"/>
              </a:rPr>
              <a:t>Treats</a:t>
            </a:r>
            <a:r>
              <a:rPr sz="2200" spc="-75" dirty="0">
                <a:latin typeface="Trebuchet MS" panose="020B0603020202020204"/>
                <a:cs typeface="Trebuchet MS" panose="020B0603020202020204"/>
              </a:rPr>
              <a:t> </a:t>
            </a:r>
            <a:r>
              <a:rPr sz="2200" dirty="0">
                <a:latin typeface="Trebuchet MS" panose="020B0603020202020204"/>
                <a:cs typeface="Trebuchet MS" panose="020B0603020202020204"/>
              </a:rPr>
              <a:t>multiple</a:t>
            </a:r>
            <a:r>
              <a:rPr sz="2200" spc="-55" dirty="0">
                <a:latin typeface="Trebuchet MS" panose="020B0603020202020204"/>
                <a:cs typeface="Trebuchet MS" panose="020B0603020202020204"/>
              </a:rPr>
              <a:t> </a:t>
            </a:r>
            <a:r>
              <a:rPr sz="2200" dirty="0">
                <a:latin typeface="Trebuchet MS" panose="020B0603020202020204"/>
                <a:cs typeface="Trebuchet MS" panose="020B0603020202020204"/>
              </a:rPr>
              <a:t>lines</a:t>
            </a:r>
            <a:r>
              <a:rPr sz="2200" spc="-70" dirty="0">
                <a:latin typeface="Trebuchet MS" panose="020B0603020202020204"/>
                <a:cs typeface="Trebuchet MS" panose="020B0603020202020204"/>
              </a:rPr>
              <a:t> </a:t>
            </a:r>
            <a:r>
              <a:rPr sz="2200" dirty="0">
                <a:latin typeface="Trebuchet MS" panose="020B0603020202020204"/>
                <a:cs typeface="Trebuchet MS" panose="020B0603020202020204"/>
              </a:rPr>
              <a:t>as</a:t>
            </a:r>
            <a:r>
              <a:rPr sz="2200" spc="-75" dirty="0">
                <a:latin typeface="Trebuchet MS" panose="020B0603020202020204"/>
                <a:cs typeface="Trebuchet MS" panose="020B0603020202020204"/>
              </a:rPr>
              <a:t> </a:t>
            </a:r>
            <a:r>
              <a:rPr sz="2200" spc="-10" dirty="0">
                <a:latin typeface="Trebuchet MS" panose="020B0603020202020204"/>
                <a:cs typeface="Trebuchet MS" panose="020B0603020202020204"/>
              </a:rPr>
              <a:t>comment.</a:t>
            </a:r>
            <a:endParaRPr sz="2200">
              <a:latin typeface="Trebuchet MS" panose="020B0603020202020204"/>
              <a:cs typeface="Trebuchet MS" panose="020B0603020202020204"/>
            </a:endParaRPr>
          </a:p>
          <a:p>
            <a:pPr marL="20320" marR="5080" indent="571500">
              <a:lnSpc>
                <a:spcPct val="100000"/>
              </a:lnSpc>
              <a:spcBef>
                <a:spcPts val="1200"/>
              </a:spcBef>
              <a:tabLst>
                <a:tab pos="1059815" algn="l"/>
                <a:tab pos="3618865" algn="l"/>
              </a:tabLst>
            </a:pPr>
            <a:r>
              <a:rPr sz="2200" b="1" spc="-25" dirty="0">
                <a:latin typeface="Trebuchet MS" panose="020B0603020202020204"/>
                <a:cs typeface="Trebuchet MS" panose="020B0603020202020204"/>
              </a:rPr>
              <a:t>/*</a:t>
            </a:r>
            <a:r>
              <a:rPr sz="2200" b="1" dirty="0">
                <a:latin typeface="Trebuchet MS" panose="020B0603020202020204"/>
                <a:cs typeface="Trebuchet MS" panose="020B0603020202020204"/>
              </a:rPr>
              <a:t>	This</a:t>
            </a:r>
            <a:r>
              <a:rPr sz="2200" b="1" spc="225" dirty="0">
                <a:latin typeface="Trebuchet MS" panose="020B0603020202020204"/>
                <a:cs typeface="Trebuchet MS" panose="020B0603020202020204"/>
              </a:rPr>
              <a:t> </a:t>
            </a:r>
            <a:r>
              <a:rPr sz="2200" b="1" dirty="0">
                <a:latin typeface="Trebuchet MS" panose="020B0603020202020204"/>
                <a:cs typeface="Trebuchet MS" panose="020B0603020202020204"/>
              </a:rPr>
              <a:t>statement</a:t>
            </a:r>
            <a:r>
              <a:rPr sz="2200" b="1" spc="245" dirty="0">
                <a:latin typeface="Trebuchet MS" panose="020B0603020202020204"/>
                <a:cs typeface="Trebuchet MS" panose="020B0603020202020204"/>
              </a:rPr>
              <a:t> </a:t>
            </a:r>
            <a:r>
              <a:rPr sz="2200" b="1" dirty="0">
                <a:latin typeface="Trebuchet MS" panose="020B0603020202020204"/>
                <a:cs typeface="Trebuchet MS" panose="020B0603020202020204"/>
              </a:rPr>
              <a:t>is</a:t>
            </a:r>
            <a:r>
              <a:rPr sz="2200" b="1" spc="225" dirty="0">
                <a:latin typeface="Trebuchet MS" panose="020B0603020202020204"/>
                <a:cs typeface="Trebuchet MS" panose="020B0603020202020204"/>
              </a:rPr>
              <a:t> </a:t>
            </a:r>
            <a:r>
              <a:rPr sz="2200" b="1" dirty="0">
                <a:latin typeface="Trebuchet MS" panose="020B0603020202020204"/>
                <a:cs typeface="Trebuchet MS" panose="020B0603020202020204"/>
              </a:rPr>
              <a:t>spread</a:t>
            </a:r>
            <a:r>
              <a:rPr sz="2200" b="1" spc="220" dirty="0">
                <a:latin typeface="Trebuchet MS" panose="020B0603020202020204"/>
                <a:cs typeface="Trebuchet MS" panose="020B0603020202020204"/>
              </a:rPr>
              <a:t> </a:t>
            </a:r>
            <a:r>
              <a:rPr sz="2200" b="1" dirty="0">
                <a:latin typeface="Trebuchet MS" panose="020B0603020202020204"/>
                <a:cs typeface="Trebuchet MS" panose="020B0603020202020204"/>
              </a:rPr>
              <a:t>over</a:t>
            </a:r>
            <a:r>
              <a:rPr sz="2200" b="1" spc="240" dirty="0">
                <a:latin typeface="Trebuchet MS" panose="020B0603020202020204"/>
                <a:cs typeface="Trebuchet MS" panose="020B0603020202020204"/>
              </a:rPr>
              <a:t> </a:t>
            </a:r>
            <a:r>
              <a:rPr sz="2200" b="1" dirty="0">
                <a:latin typeface="Trebuchet MS" panose="020B0603020202020204"/>
                <a:cs typeface="Trebuchet MS" panose="020B0603020202020204"/>
              </a:rPr>
              <a:t>two</a:t>
            </a:r>
            <a:r>
              <a:rPr sz="2200" b="1" spc="229" dirty="0">
                <a:latin typeface="Trebuchet MS" panose="020B0603020202020204"/>
                <a:cs typeface="Trebuchet MS" panose="020B0603020202020204"/>
              </a:rPr>
              <a:t> </a:t>
            </a:r>
            <a:r>
              <a:rPr sz="2200" b="1" dirty="0">
                <a:latin typeface="Trebuchet MS" panose="020B0603020202020204"/>
                <a:cs typeface="Trebuchet MS" panose="020B0603020202020204"/>
              </a:rPr>
              <a:t>line</a:t>
            </a:r>
            <a:r>
              <a:rPr sz="2200" b="1" spc="240" dirty="0">
                <a:latin typeface="Trebuchet MS" panose="020B0603020202020204"/>
                <a:cs typeface="Trebuchet MS" panose="020B0603020202020204"/>
              </a:rPr>
              <a:t> </a:t>
            </a:r>
            <a:r>
              <a:rPr sz="2200" b="1" dirty="0">
                <a:latin typeface="Trebuchet MS" panose="020B0603020202020204"/>
                <a:cs typeface="Trebuchet MS" panose="020B0603020202020204"/>
              </a:rPr>
              <a:t>and</a:t>
            </a:r>
            <a:r>
              <a:rPr sz="2200" b="1" spc="229" dirty="0">
                <a:latin typeface="Trebuchet MS" panose="020B0603020202020204"/>
                <a:cs typeface="Trebuchet MS" panose="020B0603020202020204"/>
              </a:rPr>
              <a:t> </a:t>
            </a:r>
            <a:r>
              <a:rPr sz="2200" b="1" dirty="0">
                <a:latin typeface="Trebuchet MS" panose="020B0603020202020204"/>
                <a:cs typeface="Trebuchet MS" panose="020B0603020202020204"/>
              </a:rPr>
              <a:t>both</a:t>
            </a:r>
            <a:r>
              <a:rPr sz="2200" b="1" spc="225" dirty="0">
                <a:latin typeface="Trebuchet MS" panose="020B0603020202020204"/>
                <a:cs typeface="Trebuchet MS" panose="020B0603020202020204"/>
              </a:rPr>
              <a:t> </a:t>
            </a:r>
            <a:r>
              <a:rPr sz="2200" b="1" spc="-10" dirty="0">
                <a:latin typeface="Trebuchet MS" panose="020B0603020202020204"/>
                <a:cs typeface="Trebuchet MS" panose="020B0603020202020204"/>
              </a:rPr>
              <a:t>lines </a:t>
            </a:r>
            <a:r>
              <a:rPr sz="2200" b="1" dirty="0">
                <a:latin typeface="Trebuchet MS" panose="020B0603020202020204"/>
                <a:cs typeface="Trebuchet MS" panose="020B0603020202020204"/>
              </a:rPr>
              <a:t>are</a:t>
            </a:r>
            <a:r>
              <a:rPr sz="2200" b="1" spc="-45" dirty="0">
                <a:latin typeface="Trebuchet MS" panose="020B0603020202020204"/>
                <a:cs typeface="Trebuchet MS" panose="020B0603020202020204"/>
              </a:rPr>
              <a:t> </a:t>
            </a:r>
            <a:r>
              <a:rPr sz="2200" b="1" dirty="0">
                <a:latin typeface="Trebuchet MS" panose="020B0603020202020204"/>
                <a:cs typeface="Trebuchet MS" panose="020B0603020202020204"/>
              </a:rPr>
              <a:t>treated</a:t>
            </a:r>
            <a:r>
              <a:rPr sz="2200" b="1" spc="-40" dirty="0">
                <a:latin typeface="Trebuchet MS" panose="020B0603020202020204"/>
                <a:cs typeface="Trebuchet MS" panose="020B0603020202020204"/>
              </a:rPr>
              <a:t> </a:t>
            </a:r>
            <a:r>
              <a:rPr sz="2200" b="1" dirty="0">
                <a:latin typeface="Trebuchet MS" panose="020B0603020202020204"/>
                <a:cs typeface="Trebuchet MS" panose="020B0603020202020204"/>
              </a:rPr>
              <a:t>as</a:t>
            </a:r>
            <a:r>
              <a:rPr sz="2200" b="1" spc="-35" dirty="0">
                <a:latin typeface="Trebuchet MS" panose="020B0603020202020204"/>
                <a:cs typeface="Trebuchet MS" panose="020B0603020202020204"/>
              </a:rPr>
              <a:t> </a:t>
            </a:r>
            <a:r>
              <a:rPr sz="2200" b="1" spc="-10" dirty="0">
                <a:latin typeface="Trebuchet MS" panose="020B0603020202020204"/>
                <a:cs typeface="Trebuchet MS" panose="020B0603020202020204"/>
              </a:rPr>
              <a:t>comments</a:t>
            </a:r>
            <a:r>
              <a:rPr sz="2200" b="1" dirty="0">
                <a:latin typeface="Trebuchet MS" panose="020B0603020202020204"/>
                <a:cs typeface="Trebuchet MS" panose="020B0603020202020204"/>
              </a:rPr>
              <a:t>	</a:t>
            </a:r>
            <a:r>
              <a:rPr sz="2200" b="1" spc="-25" dirty="0">
                <a:latin typeface="Trebuchet MS" panose="020B0603020202020204"/>
                <a:cs typeface="Trebuchet MS" panose="020B0603020202020204"/>
              </a:rPr>
              <a:t>*/</a:t>
            </a:r>
            <a:endParaRPr sz="2200">
              <a:latin typeface="Trebuchet MS" panose="020B0603020202020204"/>
              <a:cs typeface="Trebuchet MS" panose="020B0603020202020204"/>
            </a:endParaRPr>
          </a:p>
        </p:txBody>
      </p:sp>
      <p:sp>
        <p:nvSpPr>
          <p:cNvPr id="7" name="object 7"/>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53</a:t>
            </a:r>
            <a:endParaRPr sz="1400">
              <a:latin typeface="Arial MT"/>
              <a:cs typeface="Arial M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972" rIns="0" bIns="0" rtlCol="0">
            <a:spAutoFit/>
          </a:bodyPr>
          <a:lstStyle/>
          <a:p>
            <a:pPr marL="2117090">
              <a:lnSpc>
                <a:spcPct val="100000"/>
              </a:lnSpc>
              <a:spcBef>
                <a:spcPts val="100"/>
              </a:spcBef>
            </a:pPr>
            <a:r>
              <a:rPr sz="4400" dirty="0"/>
              <a:t>Control</a:t>
            </a:r>
            <a:r>
              <a:rPr sz="4400" spc="-40" dirty="0"/>
              <a:t> </a:t>
            </a:r>
            <a:r>
              <a:rPr sz="4400" spc="-10" dirty="0"/>
              <a:t>Structures</a:t>
            </a:r>
            <a:endParaRPr sz="4400"/>
          </a:p>
        </p:txBody>
      </p:sp>
      <p:sp>
        <p:nvSpPr>
          <p:cNvPr id="3" name="object 3"/>
          <p:cNvSpPr txBox="1"/>
          <p:nvPr/>
        </p:nvSpPr>
        <p:spPr>
          <a:xfrm>
            <a:off x="236931" y="1857197"/>
            <a:ext cx="6687184" cy="3642360"/>
          </a:xfrm>
          <a:prstGeom prst="rect">
            <a:avLst/>
          </a:prstGeom>
        </p:spPr>
        <p:txBody>
          <a:bodyPr vert="horz" wrap="square" lIns="0" tIns="12065" rIns="0" bIns="0" rtlCol="0">
            <a:spAutoFit/>
          </a:bodyPr>
          <a:lstStyle/>
          <a:p>
            <a:pPr marL="354965" indent="-342265">
              <a:lnSpc>
                <a:spcPct val="100000"/>
              </a:lnSpc>
              <a:spcBef>
                <a:spcPts val="95"/>
              </a:spcBef>
              <a:buFont typeface="Wingdings" panose="05000000000000000000"/>
              <a:buChar char=""/>
              <a:tabLst>
                <a:tab pos="354965" algn="l"/>
              </a:tabLst>
            </a:pPr>
            <a:r>
              <a:rPr sz="2200" dirty="0">
                <a:latin typeface="Trebuchet MS" panose="020B0603020202020204"/>
                <a:cs typeface="Trebuchet MS" panose="020B0603020202020204"/>
              </a:rPr>
              <a:t>There</a:t>
            </a:r>
            <a:r>
              <a:rPr sz="2200" spc="-30" dirty="0">
                <a:latin typeface="Trebuchet MS" panose="020B0603020202020204"/>
                <a:cs typeface="Trebuchet MS" panose="020B0603020202020204"/>
              </a:rPr>
              <a:t> </a:t>
            </a:r>
            <a:r>
              <a:rPr sz="2200" dirty="0">
                <a:latin typeface="Trebuchet MS" panose="020B0603020202020204"/>
                <a:cs typeface="Trebuchet MS" panose="020B0603020202020204"/>
              </a:rPr>
              <a:t>are</a:t>
            </a:r>
            <a:r>
              <a:rPr sz="2200" spc="-3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3</a:t>
            </a:r>
            <a:r>
              <a:rPr sz="2200" spc="-3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types</a:t>
            </a:r>
            <a:r>
              <a:rPr sz="2200" spc="-2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of</a:t>
            </a:r>
            <a:r>
              <a:rPr sz="2200" spc="-25" dirty="0">
                <a:latin typeface="Trebuchet MS" panose="020B0603020202020204"/>
                <a:cs typeface="Trebuchet MS" panose="020B0603020202020204"/>
              </a:rPr>
              <a:t> </a:t>
            </a:r>
            <a:r>
              <a:rPr sz="2200" dirty="0">
                <a:latin typeface="Trebuchet MS" panose="020B0603020202020204"/>
                <a:cs typeface="Trebuchet MS" panose="020B0603020202020204"/>
              </a:rPr>
              <a:t>Control</a:t>
            </a:r>
            <a:r>
              <a:rPr sz="2200" spc="-35" dirty="0">
                <a:latin typeface="Trebuchet MS" panose="020B0603020202020204"/>
                <a:cs typeface="Trebuchet MS" panose="020B0603020202020204"/>
              </a:rPr>
              <a:t> </a:t>
            </a:r>
            <a:r>
              <a:rPr sz="2200" dirty="0">
                <a:latin typeface="Trebuchet MS" panose="020B0603020202020204"/>
                <a:cs typeface="Trebuchet MS" panose="020B0603020202020204"/>
              </a:rPr>
              <a:t>Structures</a:t>
            </a:r>
            <a:r>
              <a:rPr sz="2200" spc="-25" dirty="0">
                <a:latin typeface="Trebuchet MS" panose="020B0603020202020204"/>
                <a:cs typeface="Trebuchet MS" panose="020B0603020202020204"/>
              </a:rPr>
              <a:t> </a:t>
            </a:r>
            <a:r>
              <a:rPr sz="2200" dirty="0">
                <a:latin typeface="Trebuchet MS" panose="020B0603020202020204"/>
                <a:cs typeface="Trebuchet MS" panose="020B0603020202020204"/>
              </a:rPr>
              <a:t>in</a:t>
            </a:r>
            <a:r>
              <a:rPr sz="2200" spc="-30" dirty="0">
                <a:latin typeface="Trebuchet MS" panose="020B0603020202020204"/>
                <a:cs typeface="Trebuchet MS" panose="020B0603020202020204"/>
              </a:rPr>
              <a:t> </a:t>
            </a:r>
            <a:r>
              <a:rPr sz="2200" spc="-10" dirty="0">
                <a:latin typeface="Trebuchet MS" panose="020B0603020202020204"/>
                <a:cs typeface="Trebuchet MS" panose="020B0603020202020204"/>
              </a:rPr>
              <a:t>PL/SQL:</a:t>
            </a:r>
            <a:endParaRPr sz="2200">
              <a:latin typeface="Trebuchet MS" panose="020B0603020202020204"/>
              <a:cs typeface="Trebuchet MS" panose="020B0603020202020204"/>
            </a:endParaRPr>
          </a:p>
          <a:p>
            <a:pPr marL="760730" lvl="1" indent="-347345">
              <a:lnSpc>
                <a:spcPct val="100000"/>
              </a:lnSpc>
              <a:spcBef>
                <a:spcPts val="2550"/>
              </a:spcBef>
              <a:buAutoNum type="arabicParenR"/>
              <a:tabLst>
                <a:tab pos="760730" algn="l"/>
              </a:tabLst>
            </a:pPr>
            <a:r>
              <a:rPr sz="1600" b="1" dirty="0">
                <a:latin typeface="Trebuchet MS" panose="020B0603020202020204"/>
                <a:cs typeface="Trebuchet MS" panose="020B0603020202020204"/>
              </a:rPr>
              <a:t>Conditional</a:t>
            </a:r>
            <a:r>
              <a:rPr sz="1600" b="1" spc="-90" dirty="0">
                <a:latin typeface="Trebuchet MS" panose="020B0603020202020204"/>
                <a:cs typeface="Trebuchet MS" panose="020B0603020202020204"/>
              </a:rPr>
              <a:t> </a:t>
            </a:r>
            <a:r>
              <a:rPr sz="1600" b="1" spc="-10" dirty="0">
                <a:latin typeface="Trebuchet MS" panose="020B0603020202020204"/>
                <a:cs typeface="Trebuchet MS" panose="020B0603020202020204"/>
              </a:rPr>
              <a:t>Control</a:t>
            </a:r>
            <a:endParaRPr sz="1600" b="1" spc="-10" dirty="0">
              <a:latin typeface="Trebuchet MS" panose="020B0603020202020204"/>
              <a:cs typeface="Trebuchet MS" panose="020B0603020202020204"/>
            </a:endParaRPr>
          </a:p>
          <a:p>
            <a:pPr marL="413385" lvl="1" indent="0">
              <a:lnSpc>
                <a:spcPct val="100000"/>
              </a:lnSpc>
              <a:spcBef>
                <a:spcPts val="2550"/>
              </a:spcBef>
              <a:buNone/>
              <a:tabLst>
                <a:tab pos="760730" algn="l"/>
              </a:tabLst>
            </a:pPr>
            <a:r>
              <a:rPr lang="en-US" altLang="en-US" sz="2400" b="1">
                <a:latin typeface="Trebuchet MS" panose="020B0603020202020204"/>
                <a:cs typeface="Trebuchet MS" panose="020B0603020202020204"/>
              </a:rPr>
              <a:t>if marks &gt;=40 -&gt;pass else -&gt;faile</a:t>
            </a:r>
            <a:endParaRPr sz="2400" b="1">
              <a:latin typeface="Trebuchet MS" panose="020B0603020202020204"/>
              <a:cs typeface="Trebuchet MS" panose="020B0603020202020204"/>
            </a:endParaRPr>
          </a:p>
          <a:p>
            <a:pPr lvl="1">
              <a:lnSpc>
                <a:spcPct val="100000"/>
              </a:lnSpc>
              <a:spcBef>
                <a:spcPts val="445"/>
              </a:spcBef>
              <a:buFont typeface="Trebuchet MS" panose="020B0603020202020204"/>
              <a:buAutoNum type="arabicParenR"/>
            </a:pPr>
            <a:endParaRPr sz="1600">
              <a:latin typeface="Trebuchet MS" panose="020B0603020202020204"/>
              <a:cs typeface="Trebuchet MS" panose="020B0603020202020204"/>
            </a:endParaRPr>
          </a:p>
          <a:p>
            <a:pPr marL="760730" lvl="1" indent="-347345">
              <a:lnSpc>
                <a:spcPct val="100000"/>
              </a:lnSpc>
              <a:buAutoNum type="arabicParenR"/>
              <a:tabLst>
                <a:tab pos="760730" algn="l"/>
              </a:tabLst>
            </a:pPr>
            <a:r>
              <a:rPr sz="1600" b="1" dirty="0">
                <a:latin typeface="Trebuchet MS" panose="020B0603020202020204"/>
                <a:cs typeface="Trebuchet MS" panose="020B0603020202020204"/>
              </a:rPr>
              <a:t>Iterative</a:t>
            </a:r>
            <a:r>
              <a:rPr sz="1600" b="1" spc="-95" dirty="0">
                <a:latin typeface="Trebuchet MS" panose="020B0603020202020204"/>
                <a:cs typeface="Trebuchet MS" panose="020B0603020202020204"/>
              </a:rPr>
              <a:t> </a:t>
            </a:r>
            <a:r>
              <a:rPr sz="1600" b="1" spc="-10" dirty="0">
                <a:latin typeface="Trebuchet MS" panose="020B0603020202020204"/>
                <a:cs typeface="Trebuchet MS" panose="020B0603020202020204"/>
              </a:rPr>
              <a:t>Control</a:t>
            </a:r>
            <a:endParaRPr sz="1600" b="1" spc="-10" dirty="0">
              <a:latin typeface="Trebuchet MS" panose="020B0603020202020204"/>
              <a:cs typeface="Trebuchet MS" panose="020B0603020202020204"/>
            </a:endParaRPr>
          </a:p>
          <a:p>
            <a:pPr marL="413385" lvl="1" indent="0">
              <a:lnSpc>
                <a:spcPct val="100000"/>
              </a:lnSpc>
              <a:buNone/>
              <a:tabLst>
                <a:tab pos="760730" algn="l"/>
              </a:tabLst>
            </a:pPr>
            <a:r>
              <a:rPr lang="en-US" altLang="en-US" sz="3200" b="1" spc="-10" dirty="0">
                <a:latin typeface="Trebuchet MS" panose="020B0603020202020204"/>
                <a:cs typeface="Trebuchet MS" panose="020B0603020202020204"/>
              </a:rPr>
              <a:t>loop,while,for</a:t>
            </a:r>
            <a:endParaRPr sz="3200">
              <a:latin typeface="Trebuchet MS" panose="020B0603020202020204"/>
              <a:cs typeface="Trebuchet MS" panose="020B0603020202020204"/>
            </a:endParaRPr>
          </a:p>
          <a:p>
            <a:pPr lvl="1">
              <a:lnSpc>
                <a:spcPct val="100000"/>
              </a:lnSpc>
              <a:spcBef>
                <a:spcPts val="445"/>
              </a:spcBef>
              <a:buFont typeface="Trebuchet MS" panose="020B0603020202020204"/>
              <a:buAutoNum type="arabicParenR"/>
            </a:pPr>
            <a:endParaRPr sz="1600">
              <a:latin typeface="Trebuchet MS" panose="020B0603020202020204"/>
              <a:cs typeface="Trebuchet MS" panose="020B0603020202020204"/>
            </a:endParaRPr>
          </a:p>
          <a:p>
            <a:pPr marL="760730" lvl="1" indent="-347345">
              <a:lnSpc>
                <a:spcPct val="100000"/>
              </a:lnSpc>
              <a:buAutoNum type="arabicParenR"/>
              <a:tabLst>
                <a:tab pos="760730" algn="l"/>
              </a:tabLst>
            </a:pPr>
            <a:r>
              <a:rPr sz="1600" b="1" dirty="0">
                <a:latin typeface="Trebuchet MS" panose="020B0603020202020204"/>
                <a:cs typeface="Trebuchet MS" panose="020B0603020202020204"/>
              </a:rPr>
              <a:t>Sequential</a:t>
            </a:r>
            <a:r>
              <a:rPr sz="1600" b="1" spc="-75" dirty="0">
                <a:latin typeface="Trebuchet MS" panose="020B0603020202020204"/>
                <a:cs typeface="Trebuchet MS" panose="020B0603020202020204"/>
              </a:rPr>
              <a:t> </a:t>
            </a:r>
            <a:r>
              <a:rPr sz="1600" b="1" spc="-10" dirty="0">
                <a:latin typeface="Trebuchet MS" panose="020B0603020202020204"/>
                <a:cs typeface="Trebuchet MS" panose="020B0603020202020204"/>
              </a:rPr>
              <a:t>Control</a:t>
            </a:r>
            <a:endParaRPr sz="1600" b="1" spc="-10" dirty="0">
              <a:latin typeface="Trebuchet MS" panose="020B0603020202020204"/>
              <a:cs typeface="Trebuchet MS" panose="020B0603020202020204"/>
            </a:endParaRPr>
          </a:p>
          <a:p>
            <a:pPr marL="413385" lvl="1" indent="0">
              <a:lnSpc>
                <a:spcPct val="100000"/>
              </a:lnSpc>
              <a:buNone/>
              <a:tabLst>
                <a:tab pos="760730" algn="l"/>
              </a:tabLst>
            </a:pPr>
            <a:r>
              <a:rPr lang="en-US" altLang="en-US" sz="2800" b="1" spc="-10" dirty="0">
                <a:latin typeface="Trebuchet MS" panose="020B0603020202020204"/>
                <a:cs typeface="Trebuchet MS" panose="020B0603020202020204"/>
              </a:rPr>
              <a:t>sequence/order mein execute karna </a:t>
            </a:r>
            <a:endParaRPr lang="en-US" altLang="en-US" sz="2800" b="1" spc="-10" dirty="0">
              <a:latin typeface="Trebuchet MS" panose="020B0603020202020204"/>
              <a:cs typeface="Trebuchet MS" panose="020B0603020202020204"/>
            </a:endParaRPr>
          </a:p>
        </p:txBody>
      </p:sp>
      <p:sp>
        <p:nvSpPr>
          <p:cNvPr id="4" name="object 4"/>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54</a:t>
            </a:r>
            <a:endParaRPr sz="1400">
              <a:latin typeface="Arial MT"/>
              <a:cs typeface="Arial M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1757" y="-125476"/>
            <a:ext cx="8860485" cy="1009015"/>
          </a:xfrm>
          <a:prstGeom prst="rect">
            <a:avLst/>
          </a:prstGeom>
        </p:spPr>
        <p:txBody>
          <a:bodyPr vert="horz" wrap="square" lIns="0" tIns="73660" rIns="0" bIns="0" rtlCol="0">
            <a:spAutoFit/>
          </a:bodyPr>
          <a:lstStyle/>
          <a:p>
            <a:pPr marL="259080" algn="ctr">
              <a:lnSpc>
                <a:spcPct val="190000"/>
              </a:lnSpc>
              <a:spcBef>
                <a:spcPts val="100"/>
              </a:spcBef>
            </a:pPr>
            <a:r>
              <a:rPr sz="3200" dirty="0"/>
              <a:t>Control</a:t>
            </a:r>
            <a:r>
              <a:rPr sz="3200" spc="-20" dirty="0"/>
              <a:t> </a:t>
            </a:r>
            <a:r>
              <a:rPr sz="3200" dirty="0"/>
              <a:t>Structures</a:t>
            </a:r>
            <a:r>
              <a:rPr sz="3200" spc="-30" dirty="0"/>
              <a:t> </a:t>
            </a:r>
            <a:r>
              <a:rPr sz="3200" dirty="0"/>
              <a:t>-</a:t>
            </a:r>
            <a:r>
              <a:rPr sz="3200" spc="-5" dirty="0"/>
              <a:t> </a:t>
            </a:r>
            <a:r>
              <a:rPr sz="3200" dirty="0"/>
              <a:t>Conditional</a:t>
            </a:r>
            <a:r>
              <a:rPr sz="3200" spc="-40" dirty="0"/>
              <a:t> </a:t>
            </a:r>
            <a:r>
              <a:rPr sz="3200" spc="-10" dirty="0"/>
              <a:t>Control</a:t>
            </a:r>
            <a:endParaRPr sz="3200" spc="-10" dirty="0"/>
          </a:p>
        </p:txBody>
      </p:sp>
      <p:sp>
        <p:nvSpPr>
          <p:cNvPr id="3" name="object 3"/>
          <p:cNvSpPr txBox="1"/>
          <p:nvPr/>
        </p:nvSpPr>
        <p:spPr>
          <a:xfrm>
            <a:off x="250952" y="1473454"/>
            <a:ext cx="8682355" cy="2087880"/>
          </a:xfrm>
          <a:prstGeom prst="rect">
            <a:avLst/>
          </a:prstGeom>
        </p:spPr>
        <p:txBody>
          <a:bodyPr vert="horz" wrap="square" lIns="0" tIns="12065" rIns="0" bIns="0" rtlCol="0">
            <a:spAutoFit/>
          </a:bodyPr>
          <a:lstStyle/>
          <a:p>
            <a:pPr marL="354965" indent="-342265">
              <a:lnSpc>
                <a:spcPct val="100000"/>
              </a:lnSpc>
              <a:spcBef>
                <a:spcPts val="95"/>
              </a:spcBef>
              <a:buFont typeface="Wingdings" panose="05000000000000000000"/>
              <a:buChar char=""/>
              <a:tabLst>
                <a:tab pos="354965" algn="l"/>
              </a:tabLst>
            </a:pPr>
            <a:r>
              <a:rPr sz="2200" dirty="0">
                <a:latin typeface="Trebuchet MS" panose="020B0603020202020204"/>
                <a:cs typeface="Trebuchet MS" panose="020B0603020202020204"/>
              </a:rPr>
              <a:t>To</a:t>
            </a:r>
            <a:r>
              <a:rPr sz="2200" spc="50" dirty="0">
                <a:latin typeface="Trebuchet MS" panose="020B0603020202020204"/>
                <a:cs typeface="Trebuchet MS" panose="020B0603020202020204"/>
              </a:rPr>
              <a:t>  </a:t>
            </a:r>
            <a:r>
              <a:rPr sz="2200" dirty="0">
                <a:latin typeface="Trebuchet MS" panose="020B0603020202020204"/>
                <a:cs typeface="Trebuchet MS" panose="020B0603020202020204"/>
              </a:rPr>
              <a:t>control</a:t>
            </a:r>
            <a:r>
              <a:rPr sz="2200" spc="65" dirty="0">
                <a:latin typeface="Trebuchet MS" panose="020B0603020202020204"/>
                <a:cs typeface="Trebuchet MS" panose="020B0603020202020204"/>
              </a:rPr>
              <a:t>  </a:t>
            </a:r>
            <a:r>
              <a:rPr sz="2200" dirty="0">
                <a:latin typeface="Trebuchet MS" panose="020B0603020202020204"/>
                <a:cs typeface="Trebuchet MS" panose="020B0603020202020204"/>
              </a:rPr>
              <a:t>the</a:t>
            </a:r>
            <a:r>
              <a:rPr sz="2200" spc="55" dirty="0">
                <a:latin typeface="Trebuchet MS" panose="020B0603020202020204"/>
                <a:cs typeface="Trebuchet MS" panose="020B0603020202020204"/>
              </a:rPr>
              <a:t> </a:t>
            </a:r>
            <a:r>
              <a:rPr sz="2200" spc="55" dirty="0">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execution</a:t>
            </a:r>
            <a:r>
              <a:rPr sz="2200" b="1" spc="60"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of</a:t>
            </a:r>
            <a:r>
              <a:rPr sz="2200" b="1" spc="65"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block</a:t>
            </a:r>
            <a:r>
              <a:rPr sz="2200" b="1" spc="55"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of</a:t>
            </a:r>
            <a:r>
              <a:rPr sz="2200" b="1" spc="55" dirty="0">
                <a:solidFill>
                  <a:srgbClr val="FF0000"/>
                </a:solidFill>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code</a:t>
            </a:r>
            <a:r>
              <a:rPr sz="2200" b="1" spc="60" dirty="0">
                <a:solidFill>
                  <a:srgbClr val="FF0000"/>
                </a:solidFill>
                <a:latin typeface="Trebuchet MS" panose="020B0603020202020204"/>
                <a:cs typeface="Trebuchet MS" panose="020B0603020202020204"/>
              </a:rPr>
              <a:t>  </a:t>
            </a:r>
            <a:r>
              <a:rPr sz="2200" dirty="0">
                <a:latin typeface="Trebuchet MS" panose="020B0603020202020204"/>
                <a:cs typeface="Trebuchet MS" panose="020B0603020202020204"/>
              </a:rPr>
              <a:t>based</a:t>
            </a:r>
            <a:r>
              <a:rPr sz="2200" spc="55" dirty="0">
                <a:latin typeface="Trebuchet MS" panose="020B0603020202020204"/>
                <a:cs typeface="Trebuchet MS" panose="020B0603020202020204"/>
              </a:rPr>
              <a:t>  </a:t>
            </a:r>
            <a:r>
              <a:rPr sz="2200" dirty="0">
                <a:latin typeface="Trebuchet MS" panose="020B0603020202020204"/>
                <a:cs typeface="Trebuchet MS" panose="020B0603020202020204"/>
              </a:rPr>
              <a:t>on</a:t>
            </a:r>
            <a:r>
              <a:rPr sz="2200" spc="55" dirty="0">
                <a:latin typeface="Trebuchet MS" panose="020B0603020202020204"/>
                <a:cs typeface="Trebuchet MS" panose="020B0603020202020204"/>
              </a:rPr>
              <a:t>  </a:t>
            </a:r>
            <a:r>
              <a:rPr sz="2200" spc="-20" dirty="0">
                <a:latin typeface="Trebuchet MS" panose="020B0603020202020204"/>
                <a:cs typeface="Trebuchet MS" panose="020B0603020202020204"/>
              </a:rPr>
              <a:t>some</a:t>
            </a:r>
            <a:endParaRPr sz="2200">
              <a:latin typeface="Trebuchet MS" panose="020B0603020202020204"/>
              <a:cs typeface="Trebuchet MS" panose="020B0603020202020204"/>
            </a:endParaRPr>
          </a:p>
          <a:p>
            <a:pPr marL="354965">
              <a:lnSpc>
                <a:spcPct val="100000"/>
              </a:lnSpc>
            </a:pPr>
            <a:r>
              <a:rPr sz="2200" dirty="0">
                <a:latin typeface="Trebuchet MS" panose="020B0603020202020204"/>
                <a:cs typeface="Trebuchet MS" panose="020B0603020202020204"/>
              </a:rPr>
              <a:t>condition</a:t>
            </a:r>
            <a:r>
              <a:rPr sz="2200" dirty="0">
                <a:latin typeface="Trebuchet MS" panose="020B0603020202020204"/>
                <a:cs typeface="Trebuchet MS" panose="020B0603020202020204"/>
              </a:rPr>
              <a:t>,</a:t>
            </a:r>
            <a:r>
              <a:rPr sz="2200" spc="-35" dirty="0">
                <a:latin typeface="Trebuchet MS" panose="020B0603020202020204"/>
                <a:cs typeface="Trebuchet MS" panose="020B0603020202020204"/>
              </a:rPr>
              <a:t> </a:t>
            </a:r>
            <a:r>
              <a:rPr sz="2200" spc="-10" dirty="0">
                <a:latin typeface="Trebuchet MS" panose="020B0603020202020204"/>
                <a:cs typeface="Trebuchet MS" panose="020B0603020202020204"/>
              </a:rPr>
              <a:t>PL/SQL</a:t>
            </a:r>
            <a:r>
              <a:rPr sz="2200" spc="-110" dirty="0">
                <a:latin typeface="Trebuchet MS" panose="020B0603020202020204"/>
                <a:cs typeface="Trebuchet MS" panose="020B0603020202020204"/>
              </a:rPr>
              <a:t> </a:t>
            </a:r>
            <a:r>
              <a:rPr sz="2200" dirty="0">
                <a:latin typeface="Trebuchet MS" panose="020B0603020202020204"/>
                <a:cs typeface="Trebuchet MS" panose="020B0603020202020204"/>
              </a:rPr>
              <a:t>provides</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the</a:t>
            </a:r>
            <a:r>
              <a:rPr sz="2200" spc="-30"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IF</a:t>
            </a:r>
            <a:r>
              <a:rPr sz="2200" b="1" spc="-35" dirty="0">
                <a:highlight>
                  <a:srgbClr val="FFFF00"/>
                </a:highlight>
                <a:latin typeface="Trebuchet MS" panose="020B0603020202020204"/>
                <a:cs typeface="Trebuchet MS" panose="020B0603020202020204"/>
              </a:rPr>
              <a:t> </a:t>
            </a:r>
            <a:r>
              <a:rPr sz="2200" b="1" spc="-10" dirty="0">
                <a:highlight>
                  <a:srgbClr val="FFFF00"/>
                </a:highlight>
                <a:latin typeface="Trebuchet MS" panose="020B0603020202020204"/>
                <a:cs typeface="Trebuchet MS" panose="020B0603020202020204"/>
              </a:rPr>
              <a:t>statement.</a:t>
            </a:r>
            <a:endParaRPr sz="2200">
              <a:latin typeface="Trebuchet MS" panose="020B0603020202020204"/>
              <a:cs typeface="Trebuchet MS" panose="020B0603020202020204"/>
            </a:endParaRPr>
          </a:p>
          <a:p>
            <a:pPr marL="354965" indent="-342265">
              <a:lnSpc>
                <a:spcPct val="100000"/>
              </a:lnSpc>
              <a:spcBef>
                <a:spcPts val="530"/>
              </a:spcBef>
              <a:buFont typeface="Wingdings" panose="05000000000000000000"/>
              <a:buChar char=""/>
              <a:tabLst>
                <a:tab pos="354965" algn="l"/>
              </a:tabLst>
            </a:pPr>
            <a:r>
              <a:rPr sz="2200" dirty="0">
                <a:latin typeface="Trebuchet MS" panose="020B0603020202020204"/>
                <a:cs typeface="Trebuchet MS" panose="020B0603020202020204"/>
              </a:rPr>
              <a:t>Three</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form</a:t>
            </a:r>
            <a:r>
              <a:rPr sz="2200" spc="-50" dirty="0">
                <a:latin typeface="Trebuchet MS" panose="020B0603020202020204"/>
                <a:cs typeface="Trebuchet MS" panose="020B0603020202020204"/>
              </a:rPr>
              <a:t> </a:t>
            </a:r>
            <a:r>
              <a:rPr sz="2200" dirty="0">
                <a:latin typeface="Trebuchet MS" panose="020B0603020202020204"/>
                <a:cs typeface="Trebuchet MS" panose="020B0603020202020204"/>
              </a:rPr>
              <a:t>of</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conditional</a:t>
            </a:r>
            <a:r>
              <a:rPr sz="2200" spc="-45" dirty="0">
                <a:latin typeface="Trebuchet MS" panose="020B0603020202020204"/>
                <a:cs typeface="Trebuchet MS" panose="020B0603020202020204"/>
              </a:rPr>
              <a:t> </a:t>
            </a:r>
            <a:r>
              <a:rPr sz="2200" spc="-10" dirty="0">
                <a:latin typeface="Trebuchet MS" panose="020B0603020202020204"/>
                <a:cs typeface="Trebuchet MS" panose="020B0603020202020204"/>
              </a:rPr>
              <a:t>controls</a:t>
            </a:r>
            <a:endParaRPr sz="2200">
              <a:latin typeface="Trebuchet MS" panose="020B0603020202020204"/>
              <a:cs typeface="Trebuchet MS" panose="020B0603020202020204"/>
            </a:endParaRPr>
          </a:p>
          <a:p>
            <a:pPr marL="755650" lvl="1" indent="-285750">
              <a:lnSpc>
                <a:spcPct val="100000"/>
              </a:lnSpc>
              <a:spcBef>
                <a:spcPts val="450"/>
              </a:spcBef>
              <a:buFont typeface="Wingdings" panose="05000000000000000000"/>
              <a:buChar char=""/>
              <a:tabLst>
                <a:tab pos="755650" algn="l"/>
              </a:tabLst>
            </a:pPr>
            <a:r>
              <a:rPr sz="1800" dirty="0">
                <a:latin typeface="Trebuchet MS" panose="020B0603020202020204"/>
                <a:cs typeface="Trebuchet MS" panose="020B0603020202020204"/>
              </a:rPr>
              <a:t>Simple</a:t>
            </a:r>
            <a:r>
              <a:rPr sz="1800" spc="-55" dirty="0">
                <a:latin typeface="Trebuchet MS" panose="020B0603020202020204"/>
                <a:cs typeface="Trebuchet MS" panose="020B0603020202020204"/>
              </a:rPr>
              <a:t> </a:t>
            </a:r>
            <a:r>
              <a:rPr sz="1800" spc="-25" dirty="0">
                <a:latin typeface="Trebuchet MS" panose="020B0603020202020204"/>
                <a:cs typeface="Trebuchet MS" panose="020B0603020202020204"/>
              </a:rPr>
              <a:t>if</a:t>
            </a:r>
            <a:endParaRPr sz="1800">
              <a:latin typeface="Trebuchet MS" panose="020B0603020202020204"/>
              <a:cs typeface="Trebuchet MS" panose="020B0603020202020204"/>
            </a:endParaRPr>
          </a:p>
          <a:p>
            <a:pPr marL="755650" lvl="1" indent="-285750">
              <a:lnSpc>
                <a:spcPct val="100000"/>
              </a:lnSpc>
              <a:spcBef>
                <a:spcPts val="430"/>
              </a:spcBef>
              <a:buFont typeface="Wingdings" panose="05000000000000000000"/>
              <a:buChar char=""/>
              <a:tabLst>
                <a:tab pos="755650" algn="l"/>
              </a:tabLst>
            </a:pPr>
            <a:r>
              <a:rPr sz="1800" dirty="0">
                <a:latin typeface="Trebuchet MS" panose="020B0603020202020204"/>
                <a:cs typeface="Trebuchet MS" panose="020B0603020202020204"/>
              </a:rPr>
              <a:t>Else</a:t>
            </a:r>
            <a:r>
              <a:rPr sz="1800" spc="-45" dirty="0">
                <a:latin typeface="Trebuchet MS" panose="020B0603020202020204"/>
                <a:cs typeface="Trebuchet MS" panose="020B0603020202020204"/>
              </a:rPr>
              <a:t> </a:t>
            </a:r>
            <a:r>
              <a:rPr sz="1800" spc="-25" dirty="0">
                <a:latin typeface="Trebuchet MS" panose="020B0603020202020204"/>
                <a:cs typeface="Trebuchet MS" panose="020B0603020202020204"/>
              </a:rPr>
              <a:t>if</a:t>
            </a:r>
            <a:endParaRPr sz="1800">
              <a:latin typeface="Trebuchet MS" panose="020B0603020202020204"/>
              <a:cs typeface="Trebuchet MS" panose="020B0603020202020204"/>
            </a:endParaRPr>
          </a:p>
          <a:p>
            <a:pPr marL="755650" lvl="1" indent="-285750">
              <a:lnSpc>
                <a:spcPct val="100000"/>
              </a:lnSpc>
              <a:spcBef>
                <a:spcPts val="430"/>
              </a:spcBef>
              <a:buFont typeface="Wingdings" panose="05000000000000000000"/>
              <a:buChar char=""/>
              <a:tabLst>
                <a:tab pos="755650" algn="l"/>
              </a:tabLst>
            </a:pPr>
            <a:r>
              <a:rPr sz="1800" dirty="0">
                <a:latin typeface="Trebuchet MS" panose="020B0603020202020204"/>
                <a:cs typeface="Trebuchet MS" panose="020B0603020202020204"/>
              </a:rPr>
              <a:t>If</a:t>
            </a:r>
            <a:r>
              <a:rPr sz="1800" spc="-25" dirty="0">
                <a:latin typeface="Trebuchet MS" panose="020B0603020202020204"/>
                <a:cs typeface="Trebuchet MS" panose="020B0603020202020204"/>
              </a:rPr>
              <a:t> </a:t>
            </a:r>
            <a:r>
              <a:rPr sz="1800" spc="-10" dirty="0">
                <a:latin typeface="Trebuchet MS" panose="020B0603020202020204"/>
                <a:cs typeface="Trebuchet MS" panose="020B0603020202020204"/>
              </a:rPr>
              <a:t>….then….elseif</a:t>
            </a:r>
            <a:r>
              <a:rPr sz="1800" spc="10" dirty="0">
                <a:latin typeface="Trebuchet MS" panose="020B0603020202020204"/>
                <a:cs typeface="Trebuchet MS" panose="020B0603020202020204"/>
              </a:rPr>
              <a:t> </a:t>
            </a:r>
            <a:r>
              <a:rPr sz="1800" spc="-10" dirty="0">
                <a:latin typeface="Trebuchet MS" panose="020B0603020202020204"/>
                <a:cs typeface="Trebuchet MS" panose="020B0603020202020204"/>
              </a:rPr>
              <a:t>….else</a:t>
            </a:r>
            <a:endParaRPr sz="1800">
              <a:latin typeface="Trebuchet MS" panose="020B0603020202020204"/>
              <a:cs typeface="Trebuchet MS" panose="020B0603020202020204"/>
            </a:endParaRPr>
          </a:p>
        </p:txBody>
      </p:sp>
      <p:sp>
        <p:nvSpPr>
          <p:cNvPr id="4" name="object 4"/>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55</a:t>
            </a:r>
            <a:endParaRPr sz="1400">
              <a:latin typeface="Arial MT"/>
              <a:cs typeface="Arial MT"/>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485389" y="60197"/>
            <a:ext cx="4178300" cy="574040"/>
          </a:xfrm>
          <a:prstGeom prst="rect">
            <a:avLst/>
          </a:prstGeom>
        </p:spPr>
        <p:txBody>
          <a:bodyPr vert="horz" wrap="square" lIns="0" tIns="12700" rIns="0" bIns="0" rtlCol="0">
            <a:spAutoFit/>
          </a:bodyPr>
          <a:lstStyle/>
          <a:p>
            <a:pPr marL="12700">
              <a:lnSpc>
                <a:spcPct val="100000"/>
              </a:lnSpc>
              <a:spcBef>
                <a:spcPts val="100"/>
              </a:spcBef>
            </a:pPr>
            <a:r>
              <a:rPr sz="3600" dirty="0"/>
              <a:t>Conditional</a:t>
            </a:r>
            <a:r>
              <a:rPr sz="3600" spc="-40" dirty="0"/>
              <a:t> </a:t>
            </a:r>
            <a:r>
              <a:rPr sz="3600" spc="-10" dirty="0"/>
              <a:t>Control</a:t>
            </a:r>
            <a:endParaRPr sz="3600"/>
          </a:p>
        </p:txBody>
      </p:sp>
      <p:sp>
        <p:nvSpPr>
          <p:cNvPr id="3" name="object 3"/>
          <p:cNvSpPr txBox="1"/>
          <p:nvPr/>
        </p:nvSpPr>
        <p:spPr>
          <a:xfrm>
            <a:off x="709066" y="840486"/>
            <a:ext cx="1421130" cy="360680"/>
          </a:xfrm>
          <a:prstGeom prst="rect">
            <a:avLst/>
          </a:prstGeom>
        </p:spPr>
        <p:txBody>
          <a:bodyPr vert="horz" wrap="square" lIns="0" tIns="12065" rIns="0" bIns="0" rtlCol="0">
            <a:spAutoFit/>
          </a:bodyPr>
          <a:lstStyle/>
          <a:p>
            <a:pPr marL="262255" indent="-250825">
              <a:lnSpc>
                <a:spcPct val="100000"/>
              </a:lnSpc>
              <a:spcBef>
                <a:spcPts val="95"/>
              </a:spcBef>
              <a:buSzPct val="95000"/>
              <a:buFont typeface="Wingdings" panose="05000000000000000000"/>
              <a:buChar char=""/>
              <a:tabLst>
                <a:tab pos="262255" algn="l"/>
              </a:tabLst>
            </a:pPr>
            <a:r>
              <a:rPr sz="2200" b="1" dirty="0">
                <a:latin typeface="Trebuchet MS" panose="020B0603020202020204"/>
                <a:cs typeface="Trebuchet MS" panose="020B0603020202020204"/>
              </a:rPr>
              <a:t>Simple</a:t>
            </a:r>
            <a:r>
              <a:rPr sz="2200" b="1" spc="-60" dirty="0">
                <a:latin typeface="Trebuchet MS" panose="020B0603020202020204"/>
                <a:cs typeface="Trebuchet MS" panose="020B0603020202020204"/>
              </a:rPr>
              <a:t> </a:t>
            </a:r>
            <a:r>
              <a:rPr sz="2200" b="1" spc="-25" dirty="0">
                <a:latin typeface="Trebuchet MS" panose="020B0603020202020204"/>
                <a:cs typeface="Trebuchet MS" panose="020B0603020202020204"/>
              </a:rPr>
              <a:t>if</a:t>
            </a:r>
            <a:endParaRPr sz="2200">
              <a:latin typeface="Trebuchet MS" panose="020B0603020202020204"/>
              <a:cs typeface="Trebuchet MS" panose="020B0603020202020204"/>
            </a:endParaRPr>
          </a:p>
        </p:txBody>
      </p:sp>
      <p:sp>
        <p:nvSpPr>
          <p:cNvPr id="4" name="object 4"/>
          <p:cNvSpPr txBox="1"/>
          <p:nvPr/>
        </p:nvSpPr>
        <p:spPr>
          <a:xfrm>
            <a:off x="297891" y="2081910"/>
            <a:ext cx="3557904" cy="2949575"/>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Trebuchet MS" panose="020B0603020202020204"/>
                <a:cs typeface="Trebuchet MS" panose="020B0603020202020204"/>
              </a:rPr>
              <a:t>Syntax</a:t>
            </a:r>
            <a:endParaRPr sz="2400">
              <a:latin typeface="Trebuchet MS" panose="020B0603020202020204"/>
              <a:cs typeface="Trebuchet MS" panose="020B0603020202020204"/>
            </a:endParaRPr>
          </a:p>
          <a:p>
            <a:pPr>
              <a:lnSpc>
                <a:spcPct val="100000"/>
              </a:lnSpc>
            </a:pPr>
            <a:endParaRPr sz="2400">
              <a:latin typeface="Trebuchet MS" panose="020B0603020202020204"/>
              <a:cs typeface="Trebuchet MS" panose="020B0603020202020204"/>
            </a:endParaRPr>
          </a:p>
          <a:p>
            <a:pPr>
              <a:lnSpc>
                <a:spcPct val="100000"/>
              </a:lnSpc>
              <a:spcBef>
                <a:spcPts val="2085"/>
              </a:spcBef>
            </a:pPr>
            <a:endParaRPr sz="2400">
              <a:latin typeface="Trebuchet MS" panose="020B0603020202020204"/>
              <a:cs typeface="Trebuchet MS" panose="020B0603020202020204"/>
            </a:endParaRPr>
          </a:p>
          <a:p>
            <a:pPr marL="12700">
              <a:lnSpc>
                <a:spcPct val="100000"/>
              </a:lnSpc>
            </a:pPr>
            <a:r>
              <a:rPr sz="3200" dirty="0">
                <a:latin typeface="Trebuchet MS" panose="020B0603020202020204"/>
                <a:cs typeface="Trebuchet MS" panose="020B0603020202020204"/>
              </a:rPr>
              <a:t>If</a:t>
            </a:r>
            <a:r>
              <a:rPr sz="3200" spc="-30" dirty="0">
                <a:latin typeface="Trebuchet MS" panose="020B0603020202020204"/>
                <a:cs typeface="Trebuchet MS" panose="020B0603020202020204"/>
              </a:rPr>
              <a:t> </a:t>
            </a:r>
            <a:r>
              <a:rPr sz="3200" dirty="0">
                <a:latin typeface="Trebuchet MS" panose="020B0603020202020204"/>
                <a:cs typeface="Trebuchet MS" panose="020B0603020202020204"/>
              </a:rPr>
              <a:t>&lt;condition&gt;</a:t>
            </a:r>
            <a:r>
              <a:rPr sz="3200" spc="-90" dirty="0">
                <a:latin typeface="Trebuchet MS" panose="020B0603020202020204"/>
                <a:cs typeface="Trebuchet MS" panose="020B0603020202020204"/>
              </a:rPr>
              <a:t> </a:t>
            </a:r>
            <a:r>
              <a:rPr sz="3200" spc="-20" dirty="0">
                <a:latin typeface="Trebuchet MS" panose="020B0603020202020204"/>
                <a:cs typeface="Trebuchet MS" panose="020B0603020202020204"/>
              </a:rPr>
              <a:t>Then</a:t>
            </a:r>
            <a:endParaRPr sz="3200">
              <a:latin typeface="Trebuchet MS" panose="020B0603020202020204"/>
              <a:cs typeface="Trebuchet MS" panose="020B0603020202020204"/>
            </a:endParaRPr>
          </a:p>
          <a:p>
            <a:pPr marL="469900">
              <a:lnSpc>
                <a:spcPct val="100000"/>
              </a:lnSpc>
              <a:spcBef>
                <a:spcPts val="680"/>
              </a:spcBef>
            </a:pPr>
            <a:r>
              <a:rPr sz="2800" spc="-10" dirty="0">
                <a:latin typeface="Trebuchet MS" panose="020B0603020202020204"/>
                <a:cs typeface="Trebuchet MS" panose="020B0603020202020204"/>
              </a:rPr>
              <a:t>&lt;statements&gt;</a:t>
            </a:r>
            <a:endParaRPr sz="2800">
              <a:latin typeface="Trebuchet MS" panose="020B0603020202020204"/>
              <a:cs typeface="Trebuchet MS" panose="020B0603020202020204"/>
            </a:endParaRPr>
          </a:p>
          <a:p>
            <a:pPr marL="70485">
              <a:lnSpc>
                <a:spcPct val="100000"/>
              </a:lnSpc>
              <a:spcBef>
                <a:spcPts val="760"/>
              </a:spcBef>
            </a:pPr>
            <a:r>
              <a:rPr sz="3200" dirty="0">
                <a:latin typeface="Trebuchet MS" panose="020B0603020202020204"/>
                <a:cs typeface="Trebuchet MS" panose="020B0603020202020204"/>
              </a:rPr>
              <a:t>End</a:t>
            </a:r>
            <a:r>
              <a:rPr sz="3200" spc="-10" dirty="0">
                <a:latin typeface="Trebuchet MS" panose="020B0603020202020204"/>
                <a:cs typeface="Trebuchet MS" panose="020B0603020202020204"/>
              </a:rPr>
              <a:t> </a:t>
            </a:r>
            <a:r>
              <a:rPr sz="3200" spc="-25" dirty="0">
                <a:latin typeface="Trebuchet MS" panose="020B0603020202020204"/>
                <a:cs typeface="Trebuchet MS" panose="020B0603020202020204"/>
              </a:rPr>
              <a:t>if;</a:t>
            </a:r>
            <a:endParaRPr sz="3200">
              <a:latin typeface="Trebuchet MS" panose="020B0603020202020204"/>
              <a:cs typeface="Trebuchet MS" panose="020B0603020202020204"/>
            </a:endParaRPr>
          </a:p>
        </p:txBody>
      </p:sp>
      <p:pic>
        <p:nvPicPr>
          <p:cNvPr id="5" name="object 5" descr="PL/SQL if-then statement"/>
          <p:cNvPicPr/>
          <p:nvPr/>
        </p:nvPicPr>
        <p:blipFill>
          <a:blip r:embed="rId1" cstate="print"/>
          <a:stretch>
            <a:fillRect/>
          </a:stretch>
        </p:blipFill>
        <p:spPr>
          <a:xfrm>
            <a:off x="4394200" y="1342097"/>
            <a:ext cx="4724400" cy="529653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560701" y="210058"/>
            <a:ext cx="4178300" cy="574040"/>
          </a:xfrm>
          <a:prstGeom prst="rect">
            <a:avLst/>
          </a:prstGeom>
        </p:spPr>
        <p:txBody>
          <a:bodyPr vert="horz" wrap="square" lIns="0" tIns="12700" rIns="0" bIns="0" rtlCol="0">
            <a:spAutoFit/>
          </a:bodyPr>
          <a:lstStyle/>
          <a:p>
            <a:pPr marL="12700">
              <a:lnSpc>
                <a:spcPct val="100000"/>
              </a:lnSpc>
              <a:spcBef>
                <a:spcPts val="100"/>
              </a:spcBef>
            </a:pPr>
            <a:r>
              <a:rPr sz="3600" dirty="0"/>
              <a:t>Conditional</a:t>
            </a:r>
            <a:r>
              <a:rPr sz="3600" spc="-40" dirty="0"/>
              <a:t> </a:t>
            </a:r>
            <a:r>
              <a:rPr sz="3600" spc="-10" dirty="0"/>
              <a:t>Control</a:t>
            </a:r>
            <a:endParaRPr sz="3600"/>
          </a:p>
        </p:txBody>
      </p:sp>
      <p:pic>
        <p:nvPicPr>
          <p:cNvPr id="3" name="object 3" descr="PL/SQL if-then-else statement"/>
          <p:cNvPicPr/>
          <p:nvPr/>
        </p:nvPicPr>
        <p:blipFill>
          <a:blip r:embed="rId1" cstate="print"/>
          <a:stretch>
            <a:fillRect/>
          </a:stretch>
        </p:blipFill>
        <p:spPr>
          <a:xfrm>
            <a:off x="3982084" y="1619199"/>
            <a:ext cx="5029199" cy="5067427"/>
          </a:xfrm>
          <a:prstGeom prst="rect">
            <a:avLst/>
          </a:prstGeom>
        </p:spPr>
      </p:pic>
      <p:sp>
        <p:nvSpPr>
          <p:cNvPr id="4" name="object 4"/>
          <p:cNvSpPr txBox="1"/>
          <p:nvPr/>
        </p:nvSpPr>
        <p:spPr>
          <a:xfrm>
            <a:off x="250952" y="1287891"/>
            <a:ext cx="3602354" cy="4157979"/>
          </a:xfrm>
          <a:prstGeom prst="rect">
            <a:avLst/>
          </a:prstGeom>
        </p:spPr>
        <p:txBody>
          <a:bodyPr vert="horz" wrap="square" lIns="0" tIns="197485" rIns="0" bIns="0" rtlCol="0">
            <a:spAutoFit/>
          </a:bodyPr>
          <a:lstStyle/>
          <a:p>
            <a:pPr marL="354965" indent="-342265">
              <a:lnSpc>
                <a:spcPct val="100000"/>
              </a:lnSpc>
              <a:spcBef>
                <a:spcPts val="1555"/>
              </a:spcBef>
              <a:buFont typeface="Wingdings" panose="05000000000000000000"/>
              <a:buChar char=""/>
              <a:tabLst>
                <a:tab pos="354965" algn="l"/>
              </a:tabLst>
            </a:pPr>
            <a:r>
              <a:rPr sz="2200" dirty="0">
                <a:latin typeface="Trebuchet MS" panose="020B0603020202020204"/>
                <a:cs typeface="Trebuchet MS" panose="020B0603020202020204"/>
              </a:rPr>
              <a:t>If</a:t>
            </a:r>
            <a:r>
              <a:rPr sz="2200" spc="-15" dirty="0">
                <a:latin typeface="Trebuchet MS" panose="020B0603020202020204"/>
                <a:cs typeface="Trebuchet MS" panose="020B0603020202020204"/>
              </a:rPr>
              <a:t> </a:t>
            </a:r>
            <a:r>
              <a:rPr sz="2200" spc="-10" dirty="0">
                <a:latin typeface="Trebuchet MS" panose="020B0603020202020204"/>
                <a:cs typeface="Trebuchet MS" panose="020B0603020202020204"/>
              </a:rPr>
              <a:t>…else</a:t>
            </a:r>
            <a:endParaRPr sz="2200">
              <a:latin typeface="Trebuchet MS" panose="020B0603020202020204"/>
              <a:cs typeface="Trebuchet MS" panose="020B0603020202020204"/>
            </a:endParaRPr>
          </a:p>
          <a:p>
            <a:pPr marL="59055">
              <a:lnSpc>
                <a:spcPct val="100000"/>
              </a:lnSpc>
              <a:spcBef>
                <a:spcPts val="2135"/>
              </a:spcBef>
            </a:pPr>
            <a:r>
              <a:rPr sz="3200" b="1" spc="-10" dirty="0">
                <a:latin typeface="Trebuchet MS" panose="020B0603020202020204"/>
                <a:cs typeface="Trebuchet MS" panose="020B0603020202020204"/>
              </a:rPr>
              <a:t>Syntax</a:t>
            </a:r>
            <a:endParaRPr sz="3200">
              <a:latin typeface="Trebuchet MS" panose="020B0603020202020204"/>
              <a:cs typeface="Trebuchet MS" panose="020B0603020202020204"/>
            </a:endParaRPr>
          </a:p>
          <a:p>
            <a:pPr marL="59055">
              <a:lnSpc>
                <a:spcPct val="100000"/>
              </a:lnSpc>
              <a:spcBef>
                <a:spcPts val="770"/>
              </a:spcBef>
            </a:pPr>
            <a:r>
              <a:rPr sz="3200" dirty="0">
                <a:latin typeface="Trebuchet MS" panose="020B0603020202020204"/>
                <a:cs typeface="Trebuchet MS" panose="020B0603020202020204"/>
              </a:rPr>
              <a:t>If</a:t>
            </a:r>
            <a:r>
              <a:rPr sz="3200" spc="-25" dirty="0">
                <a:latin typeface="Trebuchet MS" panose="020B0603020202020204"/>
                <a:cs typeface="Trebuchet MS" panose="020B0603020202020204"/>
              </a:rPr>
              <a:t> </a:t>
            </a:r>
            <a:r>
              <a:rPr sz="3200" dirty="0">
                <a:latin typeface="Trebuchet MS" panose="020B0603020202020204"/>
                <a:cs typeface="Trebuchet MS" panose="020B0603020202020204"/>
              </a:rPr>
              <a:t>&lt;condition&gt;</a:t>
            </a:r>
            <a:r>
              <a:rPr sz="3200" spc="-95" dirty="0">
                <a:latin typeface="Trebuchet MS" panose="020B0603020202020204"/>
                <a:cs typeface="Trebuchet MS" panose="020B0603020202020204"/>
              </a:rPr>
              <a:t> </a:t>
            </a:r>
            <a:r>
              <a:rPr sz="3200" spc="-20" dirty="0">
                <a:latin typeface="Trebuchet MS" panose="020B0603020202020204"/>
                <a:cs typeface="Trebuchet MS" panose="020B0603020202020204"/>
              </a:rPr>
              <a:t>Then</a:t>
            </a:r>
            <a:endParaRPr sz="3200">
              <a:latin typeface="Trebuchet MS" panose="020B0603020202020204"/>
              <a:cs typeface="Trebuchet MS" panose="020B0603020202020204"/>
            </a:endParaRPr>
          </a:p>
          <a:p>
            <a:pPr marL="516255">
              <a:lnSpc>
                <a:spcPct val="100000"/>
              </a:lnSpc>
              <a:spcBef>
                <a:spcPts val="675"/>
              </a:spcBef>
            </a:pPr>
            <a:r>
              <a:rPr sz="2800" dirty="0">
                <a:latin typeface="Trebuchet MS" panose="020B0603020202020204"/>
                <a:cs typeface="Trebuchet MS" panose="020B0603020202020204"/>
              </a:rPr>
              <a:t>&lt;statement</a:t>
            </a:r>
            <a:r>
              <a:rPr sz="2800" spc="-85" dirty="0">
                <a:latin typeface="Trebuchet MS" panose="020B0603020202020204"/>
                <a:cs typeface="Trebuchet MS" panose="020B0603020202020204"/>
              </a:rPr>
              <a:t> </a:t>
            </a:r>
            <a:r>
              <a:rPr sz="2800" spc="-25" dirty="0">
                <a:latin typeface="Trebuchet MS" panose="020B0603020202020204"/>
                <a:cs typeface="Trebuchet MS" panose="020B0603020202020204"/>
              </a:rPr>
              <a:t>1&gt;</a:t>
            </a:r>
            <a:endParaRPr sz="2800">
              <a:latin typeface="Trebuchet MS" panose="020B0603020202020204"/>
              <a:cs typeface="Trebuchet MS" panose="020B0603020202020204"/>
            </a:endParaRPr>
          </a:p>
          <a:p>
            <a:pPr marL="117475">
              <a:lnSpc>
                <a:spcPct val="100000"/>
              </a:lnSpc>
              <a:spcBef>
                <a:spcPts val="765"/>
              </a:spcBef>
            </a:pPr>
            <a:r>
              <a:rPr sz="3200" spc="-20" dirty="0">
                <a:latin typeface="Trebuchet MS" panose="020B0603020202020204"/>
                <a:cs typeface="Trebuchet MS" panose="020B0603020202020204"/>
              </a:rPr>
              <a:t>Else</a:t>
            </a:r>
            <a:endParaRPr sz="3200">
              <a:latin typeface="Trebuchet MS" panose="020B0603020202020204"/>
              <a:cs typeface="Trebuchet MS" panose="020B0603020202020204"/>
            </a:endParaRPr>
          </a:p>
          <a:p>
            <a:pPr marL="117475" marR="456565" indent="855980">
              <a:lnSpc>
                <a:spcPct val="120000"/>
              </a:lnSpc>
            </a:pPr>
            <a:r>
              <a:rPr sz="3200" spc="-10" dirty="0">
                <a:latin typeface="Trebuchet MS" panose="020B0603020202020204"/>
                <a:cs typeface="Trebuchet MS" panose="020B0603020202020204"/>
              </a:rPr>
              <a:t>&lt;Stement2&gt; </a:t>
            </a:r>
            <a:r>
              <a:rPr sz="3200" dirty="0">
                <a:latin typeface="Trebuchet MS" panose="020B0603020202020204"/>
                <a:cs typeface="Trebuchet MS" panose="020B0603020202020204"/>
              </a:rPr>
              <a:t>End</a:t>
            </a:r>
            <a:r>
              <a:rPr sz="3200" spc="-10" dirty="0">
                <a:latin typeface="Trebuchet MS" panose="020B0603020202020204"/>
                <a:cs typeface="Trebuchet MS" panose="020B0603020202020204"/>
              </a:rPr>
              <a:t> </a:t>
            </a:r>
            <a:r>
              <a:rPr sz="3200" spc="-25" dirty="0">
                <a:latin typeface="Trebuchet MS" panose="020B0603020202020204"/>
                <a:cs typeface="Trebuchet MS" panose="020B0603020202020204"/>
              </a:rPr>
              <a:t>if;</a:t>
            </a:r>
            <a:endParaRPr sz="3200">
              <a:latin typeface="Trebuchet MS" panose="020B0603020202020204"/>
              <a:cs typeface="Trebuchet MS" panose="020B0603020202020204"/>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48234" rIns="0" bIns="0" rtlCol="0">
            <a:spAutoFit/>
          </a:bodyPr>
          <a:lstStyle/>
          <a:p>
            <a:pPr marL="2431415">
              <a:lnSpc>
                <a:spcPct val="100000"/>
              </a:lnSpc>
              <a:spcBef>
                <a:spcPts val="100"/>
              </a:spcBef>
            </a:pPr>
            <a:r>
              <a:rPr sz="3600" dirty="0"/>
              <a:t>Conditional</a:t>
            </a:r>
            <a:r>
              <a:rPr sz="3600" spc="-40" dirty="0"/>
              <a:t> </a:t>
            </a:r>
            <a:r>
              <a:rPr sz="3600" spc="-10" dirty="0"/>
              <a:t>Control</a:t>
            </a:r>
            <a:endParaRPr sz="3600"/>
          </a:p>
        </p:txBody>
      </p:sp>
      <p:sp>
        <p:nvSpPr>
          <p:cNvPr id="3" name="object 3"/>
          <p:cNvSpPr txBox="1"/>
          <p:nvPr/>
        </p:nvSpPr>
        <p:spPr>
          <a:xfrm>
            <a:off x="250952" y="1439925"/>
            <a:ext cx="2682240" cy="5155565"/>
          </a:xfrm>
          <a:prstGeom prst="rect">
            <a:avLst/>
          </a:prstGeom>
        </p:spPr>
        <p:txBody>
          <a:bodyPr vert="horz" wrap="square" lIns="0" tIns="12065" rIns="0" bIns="0" rtlCol="0">
            <a:spAutoFit/>
          </a:bodyPr>
          <a:lstStyle/>
          <a:p>
            <a:pPr marL="354965" indent="-342265">
              <a:lnSpc>
                <a:spcPct val="100000"/>
              </a:lnSpc>
              <a:spcBef>
                <a:spcPts val="95"/>
              </a:spcBef>
              <a:buFont typeface="Wingdings" panose="05000000000000000000"/>
              <a:buChar char=""/>
              <a:tabLst>
                <a:tab pos="354965" algn="l"/>
              </a:tabLst>
            </a:pPr>
            <a:r>
              <a:rPr sz="2200" dirty="0">
                <a:latin typeface="Trebuchet MS" panose="020B0603020202020204"/>
                <a:cs typeface="Trebuchet MS" panose="020B0603020202020204"/>
              </a:rPr>
              <a:t>If</a:t>
            </a:r>
            <a:r>
              <a:rPr sz="2200" spc="-15" dirty="0">
                <a:latin typeface="Trebuchet MS" panose="020B0603020202020204"/>
                <a:cs typeface="Trebuchet MS" panose="020B0603020202020204"/>
              </a:rPr>
              <a:t> </a:t>
            </a:r>
            <a:r>
              <a:rPr sz="2200" spc="-10" dirty="0">
                <a:latin typeface="Trebuchet MS" panose="020B0603020202020204"/>
                <a:cs typeface="Trebuchet MS" panose="020B0603020202020204"/>
              </a:rPr>
              <a:t>…then…elsif</a:t>
            </a:r>
            <a:endParaRPr sz="2200">
              <a:latin typeface="Trebuchet MS" panose="020B0603020202020204"/>
              <a:cs typeface="Trebuchet MS" panose="020B0603020202020204"/>
            </a:endParaRPr>
          </a:p>
          <a:p>
            <a:pPr>
              <a:lnSpc>
                <a:spcPct val="100000"/>
              </a:lnSpc>
              <a:spcBef>
                <a:spcPts val="615"/>
              </a:spcBef>
            </a:pPr>
            <a:endParaRPr sz="2200">
              <a:latin typeface="Trebuchet MS" panose="020B0603020202020204"/>
              <a:cs typeface="Trebuchet MS" panose="020B0603020202020204"/>
            </a:endParaRPr>
          </a:p>
          <a:p>
            <a:pPr marL="12700">
              <a:lnSpc>
                <a:spcPct val="100000"/>
              </a:lnSpc>
            </a:pPr>
            <a:r>
              <a:rPr sz="2200" dirty="0">
                <a:latin typeface="Trebuchet MS" panose="020B0603020202020204"/>
                <a:cs typeface="Trebuchet MS" panose="020B0603020202020204"/>
              </a:rPr>
              <a:t>If</a:t>
            </a:r>
            <a:r>
              <a:rPr sz="2200" spc="-30" dirty="0">
                <a:latin typeface="Trebuchet MS" panose="020B0603020202020204"/>
                <a:cs typeface="Trebuchet MS" panose="020B0603020202020204"/>
              </a:rPr>
              <a:t> </a:t>
            </a:r>
            <a:r>
              <a:rPr sz="2200" dirty="0">
                <a:latin typeface="Trebuchet MS" panose="020B0603020202020204"/>
                <a:cs typeface="Trebuchet MS" panose="020B0603020202020204"/>
              </a:rPr>
              <a:t>&lt;Condition&gt;</a:t>
            </a:r>
            <a:r>
              <a:rPr sz="2200" spc="-35" dirty="0">
                <a:latin typeface="Trebuchet MS" panose="020B0603020202020204"/>
                <a:cs typeface="Trebuchet MS" panose="020B0603020202020204"/>
              </a:rPr>
              <a:t> </a:t>
            </a:r>
            <a:r>
              <a:rPr sz="2200" spc="-20" dirty="0">
                <a:latin typeface="Trebuchet MS" panose="020B0603020202020204"/>
                <a:cs typeface="Trebuchet MS" panose="020B0603020202020204"/>
              </a:rPr>
              <a:t>then</a:t>
            </a:r>
            <a:endParaRPr sz="2200">
              <a:latin typeface="Trebuchet MS" panose="020B0603020202020204"/>
              <a:cs typeface="Trebuchet MS" panose="020B0603020202020204"/>
            </a:endParaRPr>
          </a:p>
          <a:p>
            <a:pPr marL="12700" marR="5080" indent="914400">
              <a:lnSpc>
                <a:spcPct val="110000"/>
              </a:lnSpc>
            </a:pPr>
            <a:r>
              <a:rPr sz="2200" spc="-10" dirty="0">
                <a:latin typeface="Trebuchet MS" panose="020B0603020202020204"/>
                <a:cs typeface="Trebuchet MS" panose="020B0603020202020204"/>
              </a:rPr>
              <a:t>&lt;Statement1&gt; </a:t>
            </a:r>
            <a:r>
              <a:rPr sz="2200" dirty="0">
                <a:latin typeface="Trebuchet MS" panose="020B0603020202020204"/>
                <a:cs typeface="Trebuchet MS" panose="020B0603020202020204"/>
              </a:rPr>
              <a:t>Elsif</a:t>
            </a:r>
            <a:r>
              <a:rPr sz="2200" spc="-5" dirty="0">
                <a:latin typeface="Trebuchet MS" panose="020B0603020202020204"/>
                <a:cs typeface="Trebuchet MS" panose="020B0603020202020204"/>
              </a:rPr>
              <a:t> </a:t>
            </a:r>
            <a:r>
              <a:rPr sz="2200" spc="-10" dirty="0">
                <a:latin typeface="Trebuchet MS" panose="020B0603020202020204"/>
                <a:cs typeface="Trebuchet MS" panose="020B0603020202020204"/>
              </a:rPr>
              <a:t>&lt;condition2&gt; </a:t>
            </a:r>
            <a:r>
              <a:rPr sz="2200" spc="-20" dirty="0">
                <a:latin typeface="Trebuchet MS" panose="020B0603020202020204"/>
                <a:cs typeface="Trebuchet MS" panose="020B0603020202020204"/>
              </a:rPr>
              <a:t>then</a:t>
            </a:r>
            <a:endParaRPr sz="2200">
              <a:latin typeface="Trebuchet MS" panose="020B0603020202020204"/>
              <a:cs typeface="Trebuchet MS" panose="020B0603020202020204"/>
            </a:endParaRPr>
          </a:p>
          <a:p>
            <a:pPr marL="12700" marR="178435" indent="914400">
              <a:lnSpc>
                <a:spcPct val="110000"/>
              </a:lnSpc>
              <a:spcBef>
                <a:spcPts val="5"/>
              </a:spcBef>
            </a:pPr>
            <a:r>
              <a:rPr sz="2200" spc="-10" dirty="0">
                <a:latin typeface="Trebuchet MS" panose="020B0603020202020204"/>
                <a:cs typeface="Trebuchet MS" panose="020B0603020202020204"/>
              </a:rPr>
              <a:t>&lt;statment2&gt; </a:t>
            </a:r>
            <a:r>
              <a:rPr sz="2200" dirty="0">
                <a:latin typeface="Trebuchet MS" panose="020B0603020202020204"/>
                <a:cs typeface="Trebuchet MS" panose="020B0603020202020204"/>
              </a:rPr>
              <a:t>Elsif</a:t>
            </a:r>
            <a:r>
              <a:rPr sz="2200" spc="-5" dirty="0">
                <a:latin typeface="Trebuchet MS" panose="020B0603020202020204"/>
                <a:cs typeface="Trebuchet MS" panose="020B0603020202020204"/>
              </a:rPr>
              <a:t> </a:t>
            </a:r>
            <a:r>
              <a:rPr sz="2200" spc="-10" dirty="0">
                <a:latin typeface="Trebuchet MS" panose="020B0603020202020204"/>
                <a:cs typeface="Trebuchet MS" panose="020B0603020202020204"/>
              </a:rPr>
              <a:t>&lt;condition3&gt; </a:t>
            </a:r>
            <a:r>
              <a:rPr sz="2200" spc="-20" dirty="0">
                <a:latin typeface="Trebuchet MS" panose="020B0603020202020204"/>
                <a:cs typeface="Trebuchet MS" panose="020B0603020202020204"/>
              </a:rPr>
              <a:t>Then</a:t>
            </a:r>
            <a:endParaRPr sz="2200">
              <a:latin typeface="Trebuchet MS" panose="020B0603020202020204"/>
              <a:cs typeface="Trebuchet MS" panose="020B0603020202020204"/>
            </a:endParaRPr>
          </a:p>
          <a:p>
            <a:pPr marL="927100">
              <a:lnSpc>
                <a:spcPct val="100000"/>
              </a:lnSpc>
              <a:spcBef>
                <a:spcPts val="260"/>
              </a:spcBef>
            </a:pPr>
            <a:r>
              <a:rPr sz="2200" spc="-10" dirty="0">
                <a:latin typeface="Trebuchet MS" panose="020B0603020202020204"/>
                <a:cs typeface="Trebuchet MS" panose="020B0603020202020204"/>
              </a:rPr>
              <a:t>&lt;Stement3&gt;</a:t>
            </a:r>
            <a:endParaRPr sz="2200">
              <a:latin typeface="Trebuchet MS" panose="020B0603020202020204"/>
              <a:cs typeface="Trebuchet MS" panose="020B0603020202020204"/>
            </a:endParaRPr>
          </a:p>
          <a:p>
            <a:pPr marL="12700">
              <a:lnSpc>
                <a:spcPct val="100000"/>
              </a:lnSpc>
              <a:spcBef>
                <a:spcPts val="270"/>
              </a:spcBef>
            </a:pPr>
            <a:r>
              <a:rPr sz="2200" spc="-20" dirty="0">
                <a:latin typeface="Trebuchet MS" panose="020B0603020202020204"/>
                <a:cs typeface="Trebuchet MS" panose="020B0603020202020204"/>
              </a:rPr>
              <a:t>Else</a:t>
            </a:r>
            <a:endParaRPr sz="2200">
              <a:latin typeface="Trebuchet MS" panose="020B0603020202020204"/>
              <a:cs typeface="Trebuchet MS" panose="020B0603020202020204"/>
            </a:endParaRPr>
          </a:p>
          <a:p>
            <a:pPr marL="1841500">
              <a:lnSpc>
                <a:spcPct val="100000"/>
              </a:lnSpc>
              <a:spcBef>
                <a:spcPts val="265"/>
              </a:spcBef>
            </a:pPr>
            <a:r>
              <a:rPr sz="2200" spc="-50" dirty="0">
                <a:latin typeface="Trebuchet MS" panose="020B0603020202020204"/>
                <a:cs typeface="Trebuchet MS" panose="020B0603020202020204"/>
              </a:rPr>
              <a:t>…</a:t>
            </a:r>
            <a:endParaRPr sz="2200">
              <a:latin typeface="Trebuchet MS" panose="020B0603020202020204"/>
              <a:cs typeface="Trebuchet MS" panose="020B0603020202020204"/>
            </a:endParaRPr>
          </a:p>
          <a:p>
            <a:pPr>
              <a:lnSpc>
                <a:spcPct val="100000"/>
              </a:lnSpc>
              <a:spcBef>
                <a:spcPts val="610"/>
              </a:spcBef>
            </a:pPr>
            <a:endParaRPr sz="2200">
              <a:latin typeface="Trebuchet MS" panose="020B0603020202020204"/>
              <a:cs typeface="Trebuchet MS" panose="020B0603020202020204"/>
            </a:endParaRPr>
          </a:p>
          <a:p>
            <a:pPr marL="12700">
              <a:lnSpc>
                <a:spcPct val="100000"/>
              </a:lnSpc>
            </a:pPr>
            <a:r>
              <a:rPr sz="2200" dirty="0">
                <a:latin typeface="Trebuchet MS" panose="020B0603020202020204"/>
                <a:cs typeface="Trebuchet MS" panose="020B0603020202020204"/>
              </a:rPr>
              <a:t>End</a:t>
            </a:r>
            <a:r>
              <a:rPr sz="2200" spc="-55" dirty="0">
                <a:latin typeface="Trebuchet MS" panose="020B0603020202020204"/>
                <a:cs typeface="Trebuchet MS" panose="020B0603020202020204"/>
              </a:rPr>
              <a:t> </a:t>
            </a:r>
            <a:r>
              <a:rPr sz="2200" spc="-25" dirty="0">
                <a:latin typeface="Trebuchet MS" panose="020B0603020202020204"/>
                <a:cs typeface="Trebuchet MS" panose="020B0603020202020204"/>
              </a:rPr>
              <a:t>if;</a:t>
            </a:r>
            <a:endParaRPr sz="2200">
              <a:latin typeface="Trebuchet MS" panose="020B0603020202020204"/>
              <a:cs typeface="Trebuchet MS" panose="020B0603020202020204"/>
            </a:endParaRPr>
          </a:p>
        </p:txBody>
      </p:sp>
      <p:pic>
        <p:nvPicPr>
          <p:cNvPr id="4" name="object 4"/>
          <p:cNvPicPr/>
          <p:nvPr/>
        </p:nvPicPr>
        <p:blipFill>
          <a:blip r:embed="rId1" cstate="print"/>
          <a:stretch>
            <a:fillRect/>
          </a:stretch>
        </p:blipFill>
        <p:spPr>
          <a:xfrm>
            <a:off x="3200400" y="1371638"/>
            <a:ext cx="5810884" cy="5422773"/>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1757" y="-125476"/>
            <a:ext cx="8860485" cy="1119505"/>
          </a:xfrm>
          <a:prstGeom prst="rect">
            <a:avLst/>
          </a:prstGeom>
        </p:spPr>
        <p:txBody>
          <a:bodyPr vert="horz" wrap="square" lIns="0" tIns="12065" rIns="0" bIns="0" rtlCol="0">
            <a:spAutoFit/>
          </a:bodyPr>
          <a:lstStyle/>
          <a:p>
            <a:pPr marL="204470" algn="ctr">
              <a:lnSpc>
                <a:spcPct val="200000"/>
              </a:lnSpc>
              <a:spcBef>
                <a:spcPts val="95"/>
              </a:spcBef>
            </a:pPr>
            <a:r>
              <a:rPr sz="3600" dirty="0"/>
              <a:t>Control</a:t>
            </a:r>
            <a:r>
              <a:rPr sz="3600" spc="-204" dirty="0"/>
              <a:t> </a:t>
            </a:r>
            <a:r>
              <a:rPr sz="3600" dirty="0"/>
              <a:t>Structures-</a:t>
            </a:r>
            <a:r>
              <a:rPr sz="3600" spc="-170" dirty="0"/>
              <a:t> </a:t>
            </a:r>
            <a:r>
              <a:rPr sz="3600" dirty="0"/>
              <a:t>Iterative</a:t>
            </a:r>
            <a:r>
              <a:rPr sz="3600" spc="-204" dirty="0"/>
              <a:t> </a:t>
            </a:r>
            <a:r>
              <a:rPr sz="3600" spc="-10" dirty="0"/>
              <a:t>Control</a:t>
            </a:r>
            <a:endParaRPr sz="3600" spc="-10" dirty="0"/>
          </a:p>
        </p:txBody>
      </p:sp>
      <p:sp>
        <p:nvSpPr>
          <p:cNvPr id="3" name="object 3"/>
          <p:cNvSpPr txBox="1"/>
          <p:nvPr/>
        </p:nvSpPr>
        <p:spPr>
          <a:xfrm>
            <a:off x="154939" y="1625854"/>
            <a:ext cx="8682355" cy="4116704"/>
          </a:xfrm>
          <a:prstGeom prst="rect">
            <a:avLst/>
          </a:prstGeom>
        </p:spPr>
        <p:txBody>
          <a:bodyPr vert="horz" wrap="square" lIns="0" tIns="12065" rIns="0" bIns="0" rtlCol="0">
            <a:spAutoFit/>
          </a:bodyPr>
          <a:lstStyle/>
          <a:p>
            <a:pPr marL="354965" indent="-342265">
              <a:lnSpc>
                <a:spcPct val="100000"/>
              </a:lnSpc>
              <a:spcBef>
                <a:spcPts val="95"/>
              </a:spcBef>
              <a:buFont typeface="Wingdings" panose="05000000000000000000"/>
              <a:buChar char=""/>
              <a:tabLst>
                <a:tab pos="354965" algn="l"/>
                <a:tab pos="1656080" algn="l"/>
                <a:tab pos="2772410" algn="l"/>
                <a:tab pos="3778885" algn="l"/>
                <a:tab pos="4150360" algn="l"/>
                <a:tab pos="5083810" algn="l"/>
                <a:tab pos="5561965" algn="l"/>
                <a:tab pos="7181850" algn="l"/>
                <a:tab pos="7670165" algn="l"/>
              </a:tabLst>
            </a:pPr>
            <a:r>
              <a:rPr sz="2200" spc="-10" dirty="0">
                <a:latin typeface="Trebuchet MS" panose="020B0603020202020204"/>
                <a:cs typeface="Trebuchet MS" panose="020B0603020202020204"/>
              </a:rPr>
              <a:t>Iterative</a:t>
            </a:r>
            <a:r>
              <a:rPr sz="2200" dirty="0">
                <a:latin typeface="Trebuchet MS" panose="020B0603020202020204"/>
                <a:cs typeface="Trebuchet MS" panose="020B0603020202020204"/>
              </a:rPr>
              <a:t>	</a:t>
            </a:r>
            <a:r>
              <a:rPr sz="2200" spc="-10" dirty="0">
                <a:latin typeface="Trebuchet MS" panose="020B0603020202020204"/>
                <a:cs typeface="Trebuchet MS" panose="020B0603020202020204"/>
              </a:rPr>
              <a:t>control</a:t>
            </a:r>
            <a:r>
              <a:rPr sz="2200" dirty="0">
                <a:latin typeface="Trebuchet MS" panose="020B0603020202020204"/>
                <a:cs typeface="Trebuchet MS" panose="020B0603020202020204"/>
              </a:rPr>
              <a:t>	</a:t>
            </a:r>
            <a:r>
              <a:rPr sz="2200" spc="-10" dirty="0">
                <a:latin typeface="Trebuchet MS" panose="020B0603020202020204"/>
                <a:cs typeface="Trebuchet MS" panose="020B0603020202020204"/>
              </a:rPr>
              <a:t>allows</a:t>
            </a:r>
            <a:r>
              <a:rPr sz="2200" dirty="0">
                <a:latin typeface="Trebuchet MS" panose="020B0603020202020204"/>
                <a:cs typeface="Trebuchet MS" panose="020B0603020202020204"/>
              </a:rPr>
              <a:t>	</a:t>
            </a:r>
            <a:r>
              <a:rPr sz="2200" spc="-50" dirty="0">
                <a:latin typeface="Trebuchet MS" panose="020B0603020202020204"/>
                <a:cs typeface="Trebuchet MS" panose="020B0603020202020204"/>
              </a:rPr>
              <a:t>a</a:t>
            </a:r>
            <a:r>
              <a:rPr sz="2200" dirty="0">
                <a:latin typeface="Trebuchet MS" panose="020B0603020202020204"/>
                <a:cs typeface="Trebuchet MS" panose="020B0603020202020204"/>
              </a:rPr>
              <a:t>	</a:t>
            </a:r>
            <a:r>
              <a:rPr sz="2200" spc="-10" dirty="0">
                <a:latin typeface="Trebuchet MS" panose="020B0603020202020204"/>
                <a:cs typeface="Trebuchet MS" panose="020B0603020202020204"/>
              </a:rPr>
              <a:t>group</a:t>
            </a:r>
            <a:r>
              <a:rPr sz="2200" dirty="0">
                <a:latin typeface="Trebuchet MS" panose="020B0603020202020204"/>
                <a:cs typeface="Trebuchet MS" panose="020B0603020202020204"/>
              </a:rPr>
              <a:t>	</a:t>
            </a:r>
            <a:r>
              <a:rPr sz="2200" spc="-25" dirty="0">
                <a:latin typeface="Trebuchet MS" panose="020B0603020202020204"/>
                <a:cs typeface="Trebuchet MS" panose="020B0603020202020204"/>
              </a:rPr>
              <a:t>of</a:t>
            </a:r>
            <a:r>
              <a:rPr sz="2200" dirty="0">
                <a:latin typeface="Trebuchet MS" panose="020B0603020202020204"/>
                <a:cs typeface="Trebuchet MS" panose="020B0603020202020204"/>
              </a:rPr>
              <a:t>	</a:t>
            </a:r>
            <a:r>
              <a:rPr sz="2200" spc="-10" dirty="0">
                <a:latin typeface="Trebuchet MS" panose="020B0603020202020204"/>
                <a:cs typeface="Trebuchet MS" panose="020B0603020202020204"/>
              </a:rPr>
              <a:t>statements</a:t>
            </a:r>
            <a:r>
              <a:rPr sz="2200" dirty="0">
                <a:latin typeface="Trebuchet MS" panose="020B0603020202020204"/>
                <a:cs typeface="Trebuchet MS" panose="020B0603020202020204"/>
              </a:rPr>
              <a:t>	</a:t>
            </a:r>
            <a:r>
              <a:rPr sz="2200" spc="-25" dirty="0">
                <a:latin typeface="Trebuchet MS" panose="020B0603020202020204"/>
                <a:cs typeface="Trebuchet MS" panose="020B0603020202020204"/>
              </a:rPr>
              <a:t>to</a:t>
            </a:r>
            <a:r>
              <a:rPr sz="2200" dirty="0">
                <a:latin typeface="Trebuchet MS" panose="020B0603020202020204"/>
                <a:cs typeface="Trebuchet MS" panose="020B0603020202020204"/>
              </a:rPr>
              <a:t>	</a:t>
            </a:r>
            <a:r>
              <a:rPr sz="2200" spc="-10" dirty="0">
                <a:latin typeface="Trebuchet MS" panose="020B0603020202020204"/>
                <a:cs typeface="Trebuchet MS" panose="020B0603020202020204"/>
              </a:rPr>
              <a:t>execute</a:t>
            </a:r>
            <a:endParaRPr sz="2200">
              <a:latin typeface="Trebuchet MS" panose="020B0603020202020204"/>
              <a:cs typeface="Trebuchet MS" panose="020B0603020202020204"/>
            </a:endParaRPr>
          </a:p>
          <a:p>
            <a:pPr marL="355600">
              <a:lnSpc>
                <a:spcPct val="100000"/>
              </a:lnSpc>
            </a:pPr>
            <a:r>
              <a:rPr sz="2200" b="1" dirty="0">
                <a:highlight>
                  <a:srgbClr val="FFFF00"/>
                </a:highlight>
                <a:latin typeface="Trebuchet MS" panose="020B0603020202020204"/>
                <a:cs typeface="Trebuchet MS" panose="020B0603020202020204"/>
              </a:rPr>
              <a:t>repeatedly</a:t>
            </a:r>
            <a:r>
              <a:rPr sz="2200" b="1" spc="-40"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in</a:t>
            </a:r>
            <a:r>
              <a:rPr sz="2200" b="1" spc="-50"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a</a:t>
            </a:r>
            <a:r>
              <a:rPr sz="2200" b="1" spc="-50"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program</a:t>
            </a:r>
            <a:r>
              <a:rPr sz="2200" b="1" dirty="0">
                <a:latin typeface="Trebuchet MS" panose="020B0603020202020204"/>
                <a:cs typeface="Trebuchet MS" panose="020B0603020202020204"/>
              </a:rPr>
              <a:t>.</a:t>
            </a:r>
            <a:r>
              <a:rPr sz="2200" b="1" spc="-25" dirty="0">
                <a:latin typeface="Trebuchet MS" panose="020B0603020202020204"/>
                <a:cs typeface="Trebuchet MS" panose="020B0603020202020204"/>
              </a:rPr>
              <a:t> </a:t>
            </a:r>
            <a:r>
              <a:rPr sz="2200" dirty="0">
                <a:latin typeface="Trebuchet MS" panose="020B0603020202020204"/>
                <a:cs typeface="Trebuchet MS" panose="020B0603020202020204"/>
              </a:rPr>
              <a:t>It</a:t>
            </a:r>
            <a:r>
              <a:rPr sz="2200" spc="-55" dirty="0">
                <a:latin typeface="Trebuchet MS" panose="020B0603020202020204"/>
                <a:cs typeface="Trebuchet MS" panose="020B0603020202020204"/>
              </a:rPr>
              <a:t> </a:t>
            </a:r>
            <a:r>
              <a:rPr sz="2200" dirty="0">
                <a:latin typeface="Trebuchet MS" panose="020B0603020202020204"/>
                <a:cs typeface="Trebuchet MS" panose="020B0603020202020204"/>
              </a:rPr>
              <a:t>is</a:t>
            </a:r>
            <a:r>
              <a:rPr sz="2200" spc="-60" dirty="0">
                <a:latin typeface="Trebuchet MS" panose="020B0603020202020204"/>
                <a:cs typeface="Trebuchet MS" panose="020B0603020202020204"/>
              </a:rPr>
              <a:t> </a:t>
            </a:r>
            <a:r>
              <a:rPr sz="2200" dirty="0">
                <a:latin typeface="Trebuchet MS" panose="020B0603020202020204"/>
                <a:cs typeface="Trebuchet MS" panose="020B0603020202020204"/>
              </a:rPr>
              <a:t>called</a:t>
            </a:r>
            <a:r>
              <a:rPr sz="2200" spc="-45" dirty="0">
                <a:latin typeface="Trebuchet MS" panose="020B0603020202020204"/>
                <a:cs typeface="Trebuchet MS" panose="020B0603020202020204"/>
              </a:rPr>
              <a:t> </a:t>
            </a:r>
            <a:r>
              <a:rPr sz="2200" b="1" spc="-10" dirty="0">
                <a:solidFill>
                  <a:srgbClr val="FF0000"/>
                </a:solidFill>
                <a:highlight>
                  <a:srgbClr val="FFFF00"/>
                </a:highlight>
                <a:latin typeface="Trebuchet MS" panose="020B0603020202020204"/>
                <a:cs typeface="Trebuchet MS" panose="020B0603020202020204"/>
              </a:rPr>
              <a:t>Looping</a:t>
            </a:r>
            <a:r>
              <a:rPr sz="2200" spc="-10" dirty="0">
                <a:latin typeface="Trebuchet MS" panose="020B0603020202020204"/>
                <a:cs typeface="Trebuchet MS" panose="020B0603020202020204"/>
              </a:rPr>
              <a:t>.</a:t>
            </a:r>
            <a:endParaRPr sz="2200">
              <a:latin typeface="Trebuchet MS" panose="020B0603020202020204"/>
              <a:cs typeface="Trebuchet MS" panose="020B0603020202020204"/>
            </a:endParaRPr>
          </a:p>
          <a:p>
            <a:pPr marL="355600" marR="6350" indent="-342900">
              <a:lnSpc>
                <a:spcPct val="100000"/>
              </a:lnSpc>
              <a:spcBef>
                <a:spcPts val="530"/>
              </a:spcBef>
              <a:buFont typeface="Wingdings" panose="05000000000000000000"/>
              <a:buChar char=""/>
              <a:tabLst>
                <a:tab pos="355600" algn="l"/>
              </a:tabLst>
            </a:pPr>
            <a:r>
              <a:rPr sz="2200" dirty="0">
                <a:latin typeface="Trebuchet MS" panose="020B0603020202020204"/>
                <a:cs typeface="Trebuchet MS" panose="020B0603020202020204"/>
              </a:rPr>
              <a:t>PL/SQL</a:t>
            </a:r>
            <a:r>
              <a:rPr sz="2200" spc="280" dirty="0">
                <a:latin typeface="Trebuchet MS" panose="020B0603020202020204"/>
                <a:cs typeface="Trebuchet MS" panose="020B0603020202020204"/>
              </a:rPr>
              <a:t> </a:t>
            </a:r>
            <a:r>
              <a:rPr sz="2200" dirty="0">
                <a:latin typeface="Trebuchet MS" panose="020B0603020202020204"/>
                <a:cs typeface="Trebuchet MS" panose="020B0603020202020204"/>
              </a:rPr>
              <a:t>provides</a:t>
            </a:r>
            <a:r>
              <a:rPr sz="2200" spc="350" dirty="0">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three</a:t>
            </a:r>
            <a:r>
              <a:rPr sz="2200" spc="36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constructs</a:t>
            </a:r>
            <a:r>
              <a:rPr sz="2200" spc="345" dirty="0">
                <a:highlight>
                  <a:srgbClr val="FFFF00"/>
                </a:highlight>
                <a:latin typeface="Trebuchet MS" panose="020B0603020202020204"/>
                <a:cs typeface="Trebuchet MS" panose="020B0603020202020204"/>
              </a:rPr>
              <a:t> </a:t>
            </a:r>
            <a:r>
              <a:rPr sz="2200" dirty="0">
                <a:latin typeface="Trebuchet MS" panose="020B0603020202020204"/>
                <a:cs typeface="Trebuchet MS" panose="020B0603020202020204"/>
              </a:rPr>
              <a:t>to</a:t>
            </a:r>
            <a:r>
              <a:rPr sz="2200" spc="355" dirty="0">
                <a:latin typeface="Trebuchet MS" panose="020B0603020202020204"/>
                <a:cs typeface="Trebuchet MS" panose="020B0603020202020204"/>
              </a:rPr>
              <a:t> </a:t>
            </a:r>
            <a:r>
              <a:rPr sz="2200" dirty="0">
                <a:latin typeface="Trebuchet MS" panose="020B0603020202020204"/>
                <a:cs typeface="Trebuchet MS" panose="020B0603020202020204"/>
              </a:rPr>
              <a:t>implement</a:t>
            </a:r>
            <a:r>
              <a:rPr sz="2200" spc="370" dirty="0">
                <a:latin typeface="Trebuchet MS" panose="020B0603020202020204"/>
                <a:cs typeface="Trebuchet MS" panose="020B0603020202020204"/>
              </a:rPr>
              <a:t> </a:t>
            </a:r>
            <a:r>
              <a:rPr sz="2200" dirty="0">
                <a:latin typeface="Trebuchet MS" panose="020B0603020202020204"/>
                <a:cs typeface="Trebuchet MS" panose="020B0603020202020204"/>
              </a:rPr>
              <a:t>loops,</a:t>
            </a:r>
            <a:r>
              <a:rPr sz="2200" spc="355" dirty="0">
                <a:latin typeface="Trebuchet MS" panose="020B0603020202020204"/>
                <a:cs typeface="Trebuchet MS" panose="020B0603020202020204"/>
              </a:rPr>
              <a:t> </a:t>
            </a:r>
            <a:r>
              <a:rPr sz="2200" dirty="0">
                <a:latin typeface="Trebuchet MS" panose="020B0603020202020204"/>
                <a:cs typeface="Trebuchet MS" panose="020B0603020202020204"/>
              </a:rPr>
              <a:t>as</a:t>
            </a:r>
            <a:r>
              <a:rPr sz="2200" spc="365" dirty="0">
                <a:latin typeface="Trebuchet MS" panose="020B0603020202020204"/>
                <a:cs typeface="Trebuchet MS" panose="020B0603020202020204"/>
              </a:rPr>
              <a:t> </a:t>
            </a:r>
            <a:r>
              <a:rPr sz="2200" spc="-10" dirty="0">
                <a:latin typeface="Trebuchet MS" panose="020B0603020202020204"/>
                <a:cs typeface="Trebuchet MS" panose="020B0603020202020204"/>
              </a:rPr>
              <a:t>listed below:</a:t>
            </a:r>
            <a:endParaRPr sz="2200">
              <a:latin typeface="Trebuchet MS" panose="020B0603020202020204"/>
              <a:cs typeface="Trebuchet MS" panose="020B0603020202020204"/>
            </a:endParaRPr>
          </a:p>
          <a:p>
            <a:pPr marL="695960" lvl="1" indent="-342265">
              <a:lnSpc>
                <a:spcPct val="100000"/>
              </a:lnSpc>
              <a:spcBef>
                <a:spcPts val="530"/>
              </a:spcBef>
              <a:buFont typeface="Wingdings" panose="05000000000000000000"/>
              <a:buChar char=""/>
              <a:tabLst>
                <a:tab pos="695960" algn="l"/>
              </a:tabLst>
            </a:pPr>
            <a:r>
              <a:rPr sz="2200" b="1" dirty="0">
                <a:latin typeface="Trebuchet MS" panose="020B0603020202020204"/>
                <a:cs typeface="Trebuchet MS" panose="020B0603020202020204"/>
              </a:rPr>
              <a:t>1.</a:t>
            </a:r>
            <a:r>
              <a:rPr sz="2200" b="1" spc="-25" dirty="0">
                <a:latin typeface="Trebuchet MS" panose="020B0603020202020204"/>
                <a:cs typeface="Trebuchet MS" panose="020B0603020202020204"/>
              </a:rPr>
              <a:t> </a:t>
            </a:r>
            <a:r>
              <a:rPr sz="2200" b="1" spc="-20" dirty="0">
                <a:latin typeface="Trebuchet MS" panose="020B0603020202020204"/>
                <a:cs typeface="Trebuchet MS" panose="020B0603020202020204"/>
              </a:rPr>
              <a:t>LOOP</a:t>
            </a:r>
            <a:endParaRPr sz="2200">
              <a:latin typeface="Trebuchet MS" panose="020B0603020202020204"/>
              <a:cs typeface="Trebuchet MS" panose="020B0603020202020204"/>
            </a:endParaRPr>
          </a:p>
          <a:p>
            <a:pPr marL="695960" lvl="1" indent="-342265">
              <a:lnSpc>
                <a:spcPct val="100000"/>
              </a:lnSpc>
              <a:spcBef>
                <a:spcPts val="525"/>
              </a:spcBef>
              <a:buFont typeface="Wingdings" panose="05000000000000000000"/>
              <a:buChar char=""/>
              <a:tabLst>
                <a:tab pos="695960" algn="l"/>
              </a:tabLst>
            </a:pPr>
            <a:r>
              <a:rPr sz="2200" b="1" dirty="0">
                <a:latin typeface="Trebuchet MS" panose="020B0603020202020204"/>
                <a:cs typeface="Trebuchet MS" panose="020B0603020202020204"/>
              </a:rPr>
              <a:t>2.</a:t>
            </a:r>
            <a:r>
              <a:rPr sz="2200" b="1" spc="-10" dirty="0">
                <a:latin typeface="Trebuchet MS" panose="020B0603020202020204"/>
                <a:cs typeface="Trebuchet MS" panose="020B0603020202020204"/>
              </a:rPr>
              <a:t> </a:t>
            </a:r>
            <a:r>
              <a:rPr sz="2200" b="1" spc="-20" dirty="0">
                <a:latin typeface="Trebuchet MS" panose="020B0603020202020204"/>
                <a:cs typeface="Trebuchet MS" panose="020B0603020202020204"/>
              </a:rPr>
              <a:t>WHILE</a:t>
            </a:r>
            <a:endParaRPr sz="2200">
              <a:latin typeface="Trebuchet MS" panose="020B0603020202020204"/>
              <a:cs typeface="Trebuchet MS" panose="020B0603020202020204"/>
            </a:endParaRPr>
          </a:p>
          <a:p>
            <a:pPr marL="695960" lvl="1" indent="-342265">
              <a:lnSpc>
                <a:spcPct val="100000"/>
              </a:lnSpc>
              <a:spcBef>
                <a:spcPts val="530"/>
              </a:spcBef>
              <a:buFont typeface="Wingdings" panose="05000000000000000000"/>
              <a:buChar char=""/>
              <a:tabLst>
                <a:tab pos="695960" algn="l"/>
              </a:tabLst>
            </a:pPr>
            <a:r>
              <a:rPr sz="2200" b="1" dirty="0">
                <a:latin typeface="Trebuchet MS" panose="020B0603020202020204"/>
                <a:cs typeface="Trebuchet MS" panose="020B0603020202020204"/>
              </a:rPr>
              <a:t>3.</a:t>
            </a:r>
            <a:r>
              <a:rPr sz="2200" b="1" spc="-25" dirty="0">
                <a:latin typeface="Trebuchet MS" panose="020B0603020202020204"/>
                <a:cs typeface="Trebuchet MS" panose="020B0603020202020204"/>
              </a:rPr>
              <a:t> FOR</a:t>
            </a:r>
            <a:endParaRPr sz="2200">
              <a:latin typeface="Trebuchet MS" panose="020B0603020202020204"/>
              <a:cs typeface="Trebuchet MS" panose="020B0603020202020204"/>
            </a:endParaRPr>
          </a:p>
          <a:p>
            <a:pPr marL="355600" marR="5080" indent="-342900">
              <a:lnSpc>
                <a:spcPct val="100000"/>
              </a:lnSpc>
              <a:spcBef>
                <a:spcPts val="530"/>
              </a:spcBef>
              <a:buFont typeface="Wingdings" panose="05000000000000000000"/>
              <a:buChar char=""/>
              <a:tabLst>
                <a:tab pos="355600" algn="l"/>
              </a:tabLst>
            </a:pPr>
            <a:r>
              <a:rPr sz="2200" dirty="0">
                <a:latin typeface="Trebuchet MS" panose="020B0603020202020204"/>
                <a:cs typeface="Trebuchet MS" panose="020B0603020202020204"/>
              </a:rPr>
              <a:t>In</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PL/SQL,</a:t>
            </a:r>
            <a:r>
              <a:rPr sz="2200" spc="-20" dirty="0">
                <a:latin typeface="Trebuchet MS" panose="020B0603020202020204"/>
                <a:cs typeface="Trebuchet MS" panose="020B0603020202020204"/>
              </a:rPr>
              <a:t> </a:t>
            </a:r>
            <a:r>
              <a:rPr sz="2200" dirty="0">
                <a:latin typeface="Trebuchet MS" panose="020B0603020202020204"/>
                <a:cs typeface="Trebuchet MS" panose="020B0603020202020204"/>
              </a:rPr>
              <a:t>any</a:t>
            </a:r>
            <a:r>
              <a:rPr sz="2200" spc="-35" dirty="0">
                <a:latin typeface="Trebuchet MS" panose="020B0603020202020204"/>
                <a:cs typeface="Trebuchet MS" panose="020B0603020202020204"/>
              </a:rPr>
              <a:t> </a:t>
            </a:r>
            <a:r>
              <a:rPr sz="2200" dirty="0">
                <a:latin typeface="Trebuchet MS" panose="020B0603020202020204"/>
                <a:cs typeface="Trebuchet MS" panose="020B0603020202020204"/>
              </a:rPr>
              <a:t>loop</a:t>
            </a:r>
            <a:r>
              <a:rPr sz="2200" spc="-25" dirty="0">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starts</a:t>
            </a:r>
            <a:r>
              <a:rPr sz="2200" spc="-35"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with</a:t>
            </a:r>
            <a:r>
              <a:rPr sz="2200" spc="-2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a</a:t>
            </a:r>
            <a:r>
              <a:rPr sz="2200" spc="-35" dirty="0">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LOOP</a:t>
            </a:r>
            <a:r>
              <a:rPr sz="2200" b="1" spc="-20" dirty="0">
                <a:solidFill>
                  <a:srgbClr val="FF0000"/>
                </a:solidFill>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keyword</a:t>
            </a:r>
            <a:r>
              <a:rPr sz="2200" spc="-25" dirty="0">
                <a:latin typeface="Trebuchet MS" panose="020B0603020202020204"/>
                <a:cs typeface="Trebuchet MS" panose="020B0603020202020204"/>
              </a:rPr>
              <a:t> </a:t>
            </a:r>
            <a:r>
              <a:rPr sz="2200" dirty="0">
                <a:latin typeface="Trebuchet MS" panose="020B0603020202020204"/>
                <a:cs typeface="Trebuchet MS" panose="020B0603020202020204"/>
              </a:rPr>
              <a:t>and</a:t>
            </a:r>
            <a:r>
              <a:rPr sz="2200" spc="-35" dirty="0">
                <a:latin typeface="Trebuchet MS" panose="020B0603020202020204"/>
                <a:cs typeface="Trebuchet MS" panose="020B0603020202020204"/>
              </a:rPr>
              <a:t> </a:t>
            </a:r>
            <a:r>
              <a:rPr sz="2200" dirty="0">
                <a:latin typeface="Trebuchet MS" panose="020B0603020202020204"/>
                <a:cs typeface="Trebuchet MS" panose="020B0603020202020204"/>
              </a:rPr>
              <a:t>it</a:t>
            </a:r>
            <a:r>
              <a:rPr sz="2200" spc="-15" dirty="0">
                <a:latin typeface="Trebuchet MS" panose="020B0603020202020204"/>
                <a:cs typeface="Trebuchet MS" panose="020B0603020202020204"/>
              </a:rPr>
              <a:t> </a:t>
            </a:r>
            <a:r>
              <a:rPr sz="2200" spc="-10" dirty="0">
                <a:latin typeface="Trebuchet MS" panose="020B0603020202020204"/>
                <a:cs typeface="Trebuchet MS" panose="020B0603020202020204"/>
              </a:rPr>
              <a:t>terminates </a:t>
            </a:r>
            <a:r>
              <a:rPr sz="2200" dirty="0">
                <a:latin typeface="Trebuchet MS" panose="020B0603020202020204"/>
                <a:cs typeface="Trebuchet MS" panose="020B0603020202020204"/>
              </a:rPr>
              <a:t>with</a:t>
            </a:r>
            <a:r>
              <a:rPr sz="2200" spc="-20" dirty="0">
                <a:latin typeface="Trebuchet MS" panose="020B0603020202020204"/>
                <a:cs typeface="Trebuchet MS" panose="020B0603020202020204"/>
              </a:rPr>
              <a:t> </a:t>
            </a:r>
            <a:r>
              <a:rPr sz="2200" dirty="0">
                <a:latin typeface="Trebuchet MS" panose="020B0603020202020204"/>
                <a:cs typeface="Trebuchet MS" panose="020B0603020202020204"/>
              </a:rPr>
              <a:t>an</a:t>
            </a:r>
            <a:r>
              <a:rPr sz="2200" spc="-40" dirty="0">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END</a:t>
            </a:r>
            <a:r>
              <a:rPr sz="2200" b="1" spc="-30"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LOOP</a:t>
            </a:r>
            <a:r>
              <a:rPr sz="2200" b="1" spc="-70" dirty="0">
                <a:solidFill>
                  <a:srgbClr val="FF0000"/>
                </a:solidFill>
                <a:highlight>
                  <a:srgbClr val="FFFF00"/>
                </a:highlight>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keyword.</a:t>
            </a:r>
            <a:endParaRPr sz="2200">
              <a:highlight>
                <a:srgbClr val="FFFF00"/>
              </a:highlight>
              <a:latin typeface="Trebuchet MS" panose="020B0603020202020204"/>
              <a:cs typeface="Trebuchet MS" panose="020B0603020202020204"/>
            </a:endParaRPr>
          </a:p>
          <a:p>
            <a:pPr marL="354965" indent="-342265">
              <a:lnSpc>
                <a:spcPct val="100000"/>
              </a:lnSpc>
              <a:spcBef>
                <a:spcPts val="525"/>
              </a:spcBef>
              <a:buFont typeface="Wingdings" panose="05000000000000000000"/>
              <a:buChar char=""/>
              <a:tabLst>
                <a:tab pos="354965" algn="l"/>
                <a:tab pos="5147310" algn="l"/>
              </a:tabLst>
            </a:pPr>
            <a:r>
              <a:rPr sz="2200" dirty="0">
                <a:latin typeface="Trebuchet MS" panose="020B0603020202020204"/>
                <a:cs typeface="Trebuchet MS" panose="020B0603020202020204"/>
              </a:rPr>
              <a:t>Each</a:t>
            </a:r>
            <a:r>
              <a:rPr sz="2200" spc="145" dirty="0">
                <a:latin typeface="Trebuchet MS" panose="020B0603020202020204"/>
                <a:cs typeface="Trebuchet MS" panose="020B0603020202020204"/>
              </a:rPr>
              <a:t>  </a:t>
            </a:r>
            <a:r>
              <a:rPr sz="2200" dirty="0">
                <a:latin typeface="Trebuchet MS" panose="020B0603020202020204"/>
                <a:cs typeface="Trebuchet MS" panose="020B0603020202020204"/>
              </a:rPr>
              <a:t>loop</a:t>
            </a:r>
            <a:r>
              <a:rPr sz="2200" spc="140" dirty="0">
                <a:latin typeface="Trebuchet MS" panose="020B0603020202020204"/>
                <a:cs typeface="Trebuchet MS" panose="020B0603020202020204"/>
              </a:rPr>
              <a:t>  </a:t>
            </a:r>
            <a:r>
              <a:rPr sz="2200" dirty="0">
                <a:latin typeface="Trebuchet MS" panose="020B0603020202020204"/>
                <a:cs typeface="Trebuchet MS" panose="020B0603020202020204"/>
              </a:rPr>
              <a:t>requires</a:t>
            </a:r>
            <a:r>
              <a:rPr sz="2200" spc="145" dirty="0">
                <a:latin typeface="Trebuchet MS" panose="020B0603020202020204"/>
                <a:cs typeface="Trebuchet MS" panose="020B0603020202020204"/>
              </a:rPr>
              <a:t>  </a:t>
            </a:r>
            <a:r>
              <a:rPr sz="2200" dirty="0">
                <a:latin typeface="Trebuchet MS" panose="020B0603020202020204"/>
                <a:cs typeface="Trebuchet MS" panose="020B0603020202020204"/>
              </a:rPr>
              <a:t>a</a:t>
            </a:r>
            <a:r>
              <a:rPr sz="2200" spc="140" dirty="0">
                <a:latin typeface="Trebuchet MS" panose="020B0603020202020204"/>
                <a:cs typeface="Trebuchet MS" panose="020B0603020202020204"/>
              </a:rPr>
              <a:t>  </a:t>
            </a:r>
            <a:r>
              <a:rPr sz="2200" b="1" spc="-10" dirty="0">
                <a:highlight>
                  <a:srgbClr val="FFFF00"/>
                </a:highlight>
                <a:latin typeface="Trebuchet MS" panose="020B0603020202020204"/>
                <a:cs typeface="Trebuchet MS" panose="020B0603020202020204"/>
              </a:rPr>
              <a:t>conditional</a:t>
            </a:r>
            <a:r>
              <a:rPr sz="2200" b="1" dirty="0">
                <a:highlight>
                  <a:srgbClr val="FFFF00"/>
                </a:highlight>
                <a:latin typeface="Trebuchet MS" panose="020B0603020202020204"/>
                <a:cs typeface="Trebuchet MS" panose="020B0603020202020204"/>
              </a:rPr>
              <a:t>	statement</a:t>
            </a:r>
            <a:r>
              <a:rPr sz="2200" b="1" spc="135" dirty="0">
                <a:latin typeface="Trebuchet MS" panose="020B0603020202020204"/>
                <a:cs typeface="Trebuchet MS" panose="020B0603020202020204"/>
              </a:rPr>
              <a:t>  </a:t>
            </a:r>
            <a:r>
              <a:rPr sz="2200" dirty="0">
                <a:latin typeface="Trebuchet MS" panose="020B0603020202020204"/>
                <a:cs typeface="Trebuchet MS" panose="020B0603020202020204"/>
              </a:rPr>
              <a:t>to</a:t>
            </a:r>
            <a:r>
              <a:rPr sz="2200" spc="125" dirty="0">
                <a:latin typeface="Trebuchet MS" panose="020B0603020202020204"/>
                <a:cs typeface="Trebuchet MS" panose="020B0603020202020204"/>
              </a:rPr>
              <a:t>  </a:t>
            </a:r>
            <a:r>
              <a:rPr sz="2200" dirty="0">
                <a:latin typeface="Trebuchet MS" panose="020B0603020202020204"/>
                <a:cs typeface="Trebuchet MS" panose="020B0603020202020204"/>
              </a:rPr>
              <a:t>control</a:t>
            </a:r>
            <a:r>
              <a:rPr sz="2200" spc="130" dirty="0">
                <a:latin typeface="Trebuchet MS" panose="020B0603020202020204"/>
                <a:cs typeface="Trebuchet MS" panose="020B0603020202020204"/>
              </a:rPr>
              <a:t>  </a:t>
            </a:r>
            <a:r>
              <a:rPr sz="2200" spc="-25" dirty="0">
                <a:latin typeface="Trebuchet MS" panose="020B0603020202020204"/>
                <a:cs typeface="Trebuchet MS" panose="020B0603020202020204"/>
              </a:rPr>
              <a:t>the</a:t>
            </a:r>
            <a:endParaRPr sz="2200">
              <a:latin typeface="Trebuchet MS" panose="020B0603020202020204"/>
              <a:cs typeface="Trebuchet MS" panose="020B0603020202020204"/>
            </a:endParaRPr>
          </a:p>
          <a:p>
            <a:pPr marL="355600">
              <a:lnSpc>
                <a:spcPct val="100000"/>
              </a:lnSpc>
              <a:spcBef>
                <a:spcPts val="5"/>
              </a:spcBef>
            </a:pPr>
            <a:r>
              <a:rPr sz="2200" b="1" dirty="0">
                <a:solidFill>
                  <a:srgbClr val="FF0000"/>
                </a:solidFill>
                <a:highlight>
                  <a:srgbClr val="FFFF00"/>
                </a:highlight>
                <a:latin typeface="Trebuchet MS" panose="020B0603020202020204"/>
                <a:cs typeface="Trebuchet MS" panose="020B0603020202020204"/>
              </a:rPr>
              <a:t>number</a:t>
            </a:r>
            <a:r>
              <a:rPr sz="2200" b="1" spc="-20"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of</a:t>
            </a:r>
            <a:r>
              <a:rPr sz="2200" b="1" spc="-35"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times</a:t>
            </a:r>
            <a:r>
              <a:rPr sz="2200" b="1" spc="-30"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a</a:t>
            </a:r>
            <a:r>
              <a:rPr sz="2200" b="1" spc="-35" dirty="0">
                <a:solidFill>
                  <a:srgbClr val="FF0000"/>
                </a:solidFill>
                <a:highlight>
                  <a:srgbClr val="FFFF00"/>
                </a:highlight>
                <a:latin typeface="Trebuchet MS" panose="020B0603020202020204"/>
                <a:cs typeface="Trebuchet MS" panose="020B0603020202020204"/>
              </a:rPr>
              <a:t> </a:t>
            </a:r>
            <a:r>
              <a:rPr sz="2200" b="1" dirty="0">
                <a:solidFill>
                  <a:srgbClr val="FF0000"/>
                </a:solidFill>
                <a:highlight>
                  <a:srgbClr val="FFFF00"/>
                </a:highlight>
                <a:latin typeface="Trebuchet MS" panose="020B0603020202020204"/>
                <a:cs typeface="Trebuchet MS" panose="020B0603020202020204"/>
              </a:rPr>
              <a:t>loop</a:t>
            </a:r>
            <a:r>
              <a:rPr sz="2200" b="1" spc="-20" dirty="0">
                <a:solidFill>
                  <a:srgbClr val="FF0000"/>
                </a:solidFill>
                <a:latin typeface="Trebuchet MS" panose="020B0603020202020204"/>
                <a:cs typeface="Trebuchet MS" panose="020B0603020202020204"/>
              </a:rPr>
              <a:t> </a:t>
            </a:r>
            <a:r>
              <a:rPr sz="2200" dirty="0">
                <a:latin typeface="Trebuchet MS" panose="020B0603020202020204"/>
                <a:cs typeface="Trebuchet MS" panose="020B0603020202020204"/>
              </a:rPr>
              <a:t>is</a:t>
            </a:r>
            <a:r>
              <a:rPr sz="2200" spc="-40" dirty="0">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executed</a:t>
            </a:r>
            <a:r>
              <a:rPr sz="2000" spc="-10" dirty="0">
                <a:latin typeface="Trebuchet MS" panose="020B0603020202020204"/>
                <a:cs typeface="Trebuchet MS" panose="020B0603020202020204"/>
              </a:rPr>
              <a:t>.</a:t>
            </a:r>
            <a:endParaRPr sz="2000">
              <a:latin typeface="Trebuchet MS" panose="020B0603020202020204"/>
              <a:cs typeface="Trebuchet MS" panose="020B0603020202020204"/>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08686" rIns="0" bIns="0" rtlCol="0">
            <a:spAutoFit/>
          </a:bodyPr>
          <a:lstStyle/>
          <a:p>
            <a:pPr marL="1478280">
              <a:lnSpc>
                <a:spcPct val="100000"/>
              </a:lnSpc>
              <a:spcBef>
                <a:spcPts val="100"/>
              </a:spcBef>
            </a:pPr>
            <a:r>
              <a:rPr sz="4400" dirty="0"/>
              <a:t>Iterative</a:t>
            </a:r>
            <a:r>
              <a:rPr sz="4400" spc="-135" dirty="0"/>
              <a:t> </a:t>
            </a:r>
            <a:r>
              <a:rPr sz="4400" dirty="0"/>
              <a:t>control-</a:t>
            </a:r>
            <a:r>
              <a:rPr sz="4400" spc="-140" dirty="0"/>
              <a:t> </a:t>
            </a:r>
            <a:r>
              <a:rPr sz="4400" spc="-20" dirty="0"/>
              <a:t>Loop</a:t>
            </a:r>
            <a:endParaRPr sz="4400"/>
          </a:p>
        </p:txBody>
      </p:sp>
      <p:sp>
        <p:nvSpPr>
          <p:cNvPr id="3" name="object 3"/>
          <p:cNvSpPr txBox="1"/>
          <p:nvPr/>
        </p:nvSpPr>
        <p:spPr>
          <a:xfrm>
            <a:off x="383540" y="1901443"/>
            <a:ext cx="3453765" cy="3580129"/>
          </a:xfrm>
          <a:prstGeom prst="rect">
            <a:avLst/>
          </a:prstGeom>
        </p:spPr>
        <p:txBody>
          <a:bodyPr vert="horz" wrap="square" lIns="0" tIns="12065" rIns="0" bIns="0" rtlCol="0">
            <a:spAutoFit/>
          </a:bodyPr>
          <a:lstStyle/>
          <a:p>
            <a:pPr marL="337820">
              <a:lnSpc>
                <a:spcPct val="100000"/>
              </a:lnSpc>
              <a:spcBef>
                <a:spcPts val="95"/>
              </a:spcBef>
            </a:pPr>
            <a:r>
              <a:rPr sz="2200" b="1" spc="-10" dirty="0">
                <a:latin typeface="Trebuchet MS" panose="020B0603020202020204"/>
                <a:cs typeface="Trebuchet MS" panose="020B0603020202020204"/>
              </a:rPr>
              <a:t>Syntax:</a:t>
            </a:r>
            <a:endParaRPr sz="2200">
              <a:latin typeface="Trebuchet MS" panose="020B0603020202020204"/>
              <a:cs typeface="Trebuchet MS" panose="020B0603020202020204"/>
            </a:endParaRPr>
          </a:p>
          <a:p>
            <a:pPr marL="12700">
              <a:lnSpc>
                <a:spcPct val="100000"/>
              </a:lnSpc>
              <a:spcBef>
                <a:spcPts val="2310"/>
              </a:spcBef>
            </a:pPr>
            <a:r>
              <a:rPr sz="2400" spc="-20" dirty="0">
                <a:latin typeface="Trebuchet MS" panose="020B0603020202020204"/>
                <a:cs typeface="Trebuchet MS" panose="020B0603020202020204"/>
              </a:rPr>
              <a:t>Loop</a:t>
            </a:r>
            <a:endParaRPr sz="2400">
              <a:latin typeface="Trebuchet MS" panose="020B0603020202020204"/>
              <a:cs typeface="Trebuchet MS" panose="020B0603020202020204"/>
            </a:endParaRPr>
          </a:p>
          <a:p>
            <a:pPr>
              <a:lnSpc>
                <a:spcPct val="100000"/>
              </a:lnSpc>
              <a:spcBef>
                <a:spcPts val="670"/>
              </a:spcBef>
            </a:pPr>
            <a:endParaRPr sz="2400">
              <a:latin typeface="Trebuchet MS" panose="020B0603020202020204"/>
              <a:cs typeface="Trebuchet MS" panose="020B0603020202020204"/>
            </a:endParaRPr>
          </a:p>
          <a:p>
            <a:pPr marL="12700">
              <a:lnSpc>
                <a:spcPct val="100000"/>
              </a:lnSpc>
            </a:pPr>
            <a:r>
              <a:rPr sz="2400" spc="-10" dirty="0">
                <a:latin typeface="Trebuchet MS" panose="020B0603020202020204"/>
                <a:cs typeface="Trebuchet MS" panose="020B0603020202020204"/>
              </a:rPr>
              <a:t>&lt;Statements&gt;;</a:t>
            </a:r>
            <a:endParaRPr sz="2400">
              <a:latin typeface="Trebuchet MS" panose="020B0603020202020204"/>
              <a:cs typeface="Trebuchet MS" panose="020B0603020202020204"/>
            </a:endParaRPr>
          </a:p>
          <a:p>
            <a:pPr marL="12700" marR="5080">
              <a:lnSpc>
                <a:spcPct val="240000"/>
              </a:lnSpc>
            </a:pPr>
            <a:r>
              <a:rPr sz="2400" dirty="0">
                <a:latin typeface="Trebuchet MS" panose="020B0603020202020204"/>
                <a:cs typeface="Trebuchet MS" panose="020B0603020202020204"/>
              </a:rPr>
              <a:t>[Exit</a:t>
            </a:r>
            <a:r>
              <a:rPr sz="2400" spc="-70" dirty="0">
                <a:latin typeface="Trebuchet MS" panose="020B0603020202020204"/>
                <a:cs typeface="Trebuchet MS" panose="020B0603020202020204"/>
              </a:rPr>
              <a:t> </a:t>
            </a:r>
            <a:r>
              <a:rPr sz="2400" dirty="0">
                <a:latin typeface="Trebuchet MS" panose="020B0603020202020204"/>
                <a:cs typeface="Trebuchet MS" panose="020B0603020202020204"/>
              </a:rPr>
              <a:t>When</a:t>
            </a:r>
            <a:r>
              <a:rPr sz="2400" spc="-50" dirty="0">
                <a:latin typeface="Trebuchet MS" panose="020B0603020202020204"/>
                <a:cs typeface="Trebuchet MS" panose="020B0603020202020204"/>
              </a:rPr>
              <a:t> </a:t>
            </a:r>
            <a:r>
              <a:rPr sz="2400" spc="-10" dirty="0">
                <a:latin typeface="Trebuchet MS" panose="020B0603020202020204"/>
                <a:cs typeface="Trebuchet MS" panose="020B0603020202020204"/>
              </a:rPr>
              <a:t>&lt;Condition&gt;]; </a:t>
            </a:r>
            <a:r>
              <a:rPr sz="2400" dirty="0">
                <a:latin typeface="Trebuchet MS" panose="020B0603020202020204"/>
                <a:cs typeface="Trebuchet MS" panose="020B0603020202020204"/>
              </a:rPr>
              <a:t>End</a:t>
            </a:r>
            <a:r>
              <a:rPr sz="2400" spc="-40" dirty="0">
                <a:latin typeface="Trebuchet MS" panose="020B0603020202020204"/>
                <a:cs typeface="Trebuchet MS" panose="020B0603020202020204"/>
              </a:rPr>
              <a:t> </a:t>
            </a:r>
            <a:r>
              <a:rPr sz="2400" spc="-20" dirty="0">
                <a:latin typeface="Trebuchet MS" panose="020B0603020202020204"/>
                <a:cs typeface="Trebuchet MS" panose="020B0603020202020204"/>
              </a:rPr>
              <a:t>Loop;</a:t>
            </a:r>
            <a:endParaRPr sz="2400">
              <a:latin typeface="Trebuchet MS" panose="020B0603020202020204"/>
              <a:cs typeface="Trebuchet MS" panose="020B0603020202020204"/>
            </a:endParaRPr>
          </a:p>
        </p:txBody>
      </p:sp>
      <p:grpSp>
        <p:nvGrpSpPr>
          <p:cNvPr id="4" name="object 4"/>
          <p:cNvGrpSpPr/>
          <p:nvPr/>
        </p:nvGrpSpPr>
        <p:grpSpPr>
          <a:xfrm>
            <a:off x="4725923" y="1385317"/>
            <a:ext cx="4418330" cy="5473065"/>
            <a:chOff x="4725923" y="1385317"/>
            <a:chExt cx="4418330" cy="5473065"/>
          </a:xfrm>
        </p:grpSpPr>
        <p:pic>
          <p:nvPicPr>
            <p:cNvPr id="5" name="object 5" descr="Simple Loop in PL/SQL"/>
            <p:cNvPicPr/>
            <p:nvPr/>
          </p:nvPicPr>
          <p:blipFill>
            <a:blip r:embed="rId1" cstate="print"/>
            <a:stretch>
              <a:fillRect/>
            </a:stretch>
          </p:blipFill>
          <p:spPr>
            <a:xfrm>
              <a:off x="4725923" y="1385317"/>
              <a:ext cx="4418076" cy="5472682"/>
            </a:xfrm>
            <a:prstGeom prst="rect">
              <a:avLst/>
            </a:prstGeom>
          </p:spPr>
        </p:pic>
        <p:pic>
          <p:nvPicPr>
            <p:cNvPr id="6" name="object 6" descr="Simple Loop in PL/SQL"/>
            <p:cNvPicPr/>
            <p:nvPr/>
          </p:nvPicPr>
          <p:blipFill>
            <a:blip r:embed="rId2" cstate="print"/>
            <a:stretch>
              <a:fillRect/>
            </a:stretch>
          </p:blipFill>
          <p:spPr>
            <a:xfrm>
              <a:off x="4876799" y="1535531"/>
              <a:ext cx="4100957" cy="5189601"/>
            </a:xfrm>
            <a:prstGeom prst="rect">
              <a:avLst/>
            </a:prstGeom>
          </p:spPr>
        </p:pic>
        <p:sp>
          <p:nvSpPr>
            <p:cNvPr id="7" name="object 7"/>
            <p:cNvSpPr/>
            <p:nvPr/>
          </p:nvSpPr>
          <p:spPr>
            <a:xfrm>
              <a:off x="4813299" y="1472031"/>
              <a:ext cx="4228465" cy="5316855"/>
            </a:xfrm>
            <a:custGeom>
              <a:avLst/>
              <a:gdLst/>
              <a:ahLst/>
              <a:cxnLst/>
              <a:rect l="l" t="t" r="r" b="b"/>
              <a:pathLst>
                <a:path w="4228465" h="5316855">
                  <a:moveTo>
                    <a:pt x="0" y="5316601"/>
                  </a:moveTo>
                  <a:lnTo>
                    <a:pt x="4227957" y="5316601"/>
                  </a:lnTo>
                  <a:lnTo>
                    <a:pt x="4227957" y="0"/>
                  </a:lnTo>
                  <a:lnTo>
                    <a:pt x="0" y="0"/>
                  </a:lnTo>
                  <a:lnTo>
                    <a:pt x="0" y="5316601"/>
                  </a:lnTo>
                  <a:close/>
                </a:path>
              </a:pathLst>
            </a:custGeom>
            <a:ln w="127000">
              <a:solidFill>
                <a:srgbClr val="3477B1"/>
              </a:solidFill>
            </a:ln>
          </p:spPr>
          <p:txBody>
            <a:bodyPr wrap="square" lIns="0" tIns="0" rIns="0" bIns="0" rtlCol="0"/>
            <a:lstStyle/>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08686" rIns="0" bIns="0" rtlCol="0">
            <a:spAutoFit/>
          </a:bodyPr>
          <a:lstStyle/>
          <a:p>
            <a:pPr marL="1372870">
              <a:lnSpc>
                <a:spcPct val="100000"/>
              </a:lnSpc>
              <a:spcBef>
                <a:spcPts val="100"/>
              </a:spcBef>
            </a:pPr>
            <a:r>
              <a:rPr sz="4400" dirty="0"/>
              <a:t>Iterative</a:t>
            </a:r>
            <a:r>
              <a:rPr sz="4400" spc="-135" dirty="0"/>
              <a:t> </a:t>
            </a:r>
            <a:r>
              <a:rPr sz="4400" dirty="0"/>
              <a:t>control-</a:t>
            </a:r>
            <a:r>
              <a:rPr sz="4400" spc="-140" dirty="0"/>
              <a:t> </a:t>
            </a:r>
            <a:r>
              <a:rPr sz="4400" spc="-10" dirty="0"/>
              <a:t>While</a:t>
            </a:r>
            <a:endParaRPr sz="4400"/>
          </a:p>
        </p:txBody>
      </p:sp>
      <p:sp>
        <p:nvSpPr>
          <p:cNvPr id="3" name="object 3"/>
          <p:cNvSpPr txBox="1"/>
          <p:nvPr/>
        </p:nvSpPr>
        <p:spPr>
          <a:xfrm>
            <a:off x="383540" y="1901443"/>
            <a:ext cx="2915285" cy="2702560"/>
          </a:xfrm>
          <a:prstGeom prst="rect">
            <a:avLst/>
          </a:prstGeom>
        </p:spPr>
        <p:txBody>
          <a:bodyPr vert="horz" wrap="square" lIns="0" tIns="12065" rIns="0" bIns="0" rtlCol="0">
            <a:spAutoFit/>
          </a:bodyPr>
          <a:lstStyle/>
          <a:p>
            <a:pPr marL="337820">
              <a:lnSpc>
                <a:spcPct val="100000"/>
              </a:lnSpc>
              <a:spcBef>
                <a:spcPts val="95"/>
              </a:spcBef>
            </a:pPr>
            <a:r>
              <a:rPr sz="2200" b="1" spc="-10" dirty="0">
                <a:latin typeface="Trebuchet MS" panose="020B0603020202020204"/>
                <a:cs typeface="Trebuchet MS" panose="020B0603020202020204"/>
              </a:rPr>
              <a:t>Syntax:</a:t>
            </a:r>
            <a:endParaRPr sz="2200">
              <a:latin typeface="Trebuchet MS" panose="020B0603020202020204"/>
              <a:cs typeface="Trebuchet MS" panose="020B0603020202020204"/>
            </a:endParaRPr>
          </a:p>
          <a:p>
            <a:pPr marL="12700" marR="437515">
              <a:lnSpc>
                <a:spcPct val="120000"/>
              </a:lnSpc>
              <a:spcBef>
                <a:spcPts val="1735"/>
              </a:spcBef>
            </a:pPr>
            <a:r>
              <a:rPr sz="2400" dirty="0">
                <a:latin typeface="Trebuchet MS" panose="020B0603020202020204"/>
                <a:cs typeface="Trebuchet MS" panose="020B0603020202020204"/>
              </a:rPr>
              <a:t>While</a:t>
            </a:r>
            <a:r>
              <a:rPr sz="2400" spc="-65" dirty="0">
                <a:latin typeface="Trebuchet MS" panose="020B0603020202020204"/>
                <a:cs typeface="Trebuchet MS" panose="020B0603020202020204"/>
              </a:rPr>
              <a:t> </a:t>
            </a:r>
            <a:r>
              <a:rPr sz="2400" spc="-10" dirty="0">
                <a:latin typeface="Trebuchet MS" panose="020B0603020202020204"/>
                <a:cs typeface="Trebuchet MS" panose="020B0603020202020204"/>
              </a:rPr>
              <a:t>&lt;condition&gt; </a:t>
            </a:r>
            <a:r>
              <a:rPr sz="2400" spc="-20" dirty="0">
                <a:latin typeface="Trebuchet MS" panose="020B0603020202020204"/>
                <a:cs typeface="Trebuchet MS" panose="020B0603020202020204"/>
              </a:rPr>
              <a:t>Loop</a:t>
            </a:r>
            <a:endParaRPr sz="2400">
              <a:latin typeface="Trebuchet MS" panose="020B0603020202020204"/>
              <a:cs typeface="Trebuchet MS" panose="020B0603020202020204"/>
            </a:endParaRPr>
          </a:p>
          <a:p>
            <a:pPr>
              <a:lnSpc>
                <a:spcPct val="100000"/>
              </a:lnSpc>
              <a:spcBef>
                <a:spcPts val="665"/>
              </a:spcBef>
            </a:pPr>
            <a:endParaRPr sz="2400">
              <a:latin typeface="Trebuchet MS" panose="020B0603020202020204"/>
              <a:cs typeface="Trebuchet MS" panose="020B0603020202020204"/>
            </a:endParaRPr>
          </a:p>
          <a:p>
            <a:pPr marL="927100">
              <a:lnSpc>
                <a:spcPct val="100000"/>
              </a:lnSpc>
              <a:spcBef>
                <a:spcPts val="5"/>
              </a:spcBef>
            </a:pPr>
            <a:r>
              <a:rPr sz="2400" spc="-10" dirty="0">
                <a:latin typeface="Trebuchet MS" panose="020B0603020202020204"/>
                <a:cs typeface="Trebuchet MS" panose="020B0603020202020204"/>
              </a:rPr>
              <a:t>&lt;Statements&gt;;</a:t>
            </a:r>
            <a:endParaRPr sz="2400">
              <a:latin typeface="Trebuchet MS" panose="020B0603020202020204"/>
              <a:cs typeface="Trebuchet MS" panose="020B0603020202020204"/>
            </a:endParaRPr>
          </a:p>
          <a:p>
            <a:pPr marL="12700">
              <a:lnSpc>
                <a:spcPct val="100000"/>
              </a:lnSpc>
              <a:spcBef>
                <a:spcPts val="575"/>
              </a:spcBef>
            </a:pPr>
            <a:r>
              <a:rPr sz="2400" dirty="0">
                <a:latin typeface="Trebuchet MS" panose="020B0603020202020204"/>
                <a:cs typeface="Trebuchet MS" panose="020B0603020202020204"/>
              </a:rPr>
              <a:t>End</a:t>
            </a:r>
            <a:r>
              <a:rPr sz="2400" spc="-40" dirty="0">
                <a:latin typeface="Trebuchet MS" panose="020B0603020202020204"/>
                <a:cs typeface="Trebuchet MS" panose="020B0603020202020204"/>
              </a:rPr>
              <a:t> </a:t>
            </a:r>
            <a:r>
              <a:rPr sz="2400" spc="-20" dirty="0">
                <a:latin typeface="Trebuchet MS" panose="020B0603020202020204"/>
                <a:cs typeface="Trebuchet MS" panose="020B0603020202020204"/>
              </a:rPr>
              <a:t>Loop;</a:t>
            </a:r>
            <a:endParaRPr sz="2400">
              <a:latin typeface="Trebuchet MS" panose="020B0603020202020204"/>
              <a:cs typeface="Trebuchet MS" panose="020B0603020202020204"/>
            </a:endParaRPr>
          </a:p>
        </p:txBody>
      </p:sp>
      <p:grpSp>
        <p:nvGrpSpPr>
          <p:cNvPr id="4" name="object 4"/>
          <p:cNvGrpSpPr/>
          <p:nvPr/>
        </p:nvGrpSpPr>
        <p:grpSpPr>
          <a:xfrm>
            <a:off x="4268723" y="1449325"/>
            <a:ext cx="4875530" cy="5398135"/>
            <a:chOff x="4268723" y="1449325"/>
            <a:chExt cx="4875530" cy="5398135"/>
          </a:xfrm>
        </p:grpSpPr>
        <p:pic>
          <p:nvPicPr>
            <p:cNvPr id="5" name="object 5" descr="PL/SQL While Loop"/>
            <p:cNvPicPr/>
            <p:nvPr/>
          </p:nvPicPr>
          <p:blipFill>
            <a:blip r:embed="rId1" cstate="print"/>
            <a:stretch>
              <a:fillRect/>
            </a:stretch>
          </p:blipFill>
          <p:spPr>
            <a:xfrm>
              <a:off x="4268723" y="1449325"/>
              <a:ext cx="4875276" cy="5398008"/>
            </a:xfrm>
            <a:prstGeom prst="rect">
              <a:avLst/>
            </a:prstGeom>
          </p:spPr>
        </p:pic>
        <p:pic>
          <p:nvPicPr>
            <p:cNvPr id="6" name="object 6" descr="PL/SQL While Loop"/>
            <p:cNvPicPr/>
            <p:nvPr/>
          </p:nvPicPr>
          <p:blipFill>
            <a:blip r:embed="rId2" cstate="print"/>
            <a:stretch>
              <a:fillRect/>
            </a:stretch>
          </p:blipFill>
          <p:spPr>
            <a:xfrm>
              <a:off x="4419599" y="1600200"/>
              <a:ext cx="4536948" cy="5029200"/>
            </a:xfrm>
            <a:prstGeom prst="rect">
              <a:avLst/>
            </a:prstGeom>
          </p:spPr>
        </p:pic>
        <p:sp>
          <p:nvSpPr>
            <p:cNvPr id="7" name="object 7"/>
            <p:cNvSpPr/>
            <p:nvPr/>
          </p:nvSpPr>
          <p:spPr>
            <a:xfrm>
              <a:off x="4356099" y="1536700"/>
              <a:ext cx="4664075" cy="5156200"/>
            </a:xfrm>
            <a:custGeom>
              <a:avLst/>
              <a:gdLst/>
              <a:ahLst/>
              <a:cxnLst/>
              <a:rect l="l" t="t" r="r" b="b"/>
              <a:pathLst>
                <a:path w="4664075" h="5156200">
                  <a:moveTo>
                    <a:pt x="0" y="5156200"/>
                  </a:moveTo>
                  <a:lnTo>
                    <a:pt x="4663948" y="5156200"/>
                  </a:lnTo>
                  <a:lnTo>
                    <a:pt x="4663948" y="0"/>
                  </a:lnTo>
                  <a:lnTo>
                    <a:pt x="0" y="0"/>
                  </a:lnTo>
                  <a:lnTo>
                    <a:pt x="0" y="5156200"/>
                  </a:lnTo>
                  <a:close/>
                </a:path>
              </a:pathLst>
            </a:custGeom>
            <a:ln w="127000">
              <a:solidFill>
                <a:srgbClr val="3477B1"/>
              </a:solidFill>
            </a:ln>
          </p:spPr>
          <p:txBody>
            <a:bodyPr wrap="square" lIns="0" tIns="0" rIns="0" bIns="0" rtlCol="0"/>
            <a:lstStyle/>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08686" rIns="0" bIns="0" rtlCol="0">
            <a:spAutoFit/>
          </a:bodyPr>
          <a:lstStyle/>
          <a:p>
            <a:pPr marL="1731010">
              <a:lnSpc>
                <a:spcPct val="100000"/>
              </a:lnSpc>
              <a:spcBef>
                <a:spcPts val="100"/>
              </a:spcBef>
            </a:pPr>
            <a:r>
              <a:rPr sz="4400" dirty="0"/>
              <a:t>Iterative</a:t>
            </a:r>
            <a:r>
              <a:rPr sz="4400" spc="-135" dirty="0"/>
              <a:t> </a:t>
            </a:r>
            <a:r>
              <a:rPr sz="4400" dirty="0"/>
              <a:t>control-</a:t>
            </a:r>
            <a:r>
              <a:rPr sz="4400" spc="-140" dirty="0"/>
              <a:t> </a:t>
            </a:r>
            <a:r>
              <a:rPr sz="4400" spc="-25" dirty="0"/>
              <a:t>for</a:t>
            </a:r>
            <a:endParaRPr sz="4400"/>
          </a:p>
        </p:txBody>
      </p:sp>
      <p:sp>
        <p:nvSpPr>
          <p:cNvPr id="3" name="object 3"/>
          <p:cNvSpPr txBox="1"/>
          <p:nvPr/>
        </p:nvSpPr>
        <p:spPr>
          <a:xfrm>
            <a:off x="383540" y="1901443"/>
            <a:ext cx="3382645" cy="3068320"/>
          </a:xfrm>
          <a:prstGeom prst="rect">
            <a:avLst/>
          </a:prstGeom>
        </p:spPr>
        <p:txBody>
          <a:bodyPr vert="horz" wrap="square" lIns="0" tIns="12065" rIns="0" bIns="0" rtlCol="0">
            <a:spAutoFit/>
          </a:bodyPr>
          <a:lstStyle/>
          <a:p>
            <a:pPr marL="337820">
              <a:lnSpc>
                <a:spcPct val="100000"/>
              </a:lnSpc>
              <a:spcBef>
                <a:spcPts val="95"/>
              </a:spcBef>
            </a:pPr>
            <a:r>
              <a:rPr sz="2200" b="1" spc="-10" dirty="0">
                <a:latin typeface="Trebuchet MS" panose="020B0603020202020204"/>
                <a:cs typeface="Trebuchet MS" panose="020B0603020202020204"/>
              </a:rPr>
              <a:t>Syntax:</a:t>
            </a:r>
            <a:endParaRPr sz="2200">
              <a:latin typeface="Trebuchet MS" panose="020B0603020202020204"/>
              <a:cs typeface="Trebuchet MS" panose="020B0603020202020204"/>
            </a:endParaRPr>
          </a:p>
          <a:p>
            <a:pPr marL="12700" marR="5080">
              <a:lnSpc>
                <a:spcPct val="100000"/>
              </a:lnSpc>
              <a:spcBef>
                <a:spcPts val="2310"/>
              </a:spcBef>
            </a:pPr>
            <a:r>
              <a:rPr sz="2400" dirty="0">
                <a:latin typeface="Trebuchet MS" panose="020B0603020202020204"/>
                <a:cs typeface="Trebuchet MS" panose="020B0603020202020204"/>
              </a:rPr>
              <a:t>For</a:t>
            </a:r>
            <a:r>
              <a:rPr sz="2400" spc="-65" dirty="0">
                <a:latin typeface="Trebuchet MS" panose="020B0603020202020204"/>
                <a:cs typeface="Trebuchet MS" panose="020B0603020202020204"/>
              </a:rPr>
              <a:t> </a:t>
            </a:r>
            <a:r>
              <a:rPr sz="2400" spc="-20" dirty="0">
                <a:latin typeface="Trebuchet MS" panose="020B0603020202020204"/>
                <a:cs typeface="Trebuchet MS" panose="020B0603020202020204"/>
              </a:rPr>
              <a:t>Variable</a:t>
            </a:r>
            <a:r>
              <a:rPr sz="2400" spc="-35" dirty="0">
                <a:latin typeface="Trebuchet MS" panose="020B0603020202020204"/>
                <a:cs typeface="Trebuchet MS" panose="020B0603020202020204"/>
              </a:rPr>
              <a:t> </a:t>
            </a:r>
            <a:r>
              <a:rPr sz="2400" dirty="0">
                <a:latin typeface="Trebuchet MS" panose="020B0603020202020204"/>
                <a:cs typeface="Trebuchet MS" panose="020B0603020202020204"/>
              </a:rPr>
              <a:t>In</a:t>
            </a:r>
            <a:r>
              <a:rPr sz="2400" spc="-65" dirty="0">
                <a:latin typeface="Trebuchet MS" panose="020B0603020202020204"/>
                <a:cs typeface="Trebuchet MS" panose="020B0603020202020204"/>
              </a:rPr>
              <a:t> </a:t>
            </a:r>
            <a:r>
              <a:rPr sz="2400" spc="-10" dirty="0">
                <a:latin typeface="Trebuchet MS" panose="020B0603020202020204"/>
                <a:cs typeface="Trebuchet MS" panose="020B0603020202020204"/>
              </a:rPr>
              <a:t>[Reverse] Start..End</a:t>
            </a:r>
            <a:endParaRPr sz="2400">
              <a:latin typeface="Trebuchet MS" panose="020B0603020202020204"/>
              <a:cs typeface="Trebuchet MS" panose="020B0603020202020204"/>
            </a:endParaRPr>
          </a:p>
          <a:p>
            <a:pPr marL="12700">
              <a:lnSpc>
                <a:spcPct val="100000"/>
              </a:lnSpc>
              <a:spcBef>
                <a:spcPts val="575"/>
              </a:spcBef>
            </a:pPr>
            <a:r>
              <a:rPr sz="2400" spc="-20" dirty="0">
                <a:latin typeface="Trebuchet MS" panose="020B0603020202020204"/>
                <a:cs typeface="Trebuchet MS" panose="020B0603020202020204"/>
              </a:rPr>
              <a:t>Loop</a:t>
            </a:r>
            <a:endParaRPr sz="2400">
              <a:latin typeface="Trebuchet MS" panose="020B0603020202020204"/>
              <a:cs typeface="Trebuchet MS" panose="020B0603020202020204"/>
            </a:endParaRPr>
          </a:p>
          <a:p>
            <a:pPr>
              <a:lnSpc>
                <a:spcPct val="100000"/>
              </a:lnSpc>
              <a:spcBef>
                <a:spcPts val="95"/>
              </a:spcBef>
            </a:pPr>
            <a:endParaRPr sz="2400">
              <a:latin typeface="Trebuchet MS" panose="020B0603020202020204"/>
              <a:cs typeface="Trebuchet MS" panose="020B0603020202020204"/>
            </a:endParaRPr>
          </a:p>
          <a:p>
            <a:pPr marL="12700" marR="708025" indent="914400">
              <a:lnSpc>
                <a:spcPct val="120000"/>
              </a:lnSpc>
            </a:pPr>
            <a:r>
              <a:rPr sz="2400" spc="-10" dirty="0">
                <a:latin typeface="Trebuchet MS" panose="020B0603020202020204"/>
                <a:cs typeface="Trebuchet MS" panose="020B0603020202020204"/>
              </a:rPr>
              <a:t>&lt;Statement&gt; </a:t>
            </a:r>
            <a:r>
              <a:rPr sz="2400" dirty="0">
                <a:latin typeface="Trebuchet MS" panose="020B0603020202020204"/>
                <a:cs typeface="Trebuchet MS" panose="020B0603020202020204"/>
              </a:rPr>
              <a:t>End</a:t>
            </a:r>
            <a:r>
              <a:rPr sz="2400" spc="-45" dirty="0">
                <a:latin typeface="Trebuchet MS" panose="020B0603020202020204"/>
                <a:cs typeface="Trebuchet MS" panose="020B0603020202020204"/>
              </a:rPr>
              <a:t> </a:t>
            </a:r>
            <a:r>
              <a:rPr sz="2400" spc="-20" dirty="0">
                <a:latin typeface="Trebuchet MS" panose="020B0603020202020204"/>
                <a:cs typeface="Trebuchet MS" panose="020B0603020202020204"/>
              </a:rPr>
              <a:t>Loop;</a:t>
            </a:r>
            <a:endParaRPr sz="2400">
              <a:latin typeface="Trebuchet MS" panose="020B0603020202020204"/>
              <a:cs typeface="Trebuchet MS" panose="020B0603020202020204"/>
            </a:endParaRPr>
          </a:p>
        </p:txBody>
      </p:sp>
      <p:grpSp>
        <p:nvGrpSpPr>
          <p:cNvPr id="4" name="object 4"/>
          <p:cNvGrpSpPr/>
          <p:nvPr/>
        </p:nvGrpSpPr>
        <p:grpSpPr>
          <a:xfrm>
            <a:off x="4343400" y="1449325"/>
            <a:ext cx="4790440" cy="5408930"/>
            <a:chOff x="4343400" y="1449325"/>
            <a:chExt cx="4790440" cy="5408930"/>
          </a:xfrm>
        </p:grpSpPr>
        <p:pic>
          <p:nvPicPr>
            <p:cNvPr id="5" name="object 5" descr="PL/SQL FOR Loop"/>
            <p:cNvPicPr/>
            <p:nvPr/>
          </p:nvPicPr>
          <p:blipFill>
            <a:blip r:embed="rId1" cstate="print"/>
            <a:stretch>
              <a:fillRect/>
            </a:stretch>
          </p:blipFill>
          <p:spPr>
            <a:xfrm>
              <a:off x="4343400" y="1449325"/>
              <a:ext cx="4789932" cy="5408674"/>
            </a:xfrm>
            <a:prstGeom prst="rect">
              <a:avLst/>
            </a:prstGeom>
          </p:spPr>
        </p:pic>
        <p:pic>
          <p:nvPicPr>
            <p:cNvPr id="6" name="object 6" descr="PL/SQL FOR Loop"/>
            <p:cNvPicPr/>
            <p:nvPr/>
          </p:nvPicPr>
          <p:blipFill>
            <a:blip r:embed="rId2" cstate="print"/>
            <a:stretch>
              <a:fillRect/>
            </a:stretch>
          </p:blipFill>
          <p:spPr>
            <a:xfrm>
              <a:off x="4494403" y="1600187"/>
              <a:ext cx="4420997" cy="5121148"/>
            </a:xfrm>
            <a:prstGeom prst="rect">
              <a:avLst/>
            </a:prstGeom>
          </p:spPr>
        </p:pic>
        <p:sp>
          <p:nvSpPr>
            <p:cNvPr id="7" name="object 7"/>
            <p:cNvSpPr/>
            <p:nvPr/>
          </p:nvSpPr>
          <p:spPr>
            <a:xfrm>
              <a:off x="4430902" y="1536684"/>
              <a:ext cx="4548505" cy="5248275"/>
            </a:xfrm>
            <a:custGeom>
              <a:avLst/>
              <a:gdLst/>
              <a:ahLst/>
              <a:cxnLst/>
              <a:rect l="l" t="t" r="r" b="b"/>
              <a:pathLst>
                <a:path w="4548505" h="5248275">
                  <a:moveTo>
                    <a:pt x="0" y="5248148"/>
                  </a:moveTo>
                  <a:lnTo>
                    <a:pt x="4547997" y="5248148"/>
                  </a:lnTo>
                  <a:lnTo>
                    <a:pt x="4547997" y="0"/>
                  </a:lnTo>
                  <a:lnTo>
                    <a:pt x="0" y="0"/>
                  </a:lnTo>
                  <a:lnTo>
                    <a:pt x="0" y="5248148"/>
                  </a:lnTo>
                  <a:close/>
                </a:path>
              </a:pathLst>
            </a:custGeom>
            <a:ln w="126999">
              <a:solidFill>
                <a:srgbClr val="3477B1"/>
              </a:solidFill>
            </a:ln>
          </p:spPr>
          <p:txBody>
            <a:bodyPr wrap="square" lIns="0" tIns="0" rIns="0" bIns="0" rtlCol="0"/>
            <a:lstStyle/>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1757" y="-125476"/>
            <a:ext cx="8860485" cy="701040"/>
          </a:xfrm>
          <a:prstGeom prst="rect">
            <a:avLst/>
          </a:prstGeom>
        </p:spPr>
        <p:txBody>
          <a:bodyPr vert="horz" wrap="square" lIns="0" tIns="12065" rIns="0" bIns="0" rtlCol="0">
            <a:spAutoFit/>
          </a:bodyPr>
          <a:lstStyle/>
          <a:p>
            <a:pPr marL="192405" algn="ctr">
              <a:lnSpc>
                <a:spcPct val="140000"/>
              </a:lnSpc>
              <a:spcBef>
                <a:spcPts val="95"/>
              </a:spcBef>
            </a:pPr>
            <a:r>
              <a:rPr sz="3200" dirty="0"/>
              <a:t>Control</a:t>
            </a:r>
            <a:r>
              <a:rPr sz="3200" spc="-175" dirty="0"/>
              <a:t> </a:t>
            </a:r>
            <a:r>
              <a:rPr sz="3200" dirty="0"/>
              <a:t>Structures-</a:t>
            </a:r>
            <a:r>
              <a:rPr sz="3200" spc="-135" dirty="0"/>
              <a:t> </a:t>
            </a:r>
            <a:r>
              <a:rPr sz="3200" spc="-10" dirty="0"/>
              <a:t>sequential</a:t>
            </a:r>
            <a:r>
              <a:rPr lang="en-US" sz="3200" spc="-10" dirty="0"/>
              <a:t> </a:t>
            </a:r>
            <a:r>
              <a:rPr sz="3200" spc="-10" dirty="0"/>
              <a:t>control</a:t>
            </a:r>
            <a:endParaRPr sz="3200" spc="-10" dirty="0"/>
          </a:p>
        </p:txBody>
      </p:sp>
      <p:sp>
        <p:nvSpPr>
          <p:cNvPr id="3" name="object 3"/>
          <p:cNvSpPr txBox="1"/>
          <p:nvPr/>
        </p:nvSpPr>
        <p:spPr>
          <a:xfrm>
            <a:off x="154939" y="1549654"/>
            <a:ext cx="8519795" cy="3441065"/>
          </a:xfrm>
          <a:prstGeom prst="rect">
            <a:avLst/>
          </a:prstGeom>
        </p:spPr>
        <p:txBody>
          <a:bodyPr vert="horz" wrap="square" lIns="0" tIns="12065" rIns="0" bIns="0" rtlCol="0">
            <a:spAutoFit/>
          </a:bodyPr>
          <a:lstStyle/>
          <a:p>
            <a:pPr marL="354965" indent="-342265">
              <a:lnSpc>
                <a:spcPct val="100000"/>
              </a:lnSpc>
              <a:spcBef>
                <a:spcPts val="95"/>
              </a:spcBef>
              <a:buFont typeface="Wingdings" panose="05000000000000000000"/>
              <a:buChar char=""/>
              <a:tabLst>
                <a:tab pos="354965" algn="l"/>
              </a:tabLst>
            </a:pPr>
            <a:r>
              <a:rPr sz="2200" spc="-25" dirty="0">
                <a:highlight>
                  <a:srgbClr val="FFFF00"/>
                </a:highlight>
                <a:latin typeface="Trebuchet MS" panose="020B0603020202020204"/>
                <a:cs typeface="Trebuchet MS" panose="020B0603020202020204"/>
              </a:rPr>
              <a:t>Normally,</a:t>
            </a:r>
            <a:r>
              <a:rPr sz="2200" spc="-6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execution</a:t>
            </a:r>
            <a:r>
              <a:rPr sz="2200" spc="-80" dirty="0">
                <a:highlight>
                  <a:srgbClr val="FFFF00"/>
                </a:highlight>
                <a:latin typeface="Trebuchet MS" panose="020B0603020202020204"/>
                <a:cs typeface="Trebuchet MS" panose="020B0603020202020204"/>
              </a:rPr>
              <a:t> </a:t>
            </a:r>
            <a:r>
              <a:rPr sz="2200" dirty="0">
                <a:highlight>
                  <a:srgbClr val="FFFF00"/>
                </a:highlight>
                <a:latin typeface="Trebuchet MS" panose="020B0603020202020204"/>
                <a:cs typeface="Trebuchet MS" panose="020B0603020202020204"/>
              </a:rPr>
              <a:t>proceeds</a:t>
            </a:r>
            <a:r>
              <a:rPr sz="2200" spc="-65" dirty="0">
                <a:highlight>
                  <a:srgbClr val="FFFF00"/>
                </a:highlight>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sequentially</a:t>
            </a:r>
            <a:r>
              <a:rPr sz="2200" spc="-60" dirty="0">
                <a:highlight>
                  <a:srgbClr val="FFFF00"/>
                </a:highlight>
                <a:latin typeface="Trebuchet MS" panose="020B0603020202020204"/>
                <a:cs typeface="Trebuchet MS" panose="020B0603020202020204"/>
              </a:rPr>
              <a:t> </a:t>
            </a:r>
            <a:r>
              <a:rPr sz="2200" dirty="0">
                <a:latin typeface="Trebuchet MS" panose="020B0603020202020204"/>
                <a:cs typeface="Trebuchet MS" panose="020B0603020202020204"/>
              </a:rPr>
              <a:t>within</a:t>
            </a:r>
            <a:r>
              <a:rPr sz="2200" spc="-55" dirty="0">
                <a:latin typeface="Trebuchet MS" panose="020B0603020202020204"/>
                <a:cs typeface="Trebuchet MS" panose="020B0603020202020204"/>
              </a:rPr>
              <a:t> </a:t>
            </a:r>
            <a:r>
              <a:rPr sz="2200" dirty="0">
                <a:latin typeface="Trebuchet MS" panose="020B0603020202020204"/>
                <a:cs typeface="Trebuchet MS" panose="020B0603020202020204"/>
              </a:rPr>
              <a:t>the</a:t>
            </a:r>
            <a:r>
              <a:rPr sz="2200" spc="-60" dirty="0">
                <a:latin typeface="Trebuchet MS" panose="020B0603020202020204"/>
                <a:cs typeface="Trebuchet MS" panose="020B0603020202020204"/>
              </a:rPr>
              <a:t> </a:t>
            </a:r>
            <a:r>
              <a:rPr sz="2200" dirty="0">
                <a:latin typeface="Trebuchet MS" panose="020B0603020202020204"/>
                <a:cs typeface="Trebuchet MS" panose="020B0603020202020204"/>
              </a:rPr>
              <a:t>block</a:t>
            </a:r>
            <a:r>
              <a:rPr sz="2200" spc="-55" dirty="0">
                <a:latin typeface="Trebuchet MS" panose="020B0603020202020204"/>
                <a:cs typeface="Trebuchet MS" panose="020B0603020202020204"/>
              </a:rPr>
              <a:t> </a:t>
            </a:r>
            <a:r>
              <a:rPr sz="2200" spc="-25" dirty="0">
                <a:latin typeface="Trebuchet MS" panose="020B0603020202020204"/>
                <a:cs typeface="Trebuchet MS" panose="020B0603020202020204"/>
              </a:rPr>
              <a:t>of</a:t>
            </a:r>
            <a:endParaRPr sz="2200">
              <a:latin typeface="Trebuchet MS" panose="020B0603020202020204"/>
              <a:cs typeface="Trebuchet MS" panose="020B0603020202020204"/>
            </a:endParaRPr>
          </a:p>
          <a:p>
            <a:pPr marL="355600">
              <a:lnSpc>
                <a:spcPct val="100000"/>
              </a:lnSpc>
            </a:pPr>
            <a:r>
              <a:rPr sz="2200" spc="-10" dirty="0">
                <a:latin typeface="Trebuchet MS" panose="020B0603020202020204"/>
                <a:cs typeface="Trebuchet MS" panose="020B0603020202020204"/>
              </a:rPr>
              <a:t>code</a:t>
            </a:r>
            <a:r>
              <a:rPr lang="en-US" altLang="en-US" sz="2200" spc="-10" dirty="0">
                <a:highlight>
                  <a:srgbClr val="FFFF00"/>
                </a:highlight>
                <a:latin typeface="Trebuchet MS" panose="020B0603020202020204"/>
                <a:cs typeface="Trebuchet MS" panose="020B0603020202020204"/>
              </a:rPr>
              <a:t>(ek ke baad ek executed hoti hai )</a:t>
            </a:r>
            <a:endParaRPr sz="2200">
              <a:highlight>
                <a:srgbClr val="FFFF00"/>
              </a:highlight>
              <a:latin typeface="Trebuchet MS" panose="020B0603020202020204"/>
              <a:cs typeface="Trebuchet MS" panose="020B0603020202020204"/>
            </a:endParaRPr>
          </a:p>
          <a:p>
            <a:pPr marL="355600" marR="1937385" indent="-342900">
              <a:lnSpc>
                <a:spcPct val="100000"/>
              </a:lnSpc>
              <a:spcBef>
                <a:spcPts val="530"/>
              </a:spcBef>
              <a:buFont typeface="Wingdings" panose="05000000000000000000"/>
              <a:buChar char=""/>
              <a:tabLst>
                <a:tab pos="355600" algn="l"/>
              </a:tabLst>
            </a:pPr>
            <a:r>
              <a:rPr sz="2200" dirty="0">
                <a:latin typeface="Trebuchet MS" panose="020B0603020202020204"/>
                <a:cs typeface="Trebuchet MS" panose="020B0603020202020204"/>
              </a:rPr>
              <a:t>Sequence</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can</a:t>
            </a:r>
            <a:r>
              <a:rPr sz="2200" spc="-45" dirty="0">
                <a:latin typeface="Trebuchet MS" panose="020B0603020202020204"/>
                <a:cs typeface="Trebuchet MS" panose="020B0603020202020204"/>
              </a:rPr>
              <a:t> </a:t>
            </a:r>
            <a:r>
              <a:rPr sz="2200" dirty="0">
                <a:latin typeface="Trebuchet MS" panose="020B0603020202020204"/>
                <a:cs typeface="Trebuchet MS" panose="020B0603020202020204"/>
              </a:rPr>
              <a:t>be</a:t>
            </a:r>
            <a:r>
              <a:rPr sz="2200" spc="-40" dirty="0">
                <a:latin typeface="Trebuchet MS" panose="020B0603020202020204"/>
                <a:cs typeface="Trebuchet MS" panose="020B0603020202020204"/>
              </a:rPr>
              <a:t> </a:t>
            </a:r>
            <a:r>
              <a:rPr sz="2200" dirty="0">
                <a:latin typeface="Trebuchet MS" panose="020B0603020202020204"/>
                <a:cs typeface="Trebuchet MS" panose="020B0603020202020204"/>
              </a:rPr>
              <a:t>changed</a:t>
            </a:r>
            <a:r>
              <a:rPr sz="2200" spc="-45" dirty="0">
                <a:latin typeface="Trebuchet MS" panose="020B0603020202020204"/>
                <a:cs typeface="Trebuchet MS" panose="020B0603020202020204"/>
              </a:rPr>
              <a:t> </a:t>
            </a:r>
            <a:r>
              <a:rPr sz="2200" spc="-10" dirty="0">
                <a:highlight>
                  <a:srgbClr val="FFFF00"/>
                </a:highlight>
                <a:latin typeface="Trebuchet MS" panose="020B0603020202020204"/>
                <a:cs typeface="Trebuchet MS" panose="020B0603020202020204"/>
              </a:rPr>
              <a:t>conditionally</a:t>
            </a:r>
            <a:r>
              <a:rPr sz="2200" spc="-45" dirty="0">
                <a:latin typeface="Trebuchet MS" panose="020B0603020202020204"/>
                <a:cs typeface="Trebuchet MS" panose="020B0603020202020204"/>
              </a:rPr>
              <a:t> </a:t>
            </a:r>
            <a:r>
              <a:rPr lang="en-US" altLang="en-US" sz="2200" spc="-45" dirty="0">
                <a:solidFill>
                  <a:srgbClr val="FF0000"/>
                </a:solidFill>
                <a:latin typeface="Trebuchet MS" panose="020B0603020202020204"/>
                <a:cs typeface="Trebuchet MS" panose="020B0603020202020204"/>
              </a:rPr>
              <a:t>(any condition basis) </a:t>
            </a:r>
            <a:r>
              <a:rPr sz="2200" dirty="0">
                <a:latin typeface="Trebuchet MS" panose="020B0603020202020204"/>
                <a:cs typeface="Trebuchet MS" panose="020B0603020202020204"/>
              </a:rPr>
              <a:t>as</a:t>
            </a:r>
            <a:r>
              <a:rPr sz="2200" spc="-50" dirty="0">
                <a:latin typeface="Trebuchet MS" panose="020B0603020202020204"/>
                <a:cs typeface="Trebuchet MS" panose="020B0603020202020204"/>
              </a:rPr>
              <a:t> </a:t>
            </a:r>
            <a:r>
              <a:rPr sz="2200" dirty="0">
                <a:latin typeface="Trebuchet MS" panose="020B0603020202020204"/>
                <a:cs typeface="Trebuchet MS" panose="020B0603020202020204"/>
              </a:rPr>
              <a:t>well</a:t>
            </a:r>
            <a:r>
              <a:rPr sz="2200" spc="-35" dirty="0">
                <a:latin typeface="Trebuchet MS" panose="020B0603020202020204"/>
                <a:cs typeface="Trebuchet MS" panose="020B0603020202020204"/>
              </a:rPr>
              <a:t> </a:t>
            </a:r>
            <a:r>
              <a:rPr sz="2200" spc="-25" dirty="0">
                <a:latin typeface="Trebuchet MS" panose="020B0603020202020204"/>
                <a:cs typeface="Trebuchet MS" panose="020B0603020202020204"/>
              </a:rPr>
              <a:t>as </a:t>
            </a:r>
            <a:r>
              <a:rPr sz="2200" b="1" spc="-10" dirty="0">
                <a:solidFill>
                  <a:srgbClr val="FF0000"/>
                </a:solidFill>
                <a:highlight>
                  <a:srgbClr val="FFFF00"/>
                </a:highlight>
                <a:latin typeface="Trebuchet MS" panose="020B0603020202020204"/>
                <a:cs typeface="Trebuchet MS" panose="020B0603020202020204"/>
              </a:rPr>
              <a:t>unconditionally</a:t>
            </a:r>
            <a:r>
              <a:rPr sz="2200" spc="-10" dirty="0">
                <a:highlight>
                  <a:srgbClr val="FFFF00"/>
                </a:highlight>
                <a:latin typeface="Trebuchet MS" panose="020B0603020202020204"/>
                <a:cs typeface="Trebuchet MS" panose="020B0603020202020204"/>
              </a:rPr>
              <a:t>.</a:t>
            </a:r>
            <a:r>
              <a:rPr lang="en-US" altLang="en-US" sz="2200" spc="-10" dirty="0">
                <a:solidFill>
                  <a:srgbClr val="FF0000"/>
                </a:solidFill>
                <a:highlight>
                  <a:srgbClr val="FFFF00"/>
                </a:highlight>
                <a:latin typeface="Trebuchet MS" panose="020B0603020202020204"/>
                <a:cs typeface="Trebuchet MS" panose="020B0603020202020204"/>
              </a:rPr>
              <a:t>(without conditon basis)</a:t>
            </a:r>
            <a:endParaRPr sz="2200">
              <a:solidFill>
                <a:srgbClr val="FF0000"/>
              </a:solidFill>
              <a:latin typeface="Trebuchet MS" panose="020B0603020202020204"/>
              <a:cs typeface="Trebuchet MS" panose="020B0603020202020204"/>
            </a:endParaRPr>
          </a:p>
          <a:p>
            <a:pPr marL="354965" indent="-342265">
              <a:lnSpc>
                <a:spcPct val="100000"/>
              </a:lnSpc>
              <a:spcBef>
                <a:spcPts val="530"/>
              </a:spcBef>
              <a:buFont typeface="Wingdings" panose="05000000000000000000"/>
              <a:buChar char=""/>
              <a:tabLst>
                <a:tab pos="354965" algn="l"/>
              </a:tabLst>
            </a:pPr>
            <a:r>
              <a:rPr sz="2200" spc="-110" dirty="0">
                <a:latin typeface="Trebuchet MS" panose="020B0603020202020204"/>
                <a:cs typeface="Trebuchet MS" panose="020B0603020202020204"/>
              </a:rPr>
              <a:t>To</a:t>
            </a:r>
            <a:r>
              <a:rPr sz="2200" spc="-60" dirty="0">
                <a:latin typeface="Trebuchet MS" panose="020B0603020202020204"/>
                <a:cs typeface="Trebuchet MS" panose="020B0603020202020204"/>
              </a:rPr>
              <a:t> </a:t>
            </a:r>
            <a:r>
              <a:rPr sz="2200" dirty="0">
                <a:latin typeface="Trebuchet MS" panose="020B0603020202020204"/>
                <a:cs typeface="Trebuchet MS" panose="020B0603020202020204"/>
              </a:rPr>
              <a:t>alter</a:t>
            </a:r>
            <a:r>
              <a:rPr sz="2200" spc="-120" dirty="0">
                <a:latin typeface="Trebuchet MS" panose="020B0603020202020204"/>
                <a:cs typeface="Trebuchet MS" panose="020B0603020202020204"/>
              </a:rPr>
              <a:t> </a:t>
            </a:r>
            <a:r>
              <a:rPr sz="2200" dirty="0">
                <a:latin typeface="Trebuchet MS" panose="020B0603020202020204"/>
                <a:cs typeface="Trebuchet MS" panose="020B0603020202020204"/>
              </a:rPr>
              <a:t>the</a:t>
            </a:r>
            <a:r>
              <a:rPr sz="2200" spc="-80" dirty="0">
                <a:latin typeface="Trebuchet MS" panose="020B0603020202020204"/>
                <a:cs typeface="Trebuchet MS" panose="020B0603020202020204"/>
              </a:rPr>
              <a:t> </a:t>
            </a:r>
            <a:r>
              <a:rPr sz="2200" dirty="0">
                <a:latin typeface="Trebuchet MS" panose="020B0603020202020204"/>
                <a:cs typeface="Trebuchet MS" panose="020B0603020202020204"/>
              </a:rPr>
              <a:t>sequence</a:t>
            </a:r>
            <a:r>
              <a:rPr sz="2200" spc="-60" dirty="0">
                <a:latin typeface="Trebuchet MS" panose="020B0603020202020204"/>
                <a:cs typeface="Trebuchet MS" panose="020B0603020202020204"/>
              </a:rPr>
              <a:t> </a:t>
            </a:r>
            <a:r>
              <a:rPr sz="2200" b="1" spc="-20" dirty="0">
                <a:solidFill>
                  <a:srgbClr val="FF0000"/>
                </a:solidFill>
                <a:latin typeface="Trebuchet MS" panose="020B0603020202020204"/>
                <a:cs typeface="Trebuchet MS" panose="020B0603020202020204"/>
              </a:rPr>
              <a:t>unconditionally</a:t>
            </a:r>
            <a:r>
              <a:rPr sz="2200" b="1" spc="-20" dirty="0">
                <a:latin typeface="Trebuchet MS" panose="020B0603020202020204"/>
                <a:cs typeface="Trebuchet MS" panose="020B0603020202020204"/>
              </a:rPr>
              <a:t>,</a:t>
            </a:r>
            <a:r>
              <a:rPr sz="2200" b="1" spc="-55" dirty="0">
                <a:latin typeface="Trebuchet MS" panose="020B0603020202020204"/>
                <a:cs typeface="Trebuchet MS" panose="020B0603020202020204"/>
              </a:rPr>
              <a:t> </a:t>
            </a:r>
            <a:r>
              <a:rPr sz="2200" dirty="0">
                <a:latin typeface="Trebuchet MS" panose="020B0603020202020204"/>
                <a:cs typeface="Trebuchet MS" panose="020B0603020202020204"/>
              </a:rPr>
              <a:t>the</a:t>
            </a:r>
            <a:r>
              <a:rPr sz="2200" spc="-85" dirty="0">
                <a:latin typeface="Trebuchet MS" panose="020B0603020202020204"/>
                <a:cs typeface="Trebuchet MS" panose="020B0603020202020204"/>
              </a:rPr>
              <a:t> </a:t>
            </a:r>
            <a:r>
              <a:rPr sz="2200" b="1" spc="-10" dirty="0">
                <a:highlight>
                  <a:srgbClr val="FFFF00"/>
                </a:highlight>
                <a:latin typeface="Trebuchet MS" panose="020B0603020202020204"/>
                <a:cs typeface="Trebuchet MS" panose="020B0603020202020204"/>
              </a:rPr>
              <a:t>GOTO</a:t>
            </a:r>
            <a:r>
              <a:rPr sz="2200" b="1" spc="-70" dirty="0">
                <a:highlight>
                  <a:srgbClr val="FFFF00"/>
                </a:highlight>
                <a:latin typeface="Trebuchet MS" panose="020B0603020202020204"/>
                <a:cs typeface="Trebuchet MS" panose="020B0603020202020204"/>
              </a:rPr>
              <a:t> </a:t>
            </a:r>
            <a:r>
              <a:rPr sz="2200" b="1" dirty="0">
                <a:highlight>
                  <a:srgbClr val="FFFF00"/>
                </a:highlight>
                <a:latin typeface="Trebuchet MS" panose="020B0603020202020204"/>
                <a:cs typeface="Trebuchet MS" panose="020B0603020202020204"/>
              </a:rPr>
              <a:t>statement</a:t>
            </a:r>
            <a:r>
              <a:rPr sz="2200" b="1" spc="-45" dirty="0">
                <a:highlight>
                  <a:srgbClr val="FFFF00"/>
                </a:highlight>
                <a:latin typeface="Trebuchet MS" panose="020B0603020202020204"/>
                <a:cs typeface="Trebuchet MS" panose="020B0603020202020204"/>
              </a:rPr>
              <a:t> </a:t>
            </a:r>
            <a:r>
              <a:rPr sz="2200" spc="-25" dirty="0">
                <a:latin typeface="Trebuchet MS" panose="020B0603020202020204"/>
                <a:cs typeface="Trebuchet MS" panose="020B0603020202020204"/>
              </a:rPr>
              <a:t>can</a:t>
            </a:r>
            <a:endParaRPr sz="2200">
              <a:latin typeface="Trebuchet MS" panose="020B0603020202020204"/>
              <a:cs typeface="Trebuchet MS" panose="020B0603020202020204"/>
            </a:endParaRPr>
          </a:p>
          <a:p>
            <a:pPr marL="355600">
              <a:lnSpc>
                <a:spcPct val="100000"/>
              </a:lnSpc>
            </a:pPr>
            <a:r>
              <a:rPr sz="2200" dirty="0">
                <a:latin typeface="Trebuchet MS" panose="020B0603020202020204"/>
                <a:cs typeface="Trebuchet MS" panose="020B0603020202020204"/>
              </a:rPr>
              <a:t>be</a:t>
            </a:r>
            <a:r>
              <a:rPr sz="2200" spc="-35" dirty="0">
                <a:latin typeface="Trebuchet MS" panose="020B0603020202020204"/>
                <a:cs typeface="Trebuchet MS" panose="020B0603020202020204"/>
              </a:rPr>
              <a:t> </a:t>
            </a:r>
            <a:r>
              <a:rPr sz="2200" spc="-10" dirty="0">
                <a:latin typeface="Trebuchet MS" panose="020B0603020202020204"/>
                <a:cs typeface="Trebuchet MS" panose="020B0603020202020204"/>
              </a:rPr>
              <a:t>used.</a:t>
            </a:r>
            <a:endParaRPr sz="2200">
              <a:latin typeface="Trebuchet MS" panose="020B0603020202020204"/>
              <a:cs typeface="Trebuchet MS" panose="020B0603020202020204"/>
            </a:endParaRPr>
          </a:p>
          <a:p>
            <a:pPr marL="927100">
              <a:lnSpc>
                <a:spcPct val="100000"/>
              </a:lnSpc>
              <a:spcBef>
                <a:spcPts val="1250"/>
              </a:spcBef>
            </a:pPr>
            <a:r>
              <a:rPr sz="2200" b="1" spc="-10" dirty="0">
                <a:latin typeface="Trebuchet MS" panose="020B0603020202020204"/>
                <a:cs typeface="Trebuchet MS" panose="020B0603020202020204"/>
              </a:rPr>
              <a:t>Syntax:</a:t>
            </a:r>
            <a:endParaRPr sz="2200">
              <a:latin typeface="Trebuchet MS" panose="020B0603020202020204"/>
              <a:cs typeface="Trebuchet MS" panose="020B0603020202020204"/>
            </a:endParaRPr>
          </a:p>
          <a:p>
            <a:pPr marL="1841500">
              <a:lnSpc>
                <a:spcPct val="100000"/>
              </a:lnSpc>
              <a:spcBef>
                <a:spcPts val="670"/>
              </a:spcBef>
              <a:tabLst>
                <a:tab pos="2998470" algn="l"/>
              </a:tabLst>
            </a:pPr>
            <a:r>
              <a:rPr sz="2200" b="1" spc="-20" dirty="0">
                <a:latin typeface="Trebuchet MS" panose="020B0603020202020204"/>
                <a:cs typeface="Trebuchet MS" panose="020B0603020202020204"/>
              </a:rPr>
              <a:t>GOTO</a:t>
            </a:r>
            <a:r>
              <a:rPr sz="2200" b="1" dirty="0">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jumpHere</a:t>
            </a:r>
            <a:r>
              <a:rPr sz="2200" b="1" spc="-85" dirty="0">
                <a:solidFill>
                  <a:srgbClr val="FF0000"/>
                </a:solidFill>
                <a:latin typeface="Trebuchet MS" panose="020B0603020202020204"/>
                <a:cs typeface="Trebuchet MS" panose="020B0603020202020204"/>
              </a:rPr>
              <a:t> </a:t>
            </a:r>
            <a:r>
              <a:rPr sz="2200" b="1" spc="-50" dirty="0">
                <a:latin typeface="Trebuchet MS" panose="020B0603020202020204"/>
                <a:cs typeface="Trebuchet MS" panose="020B0603020202020204"/>
              </a:rPr>
              <a:t>;</a:t>
            </a:r>
            <a:endParaRPr sz="2200">
              <a:latin typeface="Trebuchet MS" panose="020B0603020202020204"/>
              <a:cs typeface="Trebuchet MS" panose="020B0603020202020204"/>
            </a:endParaRPr>
          </a:p>
        </p:txBody>
      </p:sp>
      <p:sp>
        <p:nvSpPr>
          <p:cNvPr id="4" name="object 4"/>
          <p:cNvSpPr txBox="1"/>
          <p:nvPr/>
        </p:nvSpPr>
        <p:spPr>
          <a:xfrm>
            <a:off x="439927" y="4610249"/>
            <a:ext cx="7334250" cy="1995805"/>
          </a:xfrm>
          <a:prstGeom prst="rect">
            <a:avLst/>
          </a:prstGeom>
        </p:spPr>
        <p:txBody>
          <a:bodyPr vert="horz" wrap="square" lIns="0" tIns="79375" rIns="0" bIns="0" rtlCol="0">
            <a:spAutoFit/>
          </a:bodyPr>
          <a:lstStyle/>
          <a:p>
            <a:pPr marL="2470785">
              <a:lnSpc>
                <a:spcPct val="100000"/>
              </a:lnSpc>
              <a:spcBef>
                <a:spcPts val="625"/>
              </a:spcBef>
            </a:pPr>
            <a:r>
              <a:rPr sz="2200" b="1" spc="-50" dirty="0">
                <a:latin typeface="Trebuchet MS" panose="020B0603020202020204"/>
                <a:cs typeface="Trebuchet MS" panose="020B0603020202020204"/>
              </a:rPr>
              <a:t>:</a:t>
            </a:r>
            <a:endParaRPr sz="2200">
              <a:latin typeface="Trebuchet MS" panose="020B0603020202020204"/>
              <a:cs typeface="Trebuchet MS" panose="020B0603020202020204"/>
            </a:endParaRPr>
          </a:p>
          <a:p>
            <a:pPr marL="2470785">
              <a:lnSpc>
                <a:spcPct val="100000"/>
              </a:lnSpc>
              <a:spcBef>
                <a:spcPts val="525"/>
              </a:spcBef>
            </a:pPr>
            <a:r>
              <a:rPr sz="2200" b="1" spc="-50" dirty="0">
                <a:latin typeface="Trebuchet MS" panose="020B0603020202020204"/>
                <a:cs typeface="Trebuchet MS" panose="020B0603020202020204"/>
              </a:rPr>
              <a:t>:</a:t>
            </a:r>
            <a:endParaRPr sz="2200">
              <a:latin typeface="Trebuchet MS" panose="020B0603020202020204"/>
              <a:cs typeface="Trebuchet MS" panose="020B0603020202020204"/>
            </a:endParaRPr>
          </a:p>
          <a:p>
            <a:pPr marL="1556385">
              <a:lnSpc>
                <a:spcPct val="100000"/>
              </a:lnSpc>
              <a:spcBef>
                <a:spcPts val="535"/>
              </a:spcBef>
            </a:pPr>
            <a:r>
              <a:rPr sz="2200" b="1" dirty="0">
                <a:latin typeface="Trebuchet MS" panose="020B0603020202020204"/>
                <a:cs typeface="Trebuchet MS" panose="020B0603020202020204"/>
              </a:rPr>
              <a:t>&lt;&lt;</a:t>
            </a:r>
            <a:r>
              <a:rPr sz="2200" b="1" spc="-60" dirty="0">
                <a:latin typeface="Trebuchet MS" panose="020B0603020202020204"/>
                <a:cs typeface="Trebuchet MS" panose="020B0603020202020204"/>
              </a:rPr>
              <a:t> </a:t>
            </a:r>
            <a:r>
              <a:rPr sz="2200" b="1" dirty="0">
                <a:solidFill>
                  <a:srgbClr val="FF0000"/>
                </a:solidFill>
                <a:latin typeface="Trebuchet MS" panose="020B0603020202020204"/>
                <a:cs typeface="Trebuchet MS" panose="020B0603020202020204"/>
              </a:rPr>
              <a:t>jumpHere</a:t>
            </a:r>
            <a:r>
              <a:rPr sz="2200" b="1" spc="-45" dirty="0">
                <a:solidFill>
                  <a:srgbClr val="FF0000"/>
                </a:solidFill>
                <a:latin typeface="Trebuchet MS" panose="020B0603020202020204"/>
                <a:cs typeface="Trebuchet MS" panose="020B0603020202020204"/>
              </a:rPr>
              <a:t> </a:t>
            </a:r>
            <a:r>
              <a:rPr sz="2200" b="1" spc="-25" dirty="0">
                <a:latin typeface="Trebuchet MS" panose="020B0603020202020204"/>
                <a:cs typeface="Trebuchet MS" panose="020B0603020202020204"/>
              </a:rPr>
              <a:t>&gt;&gt;</a:t>
            </a:r>
            <a:endParaRPr sz="2200">
              <a:latin typeface="Trebuchet MS" panose="020B0603020202020204"/>
              <a:cs typeface="Trebuchet MS" panose="020B0603020202020204"/>
            </a:endParaRPr>
          </a:p>
          <a:p>
            <a:pPr marL="355600" marR="5080" indent="-342900">
              <a:lnSpc>
                <a:spcPct val="100000"/>
              </a:lnSpc>
              <a:spcBef>
                <a:spcPts val="1205"/>
              </a:spcBef>
              <a:buFont typeface="Wingdings" panose="05000000000000000000"/>
              <a:buChar char=""/>
              <a:tabLst>
                <a:tab pos="355600" algn="l"/>
              </a:tabLst>
            </a:pPr>
            <a:r>
              <a:rPr sz="2000" dirty="0">
                <a:latin typeface="Trebuchet MS" panose="020B0603020202020204"/>
                <a:cs typeface="Trebuchet MS" panose="020B0603020202020204"/>
              </a:rPr>
              <a:t>The</a:t>
            </a:r>
            <a:r>
              <a:rPr sz="2000" spc="-40" dirty="0">
                <a:latin typeface="Trebuchet MS" panose="020B0603020202020204"/>
                <a:cs typeface="Trebuchet MS" panose="020B0603020202020204"/>
              </a:rPr>
              <a:t> </a:t>
            </a:r>
            <a:r>
              <a:rPr sz="2000" b="1" dirty="0">
                <a:latin typeface="Trebuchet MS" panose="020B0603020202020204"/>
                <a:cs typeface="Trebuchet MS" panose="020B0603020202020204"/>
              </a:rPr>
              <a:t>GOTO</a:t>
            </a:r>
            <a:r>
              <a:rPr sz="2000" b="1" spc="-25" dirty="0">
                <a:latin typeface="Trebuchet MS" panose="020B0603020202020204"/>
                <a:cs typeface="Trebuchet MS" panose="020B0603020202020204"/>
              </a:rPr>
              <a:t> </a:t>
            </a:r>
            <a:r>
              <a:rPr sz="2000" b="1" dirty="0">
                <a:latin typeface="Trebuchet MS" panose="020B0603020202020204"/>
                <a:cs typeface="Trebuchet MS" panose="020B0603020202020204"/>
              </a:rPr>
              <a:t>statement</a:t>
            </a:r>
            <a:r>
              <a:rPr sz="2000" b="1" spc="-55" dirty="0">
                <a:latin typeface="Trebuchet MS" panose="020B0603020202020204"/>
                <a:cs typeface="Trebuchet MS" panose="020B0603020202020204"/>
              </a:rPr>
              <a:t> </a:t>
            </a:r>
            <a:r>
              <a:rPr sz="2000" dirty="0">
                <a:latin typeface="Trebuchet MS" panose="020B0603020202020204"/>
                <a:cs typeface="Trebuchet MS" panose="020B0603020202020204"/>
              </a:rPr>
              <a:t>makes</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flow</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of</a:t>
            </a:r>
            <a:r>
              <a:rPr sz="2000" spc="-35" dirty="0">
                <a:latin typeface="Trebuchet MS" panose="020B0603020202020204"/>
                <a:cs typeface="Trebuchet MS" panose="020B0603020202020204"/>
              </a:rPr>
              <a:t> </a:t>
            </a:r>
            <a:r>
              <a:rPr sz="2000" dirty="0">
                <a:latin typeface="Trebuchet MS" panose="020B0603020202020204"/>
                <a:cs typeface="Trebuchet MS" panose="020B0603020202020204"/>
              </a:rPr>
              <a:t>execution</a:t>
            </a:r>
            <a:r>
              <a:rPr sz="2000" spc="-70" dirty="0">
                <a:latin typeface="Trebuchet MS" panose="020B0603020202020204"/>
                <a:cs typeface="Trebuchet MS" panose="020B0603020202020204"/>
              </a:rPr>
              <a:t> </a:t>
            </a:r>
            <a:r>
              <a:rPr sz="2000" dirty="0">
                <a:latin typeface="Trebuchet MS" panose="020B0603020202020204"/>
                <a:cs typeface="Trebuchet MS" panose="020B0603020202020204"/>
              </a:rPr>
              <a:t>to</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jump</a:t>
            </a:r>
            <a:r>
              <a:rPr sz="2000" spc="-40" dirty="0">
                <a:latin typeface="Trebuchet MS" panose="020B0603020202020204"/>
                <a:cs typeface="Trebuchet MS" panose="020B0603020202020204"/>
              </a:rPr>
              <a:t> </a:t>
            </a:r>
            <a:r>
              <a:rPr sz="2000" dirty="0">
                <a:latin typeface="Trebuchet MS" panose="020B0603020202020204"/>
                <a:cs typeface="Trebuchet MS" panose="020B0603020202020204"/>
              </a:rPr>
              <a:t>at</a:t>
            </a:r>
            <a:r>
              <a:rPr sz="2000" spc="-35" dirty="0">
                <a:latin typeface="Trebuchet MS" panose="020B0603020202020204"/>
                <a:cs typeface="Trebuchet MS" panose="020B0603020202020204"/>
              </a:rPr>
              <a:t> </a:t>
            </a:r>
            <a:r>
              <a:rPr sz="2000" b="1" spc="-25" dirty="0">
                <a:solidFill>
                  <a:srgbClr val="FF0000"/>
                </a:solidFill>
                <a:latin typeface="Trebuchet MS" panose="020B0603020202020204"/>
                <a:cs typeface="Trebuchet MS" panose="020B0603020202020204"/>
              </a:rPr>
              <a:t>&lt;&lt; </a:t>
            </a:r>
            <a:r>
              <a:rPr sz="2000" b="1" dirty="0">
                <a:solidFill>
                  <a:srgbClr val="FF0000"/>
                </a:solidFill>
                <a:latin typeface="Trebuchet MS" panose="020B0603020202020204"/>
                <a:cs typeface="Trebuchet MS" panose="020B0603020202020204"/>
              </a:rPr>
              <a:t>jumpHere</a:t>
            </a:r>
            <a:r>
              <a:rPr sz="2000" b="1" spc="-75" dirty="0">
                <a:solidFill>
                  <a:srgbClr val="FF0000"/>
                </a:solidFill>
                <a:latin typeface="Trebuchet MS" panose="020B0603020202020204"/>
                <a:cs typeface="Trebuchet MS" panose="020B0603020202020204"/>
              </a:rPr>
              <a:t> </a:t>
            </a:r>
            <a:r>
              <a:rPr sz="2000" b="1" spc="-25" dirty="0">
                <a:solidFill>
                  <a:srgbClr val="FF0000"/>
                </a:solidFill>
                <a:latin typeface="Trebuchet MS" panose="020B0603020202020204"/>
                <a:cs typeface="Trebuchet MS" panose="020B0603020202020204"/>
              </a:rPr>
              <a:t>&gt;&gt;</a:t>
            </a:r>
            <a:r>
              <a:rPr sz="2000" b="1" spc="-25" dirty="0">
                <a:latin typeface="Trebuchet MS" panose="020B0603020202020204"/>
                <a:cs typeface="Trebuchet MS" panose="020B0603020202020204"/>
              </a:rPr>
              <a:t>.</a:t>
            </a:r>
            <a:endParaRPr sz="2000">
              <a:latin typeface="Trebuchet MS" panose="020B0603020202020204"/>
              <a:cs typeface="Trebuchet MS" panose="020B0603020202020204"/>
            </a:endParaRPr>
          </a:p>
        </p:txBody>
      </p:sp>
      <p:sp>
        <p:nvSpPr>
          <p:cNvPr id="5" name="object 5"/>
          <p:cNvSpPr txBox="1"/>
          <p:nvPr/>
        </p:nvSpPr>
        <p:spPr>
          <a:xfrm>
            <a:off x="8384285" y="6273495"/>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latin typeface="Arial MT"/>
                <a:cs typeface="Arial MT"/>
              </a:rPr>
              <a:t>63</a:t>
            </a:r>
            <a:endParaRPr sz="1400">
              <a:latin typeface="Arial MT"/>
              <a:cs typeface="Arial M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1757" y="-125476"/>
            <a:ext cx="8860485" cy="959485"/>
          </a:xfrm>
        </p:spPr>
        <p:txBody>
          <a:bodyPr/>
          <a:p>
            <a:pPr algn="ctr">
              <a:lnSpc>
                <a:spcPct val="130000"/>
              </a:lnSpc>
            </a:pPr>
            <a:r>
              <a:rPr lang="en-US" sz="4800"/>
              <a:t>Example</a:t>
            </a:r>
            <a:endParaRPr lang="en-US" sz="4800"/>
          </a:p>
        </p:txBody>
      </p:sp>
      <p:sp>
        <p:nvSpPr>
          <p:cNvPr id="3" name="Text Placeholder 2"/>
          <p:cNvSpPr>
            <a:spLocks noGrp="1"/>
          </p:cNvSpPr>
          <p:nvPr>
            <p:ph type="body" idx="1"/>
          </p:nvPr>
        </p:nvSpPr>
        <p:spPr>
          <a:xfrm>
            <a:off x="269240" y="1399155"/>
            <a:ext cx="8682990" cy="4431665"/>
          </a:xfrm>
        </p:spPr>
        <p:txBody>
          <a:bodyPr/>
          <a:p>
            <a:r>
              <a:rPr lang="en-US" altLang="en-US"/>
              <a:t>BEGIN</a:t>
            </a:r>
            <a:endParaRPr lang="en-US" altLang="en-US"/>
          </a:p>
          <a:p>
            <a:endParaRPr lang="en-US" altLang="en-US"/>
          </a:p>
          <a:p>
            <a:r>
              <a:rPr lang="en-US" altLang="en-US"/>
              <a:t>    GOTO second_message;</a:t>
            </a:r>
            <a:endParaRPr lang="en-US" altLang="en-US"/>
          </a:p>
          <a:p>
            <a:endParaRPr lang="en-US" altLang="en-US"/>
          </a:p>
          <a:p>
            <a:r>
              <a:rPr lang="en-US" altLang="en-US"/>
              <a:t>    &lt;&lt;first_message&gt;&gt;</a:t>
            </a:r>
            <a:endParaRPr lang="en-US" altLang="en-US"/>
          </a:p>
          <a:p>
            <a:r>
              <a:rPr lang="en-US" altLang="en-US"/>
              <a:t>    DBMS_OUTPUT.PUT_LINE('Hello');</a:t>
            </a:r>
            <a:endParaRPr lang="en-US" altLang="en-US"/>
          </a:p>
          <a:p>
            <a:endParaRPr lang="en-US" altLang="en-US"/>
          </a:p>
          <a:p>
            <a:r>
              <a:rPr lang="en-US" altLang="en-US"/>
              <a:t>    &lt;&lt;second_message&gt;&gt;</a:t>
            </a:r>
            <a:endParaRPr lang="en-US" altLang="en-US"/>
          </a:p>
          <a:p>
            <a:r>
              <a:rPr lang="en-US" altLang="en-US"/>
              <a:t>    DBMS_OUTPUT.PUT_LINE('PL/SQL GOTO Demo');</a:t>
            </a:r>
            <a:endParaRPr lang="en-US" altLang="en-US"/>
          </a:p>
          <a:p>
            <a:endParaRPr lang="en-US" altLang="en-US"/>
          </a:p>
          <a:p>
            <a:r>
              <a:rPr lang="en-US" altLang="en-US"/>
              <a:t>END;</a:t>
            </a:r>
            <a:endParaRPr lang="en-US" altLang="en-US"/>
          </a:p>
          <a:p>
            <a:r>
              <a:rPr lang="en-US" altLang="en-US"/>
              <a:t>/</a:t>
            </a:r>
            <a:endParaRPr lang="en-US"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25120" rIns="0" bIns="0" rtlCol="0">
            <a:spAutoFit/>
          </a:bodyPr>
          <a:lstStyle/>
          <a:p>
            <a:pPr marL="1270" algn="ctr">
              <a:lnSpc>
                <a:spcPct val="100000"/>
              </a:lnSpc>
              <a:spcBef>
                <a:spcPts val="95"/>
              </a:spcBef>
            </a:pPr>
            <a:r>
              <a:rPr dirty="0"/>
              <a:t>Control</a:t>
            </a:r>
            <a:r>
              <a:rPr spc="-185" dirty="0"/>
              <a:t> </a:t>
            </a:r>
            <a:r>
              <a:rPr dirty="0"/>
              <a:t>Structures-</a:t>
            </a:r>
            <a:r>
              <a:rPr spc="-145" dirty="0"/>
              <a:t> </a:t>
            </a:r>
            <a:r>
              <a:rPr spc="-10" dirty="0"/>
              <a:t>sequential</a:t>
            </a:r>
            <a:endParaRPr spc="-10" dirty="0"/>
          </a:p>
          <a:p>
            <a:pPr marL="518160" algn="ctr">
              <a:lnSpc>
                <a:spcPct val="100000"/>
              </a:lnSpc>
              <a:spcBef>
                <a:spcPts val="5"/>
              </a:spcBef>
            </a:pPr>
            <a:r>
              <a:rPr spc="-10" dirty="0"/>
              <a:t>control</a:t>
            </a:r>
            <a:endParaRPr spc="-10" dirty="0"/>
          </a:p>
        </p:txBody>
      </p:sp>
      <p:sp>
        <p:nvSpPr>
          <p:cNvPr id="3" name="object 3"/>
          <p:cNvSpPr txBox="1"/>
          <p:nvPr/>
        </p:nvSpPr>
        <p:spPr>
          <a:xfrm>
            <a:off x="154939" y="1705101"/>
            <a:ext cx="4822190" cy="4683125"/>
          </a:xfrm>
          <a:prstGeom prst="rect">
            <a:avLst/>
          </a:prstGeom>
        </p:spPr>
        <p:txBody>
          <a:bodyPr vert="horz" wrap="square" lIns="0" tIns="12065" rIns="0" bIns="0" rtlCol="0">
            <a:spAutoFit/>
          </a:bodyPr>
          <a:lstStyle/>
          <a:p>
            <a:pPr marL="12700">
              <a:lnSpc>
                <a:spcPct val="100000"/>
              </a:lnSpc>
              <a:spcBef>
                <a:spcPts val="95"/>
              </a:spcBef>
            </a:pPr>
            <a:r>
              <a:rPr sz="1600" spc="-10" dirty="0">
                <a:latin typeface="Trebuchet MS" panose="020B0603020202020204"/>
                <a:cs typeface="Trebuchet MS" panose="020B0603020202020204"/>
              </a:rPr>
              <a:t>BEGIN</a:t>
            </a:r>
            <a:endParaRPr sz="1600">
              <a:latin typeface="Trebuchet MS" panose="020B0603020202020204"/>
              <a:cs typeface="Trebuchet MS" panose="020B0603020202020204"/>
            </a:endParaRPr>
          </a:p>
          <a:p>
            <a:pPr marL="927100" marR="697230" indent="-915035">
              <a:lnSpc>
                <a:spcPct val="170000"/>
              </a:lnSpc>
              <a:spcBef>
                <a:spcPts val="5"/>
              </a:spcBef>
            </a:pPr>
            <a:r>
              <a:rPr sz="1600" dirty="0">
                <a:latin typeface="Trebuchet MS" panose="020B0603020202020204"/>
                <a:cs typeface="Trebuchet MS" panose="020B0603020202020204"/>
              </a:rPr>
              <a:t>GOTO</a:t>
            </a:r>
            <a:r>
              <a:rPr sz="1600" spc="-55" dirty="0">
                <a:latin typeface="Trebuchet MS" panose="020B0603020202020204"/>
                <a:cs typeface="Trebuchet MS" panose="020B0603020202020204"/>
              </a:rPr>
              <a:t> </a:t>
            </a:r>
            <a:r>
              <a:rPr sz="1600" spc="-10" dirty="0">
                <a:latin typeface="Trebuchet MS" panose="020B0603020202020204"/>
                <a:cs typeface="Trebuchet MS" panose="020B0603020202020204"/>
              </a:rPr>
              <a:t>second_message;</a:t>
            </a:r>
            <a:r>
              <a:rPr sz="1600" spc="-50" dirty="0">
                <a:latin typeface="Trebuchet MS" panose="020B0603020202020204"/>
                <a:cs typeface="Trebuchet MS" panose="020B0603020202020204"/>
              </a:rPr>
              <a:t> </a:t>
            </a:r>
            <a:r>
              <a:rPr sz="1600" spc="-10" dirty="0">
                <a:latin typeface="Trebuchet MS" panose="020B0603020202020204"/>
                <a:cs typeface="Trebuchet MS" panose="020B0603020202020204"/>
              </a:rPr>
              <a:t>&lt;&lt;first_message&gt;&gt; </a:t>
            </a:r>
            <a:r>
              <a:rPr sz="1600" dirty="0">
                <a:latin typeface="Trebuchet MS" panose="020B0603020202020204"/>
                <a:cs typeface="Trebuchet MS" panose="020B0603020202020204"/>
              </a:rPr>
              <a:t>DBMS_OU</a:t>
            </a:r>
            <a:r>
              <a:rPr sz="1600" spc="-60" dirty="0">
                <a:latin typeface="Trebuchet MS" panose="020B0603020202020204"/>
                <a:cs typeface="Trebuchet MS" panose="020B0603020202020204"/>
              </a:rPr>
              <a:t> </a:t>
            </a:r>
            <a:r>
              <a:rPr sz="1600" spc="-25" dirty="0">
                <a:latin typeface="Trebuchet MS" panose="020B0603020202020204"/>
                <a:cs typeface="Trebuchet MS" panose="020B0603020202020204"/>
              </a:rPr>
              <a:t>TPUT.PUT_LINE(</a:t>
            </a:r>
            <a:r>
              <a:rPr sz="1600" spc="-20" dirty="0">
                <a:latin typeface="Trebuchet MS" panose="020B0603020202020204"/>
                <a:cs typeface="Trebuchet MS" panose="020B0603020202020204"/>
              </a:rPr>
              <a:t> </a:t>
            </a:r>
            <a:r>
              <a:rPr sz="1600" dirty="0">
                <a:latin typeface="Trebuchet MS" panose="020B0603020202020204"/>
                <a:cs typeface="Trebuchet MS" panose="020B0603020202020204"/>
              </a:rPr>
              <a:t>'Hello'</a:t>
            </a:r>
            <a:r>
              <a:rPr sz="1600" spc="-40" dirty="0">
                <a:latin typeface="Trebuchet MS" panose="020B0603020202020204"/>
                <a:cs typeface="Trebuchet MS" panose="020B0603020202020204"/>
              </a:rPr>
              <a:t> </a:t>
            </a:r>
            <a:r>
              <a:rPr sz="1600" spc="-25" dirty="0">
                <a:latin typeface="Trebuchet MS" panose="020B0603020202020204"/>
                <a:cs typeface="Trebuchet MS" panose="020B0603020202020204"/>
              </a:rPr>
              <a:t>);</a:t>
            </a:r>
            <a:endParaRPr sz="1600">
              <a:latin typeface="Trebuchet MS" panose="020B0603020202020204"/>
              <a:cs typeface="Trebuchet MS" panose="020B0603020202020204"/>
            </a:endParaRPr>
          </a:p>
          <a:p>
            <a:pPr marL="12700">
              <a:lnSpc>
                <a:spcPct val="100000"/>
              </a:lnSpc>
              <a:spcBef>
                <a:spcPts val="1340"/>
              </a:spcBef>
            </a:pPr>
            <a:r>
              <a:rPr sz="1600" dirty="0">
                <a:latin typeface="Trebuchet MS" panose="020B0603020202020204"/>
                <a:cs typeface="Trebuchet MS" panose="020B0603020202020204"/>
              </a:rPr>
              <a:t>GOTO</a:t>
            </a:r>
            <a:r>
              <a:rPr sz="1600" spc="-114" dirty="0">
                <a:latin typeface="Trebuchet MS" panose="020B0603020202020204"/>
                <a:cs typeface="Trebuchet MS" panose="020B0603020202020204"/>
              </a:rPr>
              <a:t> </a:t>
            </a:r>
            <a:r>
              <a:rPr sz="1600" spc="-10" dirty="0">
                <a:latin typeface="Trebuchet MS" panose="020B0603020202020204"/>
                <a:cs typeface="Trebuchet MS" panose="020B0603020202020204"/>
              </a:rPr>
              <a:t>the_end;</a:t>
            </a:r>
            <a:endParaRPr sz="1600">
              <a:latin typeface="Trebuchet MS" panose="020B0603020202020204"/>
              <a:cs typeface="Trebuchet MS" panose="020B0603020202020204"/>
            </a:endParaRPr>
          </a:p>
          <a:p>
            <a:pPr marL="12700">
              <a:lnSpc>
                <a:spcPct val="100000"/>
              </a:lnSpc>
              <a:spcBef>
                <a:spcPts val="1345"/>
              </a:spcBef>
            </a:pPr>
            <a:r>
              <a:rPr sz="1600" spc="-10" dirty="0">
                <a:latin typeface="Trebuchet MS" panose="020B0603020202020204"/>
                <a:cs typeface="Trebuchet MS" panose="020B0603020202020204"/>
              </a:rPr>
              <a:t>&lt;&lt;second_message&gt;&gt;</a:t>
            </a:r>
            <a:endParaRPr sz="1600">
              <a:latin typeface="Trebuchet MS" panose="020B0603020202020204"/>
              <a:cs typeface="Trebuchet MS" panose="020B0603020202020204"/>
            </a:endParaRPr>
          </a:p>
          <a:p>
            <a:pPr marL="927100">
              <a:lnSpc>
                <a:spcPct val="100000"/>
              </a:lnSpc>
              <a:spcBef>
                <a:spcPts val="965"/>
              </a:spcBef>
            </a:pPr>
            <a:r>
              <a:rPr sz="1600" spc="-20" dirty="0">
                <a:latin typeface="Trebuchet MS" panose="020B0603020202020204"/>
                <a:cs typeface="Trebuchet MS" panose="020B0603020202020204"/>
              </a:rPr>
              <a:t>DBMS_OUTPUT.PUT_LINE(</a:t>
            </a:r>
            <a:r>
              <a:rPr sz="1600" spc="-15" dirty="0">
                <a:latin typeface="Trebuchet MS" panose="020B0603020202020204"/>
                <a:cs typeface="Trebuchet MS" panose="020B0603020202020204"/>
              </a:rPr>
              <a:t> </a:t>
            </a:r>
            <a:r>
              <a:rPr sz="1600" dirty="0">
                <a:latin typeface="Trebuchet MS" panose="020B0603020202020204"/>
                <a:cs typeface="Trebuchet MS" panose="020B0603020202020204"/>
              </a:rPr>
              <a:t>'PL/SQL</a:t>
            </a:r>
            <a:r>
              <a:rPr sz="1600" spc="-95" dirty="0">
                <a:latin typeface="Trebuchet MS" panose="020B0603020202020204"/>
                <a:cs typeface="Trebuchet MS" panose="020B0603020202020204"/>
              </a:rPr>
              <a:t> </a:t>
            </a:r>
            <a:r>
              <a:rPr sz="1600" spc="-20" dirty="0">
                <a:latin typeface="Trebuchet MS" panose="020B0603020202020204"/>
                <a:cs typeface="Trebuchet MS" panose="020B0603020202020204"/>
              </a:rPr>
              <a:t>GOTO</a:t>
            </a:r>
            <a:endParaRPr sz="1600">
              <a:latin typeface="Trebuchet MS" panose="020B0603020202020204"/>
              <a:cs typeface="Trebuchet MS" panose="020B0603020202020204"/>
            </a:endParaRPr>
          </a:p>
          <a:p>
            <a:pPr marL="12700">
              <a:lnSpc>
                <a:spcPct val="100000"/>
              </a:lnSpc>
              <a:spcBef>
                <a:spcPts val="960"/>
              </a:spcBef>
            </a:pPr>
            <a:r>
              <a:rPr sz="1600" dirty="0">
                <a:latin typeface="Trebuchet MS" panose="020B0603020202020204"/>
                <a:cs typeface="Trebuchet MS" panose="020B0603020202020204"/>
              </a:rPr>
              <a:t>Demo'</a:t>
            </a:r>
            <a:r>
              <a:rPr sz="1600" spc="-35" dirty="0">
                <a:latin typeface="Trebuchet MS" panose="020B0603020202020204"/>
                <a:cs typeface="Trebuchet MS" panose="020B0603020202020204"/>
              </a:rPr>
              <a:t> </a:t>
            </a:r>
            <a:r>
              <a:rPr sz="1600" spc="-25" dirty="0">
                <a:latin typeface="Trebuchet MS" panose="020B0603020202020204"/>
                <a:cs typeface="Trebuchet MS" panose="020B0603020202020204"/>
              </a:rPr>
              <a:t>);</a:t>
            </a:r>
            <a:endParaRPr sz="1600">
              <a:latin typeface="Trebuchet MS" panose="020B0603020202020204"/>
              <a:cs typeface="Trebuchet MS" panose="020B0603020202020204"/>
            </a:endParaRPr>
          </a:p>
          <a:p>
            <a:pPr marL="12700">
              <a:lnSpc>
                <a:spcPct val="100000"/>
              </a:lnSpc>
              <a:spcBef>
                <a:spcPts val="1340"/>
              </a:spcBef>
            </a:pPr>
            <a:r>
              <a:rPr sz="1600" dirty="0">
                <a:latin typeface="Trebuchet MS" panose="020B0603020202020204"/>
                <a:cs typeface="Trebuchet MS" panose="020B0603020202020204"/>
              </a:rPr>
              <a:t>GOTO</a:t>
            </a:r>
            <a:r>
              <a:rPr sz="1600" spc="-114" dirty="0">
                <a:latin typeface="Trebuchet MS" panose="020B0603020202020204"/>
                <a:cs typeface="Trebuchet MS" panose="020B0603020202020204"/>
              </a:rPr>
              <a:t> </a:t>
            </a:r>
            <a:r>
              <a:rPr sz="1600" spc="-10" dirty="0">
                <a:latin typeface="Trebuchet MS" panose="020B0603020202020204"/>
                <a:cs typeface="Trebuchet MS" panose="020B0603020202020204"/>
              </a:rPr>
              <a:t>first_message;</a:t>
            </a:r>
            <a:endParaRPr sz="1600">
              <a:latin typeface="Trebuchet MS" panose="020B0603020202020204"/>
              <a:cs typeface="Trebuchet MS" panose="020B0603020202020204"/>
            </a:endParaRPr>
          </a:p>
          <a:p>
            <a:pPr marL="12700">
              <a:lnSpc>
                <a:spcPct val="100000"/>
              </a:lnSpc>
              <a:spcBef>
                <a:spcPts val="1345"/>
              </a:spcBef>
            </a:pPr>
            <a:r>
              <a:rPr sz="1600" spc="-10" dirty="0">
                <a:latin typeface="Trebuchet MS" panose="020B0603020202020204"/>
                <a:cs typeface="Trebuchet MS" panose="020B0603020202020204"/>
              </a:rPr>
              <a:t>&lt;&lt;the_end&gt;&gt;</a:t>
            </a:r>
            <a:endParaRPr sz="1600">
              <a:latin typeface="Trebuchet MS" panose="020B0603020202020204"/>
              <a:cs typeface="Trebuchet MS" panose="020B0603020202020204"/>
            </a:endParaRPr>
          </a:p>
          <a:p>
            <a:pPr marL="927100">
              <a:lnSpc>
                <a:spcPct val="100000"/>
              </a:lnSpc>
              <a:spcBef>
                <a:spcPts val="1350"/>
              </a:spcBef>
            </a:pPr>
            <a:r>
              <a:rPr sz="1600" spc="-20" dirty="0">
                <a:latin typeface="Trebuchet MS" panose="020B0603020202020204"/>
                <a:cs typeface="Trebuchet MS" panose="020B0603020202020204"/>
              </a:rPr>
              <a:t>DBMS_OUTPUT.PUT_LINE(</a:t>
            </a:r>
            <a:r>
              <a:rPr sz="1600" spc="20" dirty="0">
                <a:latin typeface="Trebuchet MS" panose="020B0603020202020204"/>
                <a:cs typeface="Trebuchet MS" panose="020B0603020202020204"/>
              </a:rPr>
              <a:t> </a:t>
            </a:r>
            <a:r>
              <a:rPr sz="1600" dirty="0">
                <a:latin typeface="Trebuchet MS" panose="020B0603020202020204"/>
                <a:cs typeface="Trebuchet MS" panose="020B0603020202020204"/>
              </a:rPr>
              <a:t>'and</a:t>
            </a:r>
            <a:r>
              <a:rPr sz="1600" spc="-40" dirty="0">
                <a:latin typeface="Trebuchet MS" panose="020B0603020202020204"/>
                <a:cs typeface="Trebuchet MS" panose="020B0603020202020204"/>
              </a:rPr>
              <a:t> </a:t>
            </a:r>
            <a:r>
              <a:rPr sz="1600" dirty="0">
                <a:latin typeface="Trebuchet MS" panose="020B0603020202020204"/>
                <a:cs typeface="Trebuchet MS" panose="020B0603020202020204"/>
              </a:rPr>
              <a:t>good</a:t>
            </a:r>
            <a:r>
              <a:rPr sz="1600" spc="-15" dirty="0">
                <a:latin typeface="Trebuchet MS" panose="020B0603020202020204"/>
                <a:cs typeface="Trebuchet MS" panose="020B0603020202020204"/>
              </a:rPr>
              <a:t> </a:t>
            </a:r>
            <a:r>
              <a:rPr sz="1600" spc="-10" dirty="0">
                <a:latin typeface="Trebuchet MS" panose="020B0603020202020204"/>
                <a:cs typeface="Trebuchet MS" panose="020B0603020202020204"/>
              </a:rPr>
              <a:t>bye...'</a:t>
            </a:r>
            <a:endParaRPr sz="1600">
              <a:latin typeface="Trebuchet MS" panose="020B0603020202020204"/>
              <a:cs typeface="Trebuchet MS" panose="020B0603020202020204"/>
            </a:endParaRPr>
          </a:p>
          <a:p>
            <a:pPr marL="12700">
              <a:lnSpc>
                <a:spcPct val="100000"/>
              </a:lnSpc>
              <a:spcBef>
                <a:spcPts val="955"/>
              </a:spcBef>
            </a:pPr>
            <a:r>
              <a:rPr sz="1600" spc="-25" dirty="0">
                <a:latin typeface="Trebuchet MS" panose="020B0603020202020204"/>
                <a:cs typeface="Trebuchet MS" panose="020B0603020202020204"/>
              </a:rPr>
              <a:t>);</a:t>
            </a:r>
            <a:endParaRPr sz="1600">
              <a:latin typeface="Trebuchet MS" panose="020B0603020202020204"/>
              <a:cs typeface="Trebuchet MS" panose="020B0603020202020204"/>
            </a:endParaRPr>
          </a:p>
          <a:p>
            <a:pPr marL="12700">
              <a:lnSpc>
                <a:spcPct val="100000"/>
              </a:lnSpc>
              <a:spcBef>
                <a:spcPts val="1345"/>
              </a:spcBef>
            </a:pPr>
            <a:r>
              <a:rPr sz="1600" spc="-20" dirty="0">
                <a:latin typeface="Trebuchet MS" panose="020B0603020202020204"/>
                <a:cs typeface="Trebuchet MS" panose="020B0603020202020204"/>
              </a:rPr>
              <a:t>END;</a:t>
            </a:r>
            <a:endParaRPr sz="1600">
              <a:latin typeface="Trebuchet MS" panose="020B0603020202020204"/>
              <a:cs typeface="Trebuchet MS" panose="020B0603020202020204"/>
            </a:endParaRPr>
          </a:p>
        </p:txBody>
      </p:sp>
      <p:grpSp>
        <p:nvGrpSpPr>
          <p:cNvPr id="4" name="object 4"/>
          <p:cNvGrpSpPr/>
          <p:nvPr/>
        </p:nvGrpSpPr>
        <p:grpSpPr>
          <a:xfrm>
            <a:off x="5030723" y="1449325"/>
            <a:ext cx="4113529" cy="5398135"/>
            <a:chOff x="5030723" y="1449325"/>
            <a:chExt cx="4113529" cy="5398135"/>
          </a:xfrm>
        </p:grpSpPr>
        <p:pic>
          <p:nvPicPr>
            <p:cNvPr id="5" name="object 5" descr="PL/SQL - GOTO Statement | Tutorialspoint"/>
            <p:cNvPicPr/>
            <p:nvPr/>
          </p:nvPicPr>
          <p:blipFill>
            <a:blip r:embed="rId1" cstate="print"/>
            <a:stretch>
              <a:fillRect/>
            </a:stretch>
          </p:blipFill>
          <p:spPr>
            <a:xfrm>
              <a:off x="5030723" y="1449325"/>
              <a:ext cx="4113276" cy="5398008"/>
            </a:xfrm>
            <a:prstGeom prst="rect">
              <a:avLst/>
            </a:prstGeom>
          </p:spPr>
        </p:pic>
        <p:pic>
          <p:nvPicPr>
            <p:cNvPr id="6" name="object 6" descr="PL/SQL - GOTO Statement | Tutorialspoint"/>
            <p:cNvPicPr/>
            <p:nvPr/>
          </p:nvPicPr>
          <p:blipFill>
            <a:blip r:embed="rId2" cstate="print"/>
            <a:stretch>
              <a:fillRect/>
            </a:stretch>
          </p:blipFill>
          <p:spPr>
            <a:xfrm>
              <a:off x="5181599" y="1600200"/>
              <a:ext cx="3810000" cy="5029200"/>
            </a:xfrm>
            <a:prstGeom prst="rect">
              <a:avLst/>
            </a:prstGeom>
          </p:spPr>
        </p:pic>
        <p:sp>
          <p:nvSpPr>
            <p:cNvPr id="7" name="object 7"/>
            <p:cNvSpPr/>
            <p:nvPr/>
          </p:nvSpPr>
          <p:spPr>
            <a:xfrm>
              <a:off x="5118099" y="1536700"/>
              <a:ext cx="3937000" cy="5156200"/>
            </a:xfrm>
            <a:custGeom>
              <a:avLst/>
              <a:gdLst/>
              <a:ahLst/>
              <a:cxnLst/>
              <a:rect l="l" t="t" r="r" b="b"/>
              <a:pathLst>
                <a:path w="3937000" h="5156200">
                  <a:moveTo>
                    <a:pt x="0" y="5156200"/>
                  </a:moveTo>
                  <a:lnTo>
                    <a:pt x="3937000" y="5156200"/>
                  </a:lnTo>
                  <a:lnTo>
                    <a:pt x="3937000" y="0"/>
                  </a:lnTo>
                  <a:lnTo>
                    <a:pt x="0" y="0"/>
                  </a:lnTo>
                  <a:lnTo>
                    <a:pt x="0" y="5156200"/>
                  </a:lnTo>
                  <a:close/>
                </a:path>
              </a:pathLst>
            </a:custGeom>
            <a:ln w="127000">
              <a:solidFill>
                <a:srgbClr val="3477B1"/>
              </a:solidFill>
            </a:ln>
          </p:spPr>
          <p:txBody>
            <a:bodyPr wrap="square" lIns="0" tIns="0" rIns="0" bIns="0" rtlCol="0"/>
            <a:lstStyle/>
            <a:p/>
          </p:txBody>
        </p:sp>
      </p:grpSp>
    </p:spTree>
  </p:cSld>
  <p:clrMapOvr>
    <a:masterClrMapping/>
  </p:clrMapOvr>
</p:sld>
</file>

<file path=ppt/tags/tag1.xml><?xml version="1.0" encoding="utf-8"?>
<p:tagLst xmlns:p="http://schemas.openxmlformats.org/presentationml/2006/main">
  <p:tag name="TABLE_ENDDRAG_ORIGIN_RECT" val="687*390"/>
  <p:tag name="TABLE_ENDDRAG_RECT" val="21*138*687*39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21717</Words>
  <Application>WPS Presentation</Application>
  <PresentationFormat>On-screen Show (4:3)</PresentationFormat>
  <Paragraphs>1156</Paragraphs>
  <Slides>70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70</vt:i4>
      </vt:variant>
    </vt:vector>
  </HeadingPairs>
  <TitlesOfParts>
    <vt:vector size="83" baseType="lpstr">
      <vt:lpstr>Arial</vt:lpstr>
      <vt:lpstr>SimSun</vt:lpstr>
      <vt:lpstr>Wingdings</vt:lpstr>
      <vt:lpstr>Trebuchet MS</vt:lpstr>
      <vt:lpstr>Cambria</vt:lpstr>
      <vt:lpstr>Arial MT</vt:lpstr>
      <vt:lpstr>Wingdings</vt:lpstr>
      <vt:lpstr>Times New Roman</vt:lpstr>
      <vt:lpstr>Microsoft YaHei</vt:lpstr>
      <vt:lpstr>Arial Unicode MS</vt:lpstr>
      <vt:lpstr>Calibri</vt:lpstr>
      <vt:lpstr>Courier New</vt:lpstr>
      <vt:lpstr>Office Theme</vt:lpstr>
      <vt:lpstr>05BC3301 - Database Management System – 2 (DBMS-2)</vt:lpstr>
      <vt:lpstr>Course content</vt:lpstr>
      <vt:lpstr>What is SQL?</vt:lpstr>
      <vt:lpstr>What is SQL?</vt:lpstr>
      <vt:lpstr>Advantages Of SQL</vt:lpstr>
      <vt:lpstr>SQL COMMANDS</vt:lpstr>
      <vt:lpstr>CREATE TABLE</vt:lpstr>
      <vt:lpstr>ALTER TABLE</vt:lpstr>
      <vt:lpstr>Alter table</vt:lpstr>
      <vt:lpstr>Truncate Table :</vt:lpstr>
      <vt:lpstr>Drop Table :</vt:lpstr>
      <vt:lpstr>RENAME</vt:lpstr>
      <vt:lpstr>DML COMMANDS</vt:lpstr>
      <vt:lpstr>SELECT</vt:lpstr>
      <vt:lpstr>SELECT</vt:lpstr>
      <vt:lpstr>Insert syntax &amp; example:</vt:lpstr>
      <vt:lpstr>UPDATE</vt:lpstr>
      <vt:lpstr>DELETE</vt:lpstr>
      <vt:lpstr>DCL COMMANDS</vt:lpstr>
      <vt:lpstr>DCL commands</vt:lpstr>
      <vt:lpstr>DCL commands</vt:lpstr>
      <vt:lpstr>TCL COMMANDS</vt:lpstr>
      <vt:lpstr>COMMIT COMMAND</vt:lpstr>
      <vt:lpstr>ROLLBACK COMMAND</vt:lpstr>
      <vt:lpstr>SAVE POINT</vt:lpstr>
      <vt:lpstr>WHAT IS PL/SQL?</vt:lpstr>
      <vt:lpstr>Advantages of PL/SQL</vt:lpstr>
      <vt:lpstr>Advantages of PL/SQL</vt:lpstr>
      <vt:lpstr>Advantages of PL/SQL</vt:lpstr>
      <vt:lpstr>Advantages of PL/SQL</vt:lpstr>
      <vt:lpstr>All 7 Advantage</vt:lpstr>
      <vt:lpstr>SQL VS PL/SQL</vt:lpstr>
      <vt:lpstr>SQL vs PL/SQL</vt:lpstr>
      <vt:lpstr>SQL VS PL/SQL</vt:lpstr>
      <vt:lpstr>Generic PL/SQL Block</vt:lpstr>
      <vt:lpstr>Generic PL/SQL Block</vt:lpstr>
      <vt:lpstr>PowerPoint 演示文稿</vt:lpstr>
      <vt:lpstr>Complete struture</vt:lpstr>
      <vt:lpstr>PL/SQL Environment role ofPL/SQL Engine &amp; SQL Engine</vt:lpstr>
      <vt:lpstr>PL/SQL Environment</vt:lpstr>
      <vt:lpstr>The PL/SQL Literals</vt:lpstr>
      <vt:lpstr>The PL/SQL Literals</vt:lpstr>
      <vt:lpstr>The PL/SQL Literals</vt:lpstr>
      <vt:lpstr>Data Types</vt:lpstr>
      <vt:lpstr>Data Types</vt:lpstr>
      <vt:lpstr>PL/SQL CONSTANT</vt:lpstr>
      <vt:lpstr>Variables</vt:lpstr>
      <vt:lpstr>Variables</vt:lpstr>
      <vt:lpstr>Variables</vt:lpstr>
      <vt:lpstr>Anchored/Attach Data Type Variable</vt:lpstr>
      <vt:lpstr>slaid 50 samary</vt:lpstr>
      <vt:lpstr>Variables</vt:lpstr>
      <vt:lpstr>Assign Value to Variable</vt:lpstr>
      <vt:lpstr>Assign Value to Variable</vt:lpstr>
      <vt:lpstr>Assign Value to Variable</vt:lpstr>
      <vt:lpstr>Display Messages</vt:lpstr>
      <vt:lpstr>PowerPoint 演示文稿</vt:lpstr>
      <vt:lpstr>Comments</vt:lpstr>
      <vt:lpstr>Control Structures</vt:lpstr>
      <vt:lpstr>Control Structures - Conditional Control</vt:lpstr>
      <vt:lpstr>Conditional Control</vt:lpstr>
      <vt:lpstr>Conditional Control</vt:lpstr>
      <vt:lpstr>Conditional Control</vt:lpstr>
      <vt:lpstr>Control Structures- Iterative Control</vt:lpstr>
      <vt:lpstr>Iterative control- Loop</vt:lpstr>
      <vt:lpstr>Iterative control- While</vt:lpstr>
      <vt:lpstr>Iterative control- for</vt:lpstr>
      <vt:lpstr>control</vt:lpstr>
      <vt:lpstr>Example</vt:lpstr>
      <vt:lpstr>control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05BC3301 - Database Management System – 2 (DBMS-2)</dc:title>
  <dc:creator>Darshan Institute of Engg. &amp; Tech.</dc:creator>
  <cp:lastModifiedBy>Sehjaan Khan</cp:lastModifiedBy>
  <cp:revision>12</cp:revision>
  <dcterms:created xsi:type="dcterms:W3CDTF">2026-07-01T03:58:00Z</dcterms:created>
  <dcterms:modified xsi:type="dcterms:W3CDTF">2026-09-08T07:18:40Z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2025-07-30T01:30:00Z</vt:filetime>
  </property>
  <property fmtid="{D5CDD505-2E9C-101B-9397-08002B2CF9AE}" pid="4" name="Creator">
    <vt:lpwstr>Microsoft® PowerPoint® 2019</vt:lpwstr>
  </property>
  <property fmtid="{D5CDD505-2E9C-101B-9397-08002B2CF9AE}" pid="5" name="LastSaved">
    <vt:filetime>2026-07-02T01:30:00Z</vt:filetime>
  </property>
  <property fmtid="{D5CDD505-2E9C-101B-9397-08002B2CF9AE}" pid="6" name="Producer">
    <vt:lpwstr>Microsoft® PowerPoint® 2019</vt:lpwstr>
  </property>
  <property fmtid="{D5CDD505-2E9C-101B-9397-08002B2CF9AE}" pid="7" name="KSOProductBuildVer">
    <vt:lpwstr>1033-12.1.0.28032</vt:lpwstr>
  </property>
  <property fmtid="{D5CDD505-2E9C-101B-9397-08002B2CF9AE}" pid="8" name="ICV">
    <vt:lpwstr>7D3D1E51708D437C8C853A4B5A731620_12</vt:lpwstr>
  </property>
</Properties>
</file>